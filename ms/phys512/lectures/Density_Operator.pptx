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6" r:id="rId3"/>
    <p:sldId id="308" r:id="rId4"/>
    <p:sldId id="256" r:id="rId5"/>
    <p:sldId id="309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0" r:id="rId14"/>
    <p:sldId id="304" r:id="rId15"/>
    <p:sldId id="305" r:id="rId16"/>
    <p:sldId id="306" r:id="rId17"/>
    <p:sldId id="307" r:id="rId18"/>
    <p:sldId id="318" r:id="rId19"/>
    <p:sldId id="278" r:id="rId20"/>
    <p:sldId id="319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5:27.9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739 1,'0'0,"-6"2,-238 105,155-72,-1-3,-1-5,-62 10,99-24,53-13,0 0,0 1,1-1,-1 1,1-1,-1 1,0-1,1 1,-1-1,1 1,-1 0,1-1,-1 1,1 0,0-1,-1 1,1 0,0-1,0 1,-1 0,1 0,0 0,0-1,0 1,0 0,0 0,0-1,0 1,0 0,0 0,1 0,-1-1,0 1,0 0,1 0,-1-1,0 1,1 0,-1-1,1 1,-1 0,1-1,-1 1,1-1,-1 1,1-1,0 1,-1-1,1 1,0-1,-1 0,1 1,0-1,149 126,48 52,-1 15,-162-158,33 33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5:30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5 350,'-4'307,"17"-75,30 153,-34-321</inkml:trace>
  <inkml:trace contextRef="#ctx0" brushRef="#br0" timeOffset="675.224">439 1137,'0'0,"2"-5,21-114,5-80,-7 42,-17 132,0 1,2-1,0 1,2 1,2-4,-10 26,0-1,1 1,-1-1,0 1,1-1,0 1,-1-1,1 1,0-1,0 1,-1 0,1-1,0 1,0 0,1 0,-1 0,0 0,0 0,0 0,1 0,-1 0,1 0,-1 1,0-1,1 0,-1 1,1 0,0-1,-1 1,1 0,-1-1,1 1,-1 0,1 0,0 1,-1-1,1 0,-1 0,1 1,1 0,2 3,0 1,1 0,-1 0,-1 0,1 1,-1 0,0 0,0 0,1 3,1 2,169 307,-58-101,-81-153,-25-46</inkml:trace>
  <inkml:trace contextRef="#ctx0" brushRef="#br0" timeOffset="939.026">514 866,'0'0,"0"0,0 0,0 0,0 0,6 2,12 1,12 2,11 1,7 1,6 0,0-3,-2-3,-4-3,-7-5,-10-1</inkml:trace>
  <inkml:trace contextRef="#ctx0" brushRef="#br0" timeOffset="1470.607">298 220,'14'-12,"0"-1,-1 0,0-1,-1 0,-1-1,0-1,-1 1,0-2,-2 1,0-1,1-4,-7 13,8-16,-9 24,-1-1,0 1,1-1,-1 1,1 0,-1 0,1-1,-1 1,1 0,-1 0,1-1,-1 1,1 0,-1 0,1 0,-1 0,1 0,0 0,-1 0,1 0,-1 0,1 0,-1 0,1 0,-1 0,1 0,-1 1,1-1,-1 0,1 0,-1 1,1-1,-1 0,1 1,-1-1,1 0,-1 1,0-1,1 1,-1-1,0 0,1 1,-1-1,0 1,44 67,-36-51,113 208,-90-172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5:29.54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569 775,'4'-5,"37"-68,4 2,2 3,36-38,-77 97,1 0,1 0,-1 1,1 0,1 0,-1 1,1 0,1 1,-1 0,1 0,0 1,1 0,-1 1,1 0,0 1,2-1,-9 4,0 0,0 1,0-1,1 1,-1 0,0 0,0 1,0-1,0 1,-1-1,1 1,0 1,-1-1,1 0,-1 1,0 0,0-1,1 2,45 62,-26-30,-2 1,3-1,0-1,3-1,8 7,-27-33,1 1,0-1,1 0,0-1,0 0,0-1,1 0,0-1,0 0,0 0,1-1,0-1,-1 0,1 0,1-1,-1-1,2 0,-5-1,1 0,-1 0,0-1,0-1,0 1,0-1,-1-1,1 0,0 0,-1-1,0 0,0 0,0 0,0-1,-1-1,0 1,0-1,0-1,-1 1,1-1,-2 0,1 0,-1-1,0 0,-1 0,0 0,3-8,1-25,-6 4</inkml:trace>
  <inkml:trace contextRef="#ctx0" brushRef="#br0" timeOffset="173.045">1511 350,'0'0,"0"0,-3 2,-4 6,-5 8,-3 10,-1 9,4 10,4 9,7 9,7 8,5 5,3 1,1-3,-3-14</inkml:trace>
  <inkml:trace contextRef="#ctx0" brushRef="#br0" timeOffset="803.379">632 1,'-8'5,"-273"202,168-121,-75 58,185-143,0 1,1-1,-1 1,1 0,-1 0,1 0,0 0,-1 0,1 0,1 1,-1-1,0 1,0-1,1 1,-1 0,1 0,0-1,0 1,0 0,0 0,1 0,-1 0,1 0,0 0,0 0,0 1,0-1,0 0,1 0,-1 0,1 0,1 3,4 2,1 1,1-1,-1 0,1 0,1-1,0 0,7 4,3 4,146 119,-6 8,2 14,-81-75,-9-8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5:28.4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0,'0'0,"6"1,9 0,12 1,10 1,9-1,5 1,3 0,-1 0,-2-1,-5 0,-11-2</inkml:trace>
  <inkml:trace contextRef="#ctx0" brushRef="#br0" timeOffset="191.488">90 116,'0'0,"0"0,6 3,13 3,16 3,16 2,13 0,7-3,-8-3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5:26.5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1 707,'0'-17,"1"-43,3 0,3 1,2 0,5-7,-2 11,2 1,3 0,2 1,3 1,3-3,-23 51,0 0,-1 0,1 0,0 0,1 0,-1 0,1 1,-1-1,1 1,0-1,0 1,1 0,-1 0,1 0,-1 1,1-1,3 0,-5 3,0 0,1 0,-1 1,0-1,0 1,0 0,0-1,0 1,0 0,0 0,0 0,-1 1,1-1,0 0,-1 1,1-1,0 1,-1-1,0 1,1 0,-1 0,0-1,0 1,0 0,85 149,190 402,-267-536</inkml:trace>
  <inkml:trace contextRef="#ctx0" brushRef="#br0" timeOffset="266.405">179 461,'0'0,"0"0,5 2,10 1,11 2,9 2,9 2,6 0,3-1,-8-2</inkml:trace>
  <inkml:trace contextRef="#ctx0" brushRef="#br0" timeOffset="752.615">853 74,'0'0,"7"4,406 231,-186-111,-226-123,1-1,-1 0,0 1,1-1,-1 1,0-1,1 1,-1 0,0 0,0-1,0 1,1 0,-1 0,0 0,0 0,0 0,-1 1,1-1,0 0,0 0,0 0,-1 1,1-1,-1 0,1 1,-1-1,0 1,1-1,-1 1,0-1,0 0,0 1,0-1,0 1,0-1,-1 1,1-1,0 0,-1 1,1-1,-1 0,1 1,-1-1,0 0,0 1,1-1,-72 52,39-26,1 1,1 1,2 2,1 0,1 2,-2 7,-4 6,5-4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5:33.00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1,'0'0,"0"0,0 1,4 282,38 244,-38-484,7 67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5:38.31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363 74,'-30'-15,"27"13,-101-43,96 42,0 1,0 0,-1 0,1 1,0 0,-1 0,1 1,0 0,-1 1,1 0,0 0,-5 2,8-2,0 1,0 1,1-1,-1 0,1 1,-1 0,1 0,0 1,0-1,0 1,1 0,-1 0,1 0,0 0,0 0,1 1,-1-1,-1 5,-2 5,1 1,1-1,0 1,0 1,0 11,-4 64,4 1,4-1,7 47,-5-110,47 912,-43-795,28 504,-27-575,-6-72,0-1,0 0,0 1,-1-1,1 0,0 0,0 0,1 0,-1 0,0 0,0 0,0 0,1 0,-1 0,0-1,1 1,-1 0,1-1,-1 1,1-1,-1 0,1 1,-1-1,1 0,-1 0,1 0,-1 0,1 0,-1-1,1 1,-1 0,1-1,-1 1,1-1,-1 1,0-1,1 0,-1 1,0-1,1 0,-1 0,12-3,62-8,-31 7</inkml:trace>
  <inkml:trace contextRef="#ctx0" brushRef="#br0" timeOffset="1281.646">923 463,'0'0,"0"0,0 0,0 0,0 0,0 6,0 12,0 14,0 12,0 11,0 7,0 4,0 3,0 0,-1-3,0-4,-1-7,-1-13</inkml:trace>
  <inkml:trace contextRef="#ctx0" brushRef="#br0" timeOffset="1598.797">528 1290,'0'0,"8"0,13 0,16 0,16 0,13-1,10 1,6 0,5 0,2 0,-1 0,-3 0,-6 0,-8-2,-17 1</inkml:trace>
  <inkml:trace contextRef="#ctx0" brushRef="#br0" timeOffset="2359.765">706 1573,'7'-1,"7"0,1 0,-1 0,1 2,-1 0,1 0,-1 2,9 2,-18-4,0 0,-1 1,1 0,-1 0,1 0,-1 0,0 1,0-1,0 1,0 0,0 1,-1-1,1 1,-1-1,0 1,0 0,-1 0,1 0,-1 1,0-1,0 1,0-1,0 1,0 1,-1 7,0 1,-1-1,0 0,-1 0,0 0,-1 0,-1 0,0 0,-1 0,0-1,0 1,-2-1,0 0,0-1,-1 0,0 0,-1 0,0-1,-4 4,-39 38,51-51,1-1,-1 1,0-1,0 1,1-1,-1 1,0-1,1 1,-1-1,1 1,-1-1,1 1,-1-1,0 0,1 1,0-1,-1 0,1 0,-1 1,1-1,-1 0,1 0,-1 0,1 0,0 1,-1-1,1 0,0 0,-1 0,1 0,-1 0,1-1,0 1,-1 0,1 0,-1 0,1 0,-1-1,1 1,0 0,1 0,157-1,-111 0</inkml:trace>
  <inkml:trace contextRef="#ctx0" brushRef="#br0" timeOffset="3888.361">1521 954,'0'0,"0"0,0 0,0 0,0 0,1 6,1 15,2 15,2 17,1 12,-1 9,0 5,-3 1,0-1,0-8,-1-16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5:41.44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111 129,'-4'4,"-7"5,1 0,0 1,0 1,1-1,1 2,0-1,0 1,1 0,-5 13,10-19,-1 0,1 0,1 0,-1 0,1 0,0 0,0 0,1 0,0 0,0 1,0-1,1 0,0 0,0 0,1 0,-1 0,1 0,1 0,-1 0,1-1,0 1,0-1,3 4,0-2,0 0,0-1,1 0,0 0,0-1,0 1,1-1,-1-1,1 0,1 0,-1 0,0-1,1 0,0-1,-1 0,1 0,0-1,0 0,0-1,0 0,0 0,0-1,0 0,0 0,0-1,-1 0,1-1,0 0,5-3,-10 3,0 1,0-1,-1 0,1 0,-1 0,0-1,0 1,0-1,-1 1,1-1,-1 0,0 0,0 0,0-1,0 1,-1 0,0-1,0 1,0-1,0 1,-1-1,0 1,0-2,0-3,-1 0,0 0,0 1,-1-1,-1 0,1 1,-1-1,-1 1,1 0,-1 0,-3-4,-5-3,0 0,0 0,-1 1,-1 1,-1 0,0 1,0 1,-1 0,-1 1,1 1,-3 0,5 0,6 3</inkml:trace>
  <inkml:trace contextRef="#ctx0" brushRef="#br0" timeOffset="411.414">404 1,'71'71,"-23"-34,2-3,1-1,2-3,12 3,25 15,-79-42,-5-4,-1 1,1 0,-1 0,0 1,0-1,0 1,0 0,-1 1,1-1,-1 1,0 0,0 0,-4-2,0 0,1-1,-1 1,0-1,-1 1,1 0,0-1,-1 1,1 0,-1-1,0 1,0-1,0 0,0 1,-1-1,1 0,0 1,-1-1,0 0,1 0,-1 0,0 0,0-1,0 1,0 0,0-1,-1 0,1 1,0-1,-3 1,2 0,-142 111,22 11,87-89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5:52.6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1,'27'6,"87"16,1-4,1-5,75-3,-179-14,-15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5:54.9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10,'0'0,"0"0,0 0,0 0,0 0,0 0,9 0,16-1,16 0,16 0,12-1,6 2,3-1,0 1,-4-1,-8 1,-9-1,-15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5:56.16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133 0,'0'0,"1"1,16 4,1 2,-1 0,0 1,-1 0,5 4,-16-9,0 1,-1-1,1 1,-1 0,0 0,0 0,0 1,-1-1,1 1,-1 0,0 0,0 0,-1 1,0-1,0 0,0 1,0 0,0 4,-2-2,0-1,0 0,0 0,-1 0,0 0,-1-1,1 1,-1 0,-1 0,1-1,-1 1,0-1,-1 0,1 0,-1 0,0 0,-2 0,-7 10,-1-1,-1 0,0-1,0-1,-8 3,-132 77,155-93,-12 8,11-7,1-1,0 0,0 0,0 0,0 1,0-1,0 0,0 0,0 1,0-1,0 0,0 0,0 1,0-1,0 0,0 0,0 1,0-1,0 0,0 0,0 0,0 1,0-1,1 0,-1 0,0 0,0 1,0-1,0 0,0 0,1 0,-1 0,0 1,0-1,0 0,1 0,-1 0,0 0,0 0,0 0,1 0,-1 1,0-1,0 0,1 0,-1 0,0 0,0 0,0 0,1 0,-1 0,0 0,0 0,1 0,-1-1,0 1,0 0,110 6,-5-5,88-13,-118 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5:57.42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1,'0'0,"0"0,0 0,0 7,1 13,0 19,0 17,0 19,1 13,0 12,2 6,2 0,1-3,0-21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5:54.3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1 313,'12'-3,"-8"3,1-1,0 1,0 0,0 1,0-1,-1 1,1 0,0 0,0 0,-1 1,5 2,-7-4,-1 1,1 0,0 0,0 1,-1-1,1 0,-1 1,1-1,-1 1,1-1,-1 1,0-1,0 1,0 0,0 0,0 0,0-1,0 1,-1 0,1 0,-1 0,0 0,1 0,-1 0,0 0,0 1,0-1,0 0,0 0,-3 11,0-1,-1 0,-1 0,1 0,-2 0,-5 8,-7 18,-5 37,23-72,-1-1,1 1,0 0,0-1,1 1,-1 0,0-1,1 1,0-1,-1 1,1-1,0 1,0-1,1 1,-1-1,0 0,1 0,-1 1,1-1,0 0,0 0,0-1,0 1,0 0,0-1,0 1,3 0,1 1,1-1,0 0,0 0,0 0,0-1,0 0,0 0,0-1,0 0,1 0,-1-1,0 0,0 0,0 0,0-1,0 0,1-2,22-8</inkml:trace>
  <inkml:trace contextRef="#ctx0" brushRef="#br0" timeOffset="255.318">165 182,'0'0,"-6"-7,-9-12,-8-11,-3-5,1 0,5 3,5 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5:56.61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0 117,'0'0,"0"0,0 0,0 0,1 6,2 11,3 13,2 13,3 8,1 6,2 3,1-2,-1-5,1-9,-3-11</inkml:trace>
  <inkml:trace contextRef="#ctx0" brushRef="#br0" timeOffset="471.74">281 0,'0'0,"6"6,289 217,-200-154,-62-45,-12-10,-1 1,0 0,-1 2,2 4,-19-20,-1 1,1-1,-1 1,0-1,0 1,0 0,0-1,0 1,0 0,0 0,0 0,-1 0,1 0,-1 0,1 0,-1 0,0 0,0 0,0 0,0 0,0 0,0 0,-1 0,1 0,-1 0,1 0,-1-1,0 1,0 0,0 0,0 0,0-1,0 1,0 0,0-1,-1 1,1-1,-2 1,-122 111,-54 61,139-136</inkml:trace>
  <inkml:trace contextRef="#ctx0" brushRef="#br0" timeOffset="2103.474">1095 349,'0'0,"1"0,105 13,-7 0,94-2,-181-10,0-1,0 0,0-1,-1-1,1 0,0 0,-1-1,0-1,1 0,-10 3,0 0,0 0,0 0,0-1,0 1,0 0,0-1,-1 0,1 1,0-1,-1 0,0 0,1 0,-1 0,0 0,0 0,0 0,0-1,3-15</inkml:trace>
  <inkml:trace contextRef="#ctx0" brushRef="#br0" timeOffset="2383.235">1463 194,'0'0,"0"0,-3 5,-5 6,-5 9,-2 8,0 8,2 6,4 6,3 4,5-1,2-9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6:01.67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0 570,'8'0,"16"0,0 2,-1 0,1 1,0 2,-1 0,0 2,0 0,-1 2,0 0,2 3,-20-10,0 0,0 0,-1 0,1 1,-1-1,1 1,-1 0,0 0,0 0,0 1,0-1,-1 1,1-1,-1 1,0 0,0 0,0 0,-1 0,1 0,-1 0,0 1,0-1,-1 0,1 1,-1-1,0 1,0-1,-1 4,-1-1,-1 1,0-1,0 0,0 0,-1-1,0 1,-1-1,1 0,-1 0,0 0,-1-1,0 1,-3 1,-85 54,31-31,63-30,0 0,0 0,-1 0,1 0,0 1,0-1,0 0,-1 0,1 0,0 1,0-1,0 0,0 0,0 1,-1-1,1 0,0 1,0-1,0 0,0 0,0 1,0-1,0 0,0 1,0-1,0 0,0 0,0 1,0-1,0 0,0 0,0 1,0-1,1 0,-1 1,0-1,0 0,0 0,0 1,1-1,-1 0,0 0,0 0,0 1,1-1,-1 0,0 0,0 0,1 0,-1 0,0 1,0-1,1 0,-1 0,0 0,0 0,1 0,-1 0,0 0,1 0,-1 0,0 0,1 0,11 5,1-1,0 0,0-1,1-1,9 1,-8-1,180 13,-133-14</inkml:trace>
  <inkml:trace contextRef="#ctx0" brushRef="#br0" timeOffset="427.374">688 441,'6'4,"427"300,-421-295,-4-4,0 1,0 0,0 0,-1 1,0 0,0 0,-1 1,4 5,-10-11,1 1,0-1,-1 1,0 0,1-1,-1 1,0-1,0 1,-1-1,1 1,-1 0,1-1,-1 1,0-1,0 0,0 1,0-1,0 0,0 1,-1-1,1 0,-1 0,1 0,-1 0,0 0,0-1,0 1,0 0,0-1,0 0,0 1,-1-1,1 0,-1 0,0 0,-172 115,3 23,121-95</inkml:trace>
  <inkml:trace contextRef="#ctx0" brushRef="#br0" timeOffset="1581.328">1338 259,'4'-4,"128"-177,-127 175,0 0,1-1,-1 2,1-1,0 1,1 0,-1 0,1 0,0 1,0 0,0 1,1-1,-1 1,1 1,5-2,-11 4,0 1,0-1,1 1,-1 0,0 0,0-1,0 1,0 0,-1 1,1-1,0 0,0 0,-1 1,1-1,-1 1,1 0,-1-1,1 1,-1 0,0 0,0 0,0 0,0 0,0 0,-1 0,1 0,0 0,-1 0,0 0,1 0,-1 1,0-1,0 0,0 0,-1 2,5 41,-2 0,-4 39,1-35,2 220,11 1,16 30,25 130,-52-423,3 20,-1 0,-1 0,-2 0,-1 0,-1 0,-1 0,-5 19,6-40,0 1,0 0,-1-1,-1 0,1 1,-1-1,0 0,0-1,0 1,-1-1,0 0,0 0,-1 0,1-1,-1 0,0 0,0 0,0-1,-1 0,1 0,-1-1,1 1,-1-1,0-1,0 1,0-1,0-1,-5 1,-90-2,-3-11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5:59.28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320 0,'0'0,"0"0,0 0,0 7,-1 10,0 14,0 14,-1 10,0 8,0 6,1 0,0-2,1-5,0-14</inkml:trace>
  <inkml:trace contextRef="#ctx0" brushRef="#br0" timeOffset="269.28">1 817,'0'0,"0"0,0 0,6 0,13 2,16 0,16 1,15 1,12 1,8 0,5 2,1 1,-4 1,-5 1,-17-3</inkml:trace>
  <inkml:trace contextRef="#ctx0" brushRef="#br0" timeOffset="713.095">447 1126,'9'112,"5"-1,19 75,2-41,-34-140,0 36,-1-40,-1 0,0-1,0 1,1 0,-1-1,0 1,0-1,0 1,0-1,1 1,-1-1,0 0,0 1,0-1,0 0,0 0,0 0,0 1,0-1,0 0,0 0,0 0,0-1,0 1,0 0,0 0,0-1,0 1,0 0,0-1,0 1,0-1,-25-8,1-2,-1-1,2-1,-21-14,34 20,-22-12,0-2,2-2,0 0,-9-12,17 9,8 3</inkml:trace>
  <inkml:trace contextRef="#ctx0" brushRef="#br0" timeOffset="994.343">358 1035,'0'0,"0"0,0 0,7 0,13-1,15 0,13 3,9 1,3 1,0 1,-9-2</inkml:trace>
  <inkml:trace contextRef="#ctx0" brushRef="#br0" timeOffset="1389.289">663 1191,'7'6,"11"9,5 2,-2 0,0 1,-1 1,-1 2,-1-1,-1 2,-1 1,11 18,-24-35,0-1,-1 0,1 1,-1 0,0-1,-1 1,0 0,0 0,0 0,0 0,-1 0,0 0,-1 0,1 0,-1 0,0 0,0 0,-1 0,0-1,0 1,0 0,-1-1,0 0,0 1,0-1,0 0,-1-1,0 1,0-1,0 1,-5 2,-60 28,77-31,205-3,-155-2</inkml:trace>
  <inkml:trace contextRef="#ctx0" brushRef="#br0" timeOffset="3189.035">1110 312,'0'0,"2"6,4 13,4 15,1 16,0 13,-2 10,0 7,-1 4,1-3,2-4,-1-16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6:07.45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370 596,'3'-8,"4"-13,1 1,1 0,0 1,2 0,0 0,1 1,1 0,1 1,0 1,1 0,1 1,1 1,11-8,-23 18,1 1,-1 0,1 1,0-1,-1 1,1 0,0 1,1-1,-1 1,0 0,0 1,0 0,1 0,-1 0,0 0,0 1,0 0,0 1,0-1,0 1,0 0,0 1,0-1,-1 1,1 0,-1 1,4 2,8 10,0 1,-2 0,0 1,0 1,-2 0,-1 0,8 16,-1-2,-16-29,77 112,-74-108,1 0,1 0,-1-1,1 0,1-1,-1 0,1 0,0-1,0 0,1-1,-1 1,5-1,-9-2,1-1,-1 0,1 0,0-1,-1 1,1-1,0-1,-1 1,1-1,-1 0,1 0,0 0,-1-1,0 0,1 0,-1-1,0 1,0-1,-1 0,1 0,0-1,1-1,1-2,0 0,0-1,-1 0,0 0,0 0,-1 0,0-1,-1 0,1 0,-2 0,1-1,0-4,-1 2,0 0,-1 0,-1 0,0 0,0 0,-1-1,0 1,-1 0,-1 0,0 0,-1 0,0 0,0 0,-2 1,1-1,-1 1,-1 0,0 1,-1-1,0 1,0 0,-1 1,0 0,-1 0,0 1,0 0,-1 1,-5-4,12 9,0 0,-1 0,1 0,-1 0,1 0,-1 1,0-1,1 1,-1 0,0 1,0-1,0 0,0 1,0 0,0 0,0 0,0 1,0-1,0 1,1 0,-1 0,0 0,0 1,1-1,-1 1,1 0,-1 0,1 0,0 0,-1 1,0 4,0 0,1-1,0 1,0 1,0-1,1 0,0 1,1-1,0 1,0-1,0 1,1 0,0-1,1 7,-1-14,4 95,4-1,6 6,-12-77,26 165,-14-105</inkml:trace>
  <inkml:trace contextRef="#ctx0" brushRef="#br0" timeOffset="587.451">332 1,'0'0,"0"1,-16 26,-1 0,-1-1,-20 20,22-25,-37 42,-3-3,-25 19,78-76,0-1,1-1,0 1,0 0,-1-1,1 1,0 0,1 0,-1 0,0 0,1 1,-1-1,1 0,-1 1,1-1,0 1,0-1,0 1,1 0,-1-1,1 1,-1 0,1-1,0 1,0 0,0 0,0-1,1 1,-1 2,5 4,1 0,-1-1,1 0,1 0,0 0,0-1,0 0,2 1,7 8,418 429,-294-305,-82-85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6:06.44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0,'27'5,"71"5,76-3,57 4,-228-11,-5 0</inkml:trace>
  <inkml:trace contextRef="#ctx0" brushRef="#br0" timeOffset="266.312">129 144,'0'0,"0"0,-3 3,-5 6,-1 4,3 4,7 1,13-3,14-4,15-4,13-6,13-4,9-5,-7-1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6:08.4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0 618,'0'0,"0"0,0 0,1 10,1 17,3 23,3 24,4 22,2 21,5 17,4 15,2 10,1 2,-4-27</inkml:trace>
  <inkml:trace contextRef="#ctx0" brushRef="#br0" timeOffset="6058.873">496 50</inkml:trace>
  <inkml:trace contextRef="#ctx0" brushRef="#br0" timeOffset="6659.819">496 50,'-12'-7,"1"1,0 0,0 0,-1 1,0 0,0 1,0 1,-1 0,-10-1,22 4,-1 0,1 0,-1 0,1 0,-1 0,1 0,-1 0,1 1,-1-1,1 1,-1-1,1 1,0 0,-1-1,1 1,0 0,0 0,-1 0,1 0,0 0,0 0,0 0,0 0,0 1,1-1,-1 0,0 1,0-1,1 0,-1 1,1-1,-1 1,1-1,0 1,0-1,-1 2,4 56,-2-57,59 293,-30-66,-11 1,-10 1,-10 5,1-224,18 594,-15-567,1 0,2 0,2-1,1 0,2-1,14 32,-24-66,0 0,0 0,1 0,-1 0,0 0,1 0,0-1,0 1,0-1,0 1,0-1,0 0,0 0,1 0,-1 0,1 0,0 0,0-1,-1 1,1-1,0 0,0 0,0 0,1 0,62-13,-49 8,22-7,-2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6:18.41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1,'0'0,"1"6,1 12,1 15,3 15,2 17,3 13,1 12,1 10,-2 5,0-1,-3-18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6:17.61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 26,'0'0,"-1"8,1 15,0 15,1 14,1 9,1 6,1-1,2-3,0-6,0-14</inkml:trace>
  <inkml:trace contextRef="#ctx0" brushRef="#br0" timeOffset="476.24">205 1,'0'0,"1"0,161 132,92 100,-249-227,31 37,-35-41,0 1,0 0,-1-1,1 1,0-1,-1 1,1 0,-1-1,1 1,-1 0,0 0,0-1,0 1,0 0,0 0,0 0,0-1,-1 1,1 0,0-1,-1 1,0 0,1-1,-1 1,0 0,0-1,0 1,-1 0,-6 7,-1 0,-1-1,1 0,-1-1,-1 0,0-1,-19 15,-5 6,2 2,1 1,2 1,-12 17,-20 21,36-42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6:16.50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256 0,'0'0,"0"0,0 2,-3 229,10 4,8-17,-12-183</inkml:trace>
  <inkml:trace contextRef="#ctx0" brushRef="#br0" timeOffset="282.756">1 865,'0'0,"0"0,0 0,0 0,0 0,7 1,11 4,15 1,13 1,11 0,7 0,6-2,1-3,-1-1,-5-2,-7-2,-15-1</inkml:trace>
  <inkml:trace contextRef="#ctx0" brushRef="#br0" timeOffset="710.638">244 955,'9'17,"46"63,12 20,-64-95,-1 0,1 1,-1-1,0 1,-1-1,1 1,-1 0,0 0,-1 0,1-1,-1 1,-1 0,1 0,-1 0,1-1,-2 1,1 0,-1-1,0 1,0-1,0 1,-1-1,0 0,0 0,0 0,0 0,-1-1,0 1,-2 0,-10 8,-1 0,-1-2,0 0,-1-1,1-1,-2-1,1-1,-1 0,-2-1,19-5,-11 4,28 1,187-4,-139-4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6:20.93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5,'0'0,"0"0,0 0,0 0,0 0,1 0,193 19,-29-14,74-12,-237-6,1 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6:21.41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32 1,'0'0,"0"0,3 17,-1-1,-1 1,-1 0,0-1,-1 1,0-1,-2 1,0-1,-1 0,0 0,-3 5,-7 48,14-66,0 0,0 0,1 0,-1 0,1-1,0 1,0 0,0 0,0 0,0-1,0 1,1-1,0 1,-1-1,1 1,0-1,0 0,0 0,0 0,0 0,1 0,1 0,1 1,0 0,0-1,0 0,1 0,-1 0,1-1,-1 0,1 0,-1 0,1-1,0 1,-1-2,1 1,0 0,-1-1,1 0,-1-1,1 1,-1-1,6-2,21-10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6:21.68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47 26,'0'0,"-4"-2,-4-2,-4-3,0 1,4 1,5 3,5 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6:2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0,'65'5,"418"15,-454-19,-10 1,-1-2,0 0,0-1,0 0,0-1,16-5,-16-1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6:22.50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0,'4'5,"57"44,-46-38,0 0,-1 1,0 0,-1 1,-1 1,0 0,0 2,-9-11,0-1,-1 1,0 0,0 0,0 1,-1-1,0 0,0 0,0 1,0-1,-1 1,0-1,0 0,-1 1,1-1,-1 1,0-1,-1 0,1 0,-1 1,0-1,0 0,-1-1,1 1,-1 0,0-1,-1 0,1 1,-1-1,-12 13,0 0,0-2,-2 0,0-1,-15 9,33-23,1 0,-1 0,1 0,-1 0,1 1,-1-1,0 0,1 0,-1 0,1 0,-1 1,0-1,1 0,-1 0,0 1,1-1,-1 0,0 1,0-1,1 0,-1 1,0-1,0 0,1 1,-1-1,0 1,0-1,0 0,0 1,0-1,0 1,0-1,0 1,0-1,0 1,0-1,0 0,0 1,0-1,0 1,0-1,0 0,0 1,0-1,-1 1,1-1,0 0,0 1,-1-1,1 0,0 1,0-1,-1 0,1 1,0-1,-1 0,1 0,0 1,-1-1,1 0,-1 0,1 0,0 1,-1-1,1 0,-1 0,95 10,-74-10,177 1,-135-3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6:27.48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128 13,'-33'-5,"30"4,0 0,0 1,0-1,0 1,0-1,0 1,0 0,0 0,-1 0,1 1,0-1,0 1,0 0,0 0,0 0,0 0,0 0,0 0,1 1,-1 0,0-1,1 1,-1 0,1 0,0 1,0-1,0 0,0 1,0 0,-2 8,2 0,0 0,0 0,1 0,0 1,1-1,0 0,1 1,1 6,0-2,34 312,51 649,-85-950,25 177,-27-203,0 0,0 0,-1 0,1 0,0 0,1 0,-1 0,0 0,0 0,0 0,1 0,-1 0,0 0,1 0,-1 0,1 0,-1 0,1 0,-1 0,1-1,0 1,-1 0,1 0,0-1,0 1,-1 0,1-1,0 1,0-1,0 1,0-1,0 1,0-1,0 0,0 0,0 1,0-1,0 0,0 0,0 0,0 0,0 0,0 0,0 0,0-1,0 1,0 0,0 0,1-1,108-56,-16 21,-45 20</inkml:trace>
  <inkml:trace contextRef="#ctx0" brushRef="#br0" timeOffset="1043.213">993 284,'0'0,"-9"0,0 0,0 1,0 0,0 1,0 0,1 0,-1 1,1 0,-5 2,10-3,-1 0,1 0,-1 0,1 0,0 1,0-1,0 1,0 0,1 0,-1 0,1 1,-1-1,1 0,0 1,1-1,-1 1,0 0,1 0,0-1,0 1,0 0,1 1,-1 0,1 1,0 0,1-1,-1 1,1-1,0 1,0-1,1 1,0-1,0 0,0 0,0 0,1 0,0 0,0 0,0-1,1 1,1 1,4 3,0 0,0 0,1-1,0-1,0 1,1-1,8 3,-11-6,0 0,0-1,0 0,1-1,-1 0,1 0,0 0,-1-1,1-1,2 0,-8 0,0 0,0 0,1 0,-1-1,0 1,0-1,0 0,0 0,0 0,-1 0,1-1,0 1,0-1,-1 0,1 0,-1 1,1-2,-1 1,0 0,0 0,0-1,0 1,0-1,-1 0,1 1,-1-1,0 0,0 0,1-3,-1-4,-1 0,0 0,0 0,-1 0,-1 0,1 0,-2 0,1 0,-1 0,-1 1,0-1,0 1,-1 0,0 1,-1-1,1 1,-2 0,-2-3,-105-117,112 126,0 0,0 0,0 0,0 0,1 0,-1 0,1 0,-1-1,1 1,0 0,0-1,0 1,0-1,0 1,1-1,-1 0,1 1,0-1,0 0,0 1,0-1,0 0,0 0,7-9</inkml:trace>
  <inkml:trace contextRef="#ctx0" brushRef="#br0" timeOffset="1421.233">1109 104,'0'0,"0"0,0 1,344 221,-338-218,-2-2,-1-1,0 1,0-1,0 1,0 0,0 0,-1 1,1-1,-1 0,1 1,-1 0,0-1,0 1,0 0,0 0,0 0,-1 0,1 1,-1-1,0 0,0 1,0-1,-1 0,1 1,-1-1,0 2,-3 5,-1-1,-1 0,0 1,0-2,-1 1,0-1,0 0,-3 2,-7 11,-119 171,86-140,27-37</inkml:trace>
  <inkml:trace contextRef="#ctx0" brushRef="#br0" timeOffset="1689.516">612 64,'0'0,"0"5,-1 8,-2 12,-1 12,0 12,1 10,1 10,3 5,1 4,1 0,0-15</inkml:trace>
  <inkml:trace contextRef="#ctx0" brushRef="#br0" timeOffset="2099.953">1782 401,'0'0,"0"0,0 0,5 1,10 4,11 3,12 3,9 2,9 0,4 0,1-2,-2-5,-3-7,-11-2</inkml:trace>
  <inkml:trace contextRef="#ctx0" brushRef="#br0" timeOffset="2351.33">2127 311,'0'0,"-3"5,-4 9,-4 11,-1 11,0 7,1 5,3 0,6-3,6-6,4-10</inkml:trace>
  <inkml:trace contextRef="#ctx0" brushRef="#br0" timeOffset="2620.147">2725 168,'0'0,"0"0,0 0,0 0,0 5,0 11,0 11,1 13,2 7,3 6,2 1,3-4,3-9,-2-11</inkml:trace>
  <inkml:trace contextRef="#ctx0" brushRef="#br0" timeOffset="3050.001">2840 64,'66'37,"-2"4,-1 2,33 33,-74-59,116 94,-137-110,1-1,-1 1,0 0,0 0,0 0,0 0,0 0,0 0,0 0,0 1,-1-1,1 0,0 0,-1 1,1-1,0 0,-1 1,0-1,1 0,-1 1,0-1,0 1,0-1,0 1,0-1,0 0,0 1,0-1,-1 1,1-1,0 0,-1 1,1-1,-1 0,0 1,-3 2,-1 0,1 0,-1 0,0-1,-1 1,1-1,-1 0,1-1,-5 2,-4 2,-27 15,2 0,0 3,1 1,-10 11,-95 75,119-97</inkml:trace>
  <inkml:trace contextRef="#ctx0" brushRef="#br0" timeOffset="3304.322">2407 1,'0'0,"0"0,0 0,2 7,1 14,2 18,2 17,3 15,0 9,4 5,1 3,-2-12</inkml:trace>
  <inkml:trace contextRef="#ctx0" brushRef="#br0" timeOffset="4015.422">764 944,'-10'4,"-14"6,36-10,223-30,278 3,607-22,-976 44,-75 3,65-2,0-6,45-12,-164 20,0-1,0-1,0 0,-1-1,0 0,1-1,-2-1,6-3,3-7</inkml:trace>
  <inkml:trace contextRef="#ctx0" brushRef="#br0" timeOffset="5326.434">1757 1150,'3'9,"28"120,12 121,-35-202,20 121,-28-168,0 0,1 0,-1 1,0-1,1 0,-1 0,0 0,0 0,0 0,0 0,0 0,0 0,0 0,-1 1,1-1,0 0,0 0,-1 0,1 0,-1 0,1 0,-1 0,1 0,-1-1,0 1,1 0,-1 0,0 0,0-1,0 1,0 0,0-1,1 1,-1 0,0-1,0 1,0-1,0 0,-1 1,1-1,0 0,0 0,0 0,-1 1,-5-4,0 0,-1 0,1 0,1-1,-1 0,0-1,1 1,0-1,-1-2,-8-5,-185-149,156 112,43 48,1 0,-1 0,1-1,-1 1,1 0,-1-1,1 1,0 0,0-1,0 1,0-1,0 1,0 0,0-1,0 1,0 0,1-1,-1 1,1 0,-1-1,1 1,-1 0,1 0,0-1,-1 1,1 0,0-1,13-12</inkml:trace>
  <inkml:trace contextRef="#ctx0" brushRef="#br0" timeOffset="5608.236">1720 1164,'0'0,"0"0,0 0,0 0,7 0,13 2,15 2,15 3,11 3,6 0,2 0,1-1,-3-1,-13-2</inkml:trace>
  <inkml:trace contextRef="#ctx0" brushRef="#br0" timeOffset="5986.746">2177 1280,'17'26,"-1"0,-1 1,-2 0,0 1,2 12,-13-35,0 0,0 0,0 1,0-1,-1 1,0-1,0 1,-1-1,1 1,-1-1,0 1,-1-1,1 1,-1-1,0 1,-1-1,1 1,-1-1,0 0,0 0,-1 0,0 0,0 0,-2 3,-2-3,1 0,-1-1,0 0,0-1,0 1,-1-1,1 0,-1-1,0 0,0 0,-2 0,-37 11,46-13,1 0,-1 0,1 0,0 0,-1 0,1 0,-1 1,1-1,-1 0,1 0,0 0,-1 1,1-1,-1 0,1 1,0-1,-1 0,1 1,0-1,0 0,-1 1,1-1,0 1,0-1,-1 0,1 1,0-1,0 1,0-1,0 1,0-1,0 1,0-1,0 0,0 1,0-1,0 1,0-1,0 1,0-1,0 1,0-1,0 1,1-1,-1 0,0 1,0-1,19 17,8-2,1 0,0-2,1-2,0 0,1-2,6 0,110 15,-79-20</inkml:trace>
  <inkml:trace contextRef="#ctx0" brushRef="#br0" timeOffset="7014.663">3463 129,'3'-4,"-1"-3,1 1,0-1,1 1,-1 0,1 0,1 0,-1 0,1 1,0-1,0 1,0 1,1-1,0 1,0 0,0 0,0 0,1 1,6-2,-11 4,1 1,0 0,-1 1,1-1,-1 0,1 1,0-1,-1 1,1 0,-1 0,0 0,1 0,-1 0,0 1,0-1,1 1,-1-1,0 1,-1 0,1-1,0 1,0 0,-1 1,1-1,-1 0,0 0,1 1,27 67,-13 1,-2 1,-4 1,-2 0,-3 59,-4-107,21 757,-22-764,1 55,-2 0,-4-1,-3 1,-10 34,16-94,-1 0,-1-1,0 1,0-1,-2 0,1 0,-1-1,-1 1,0-2,-1 1,0-1,-1 0,0 0,0-1,-1 0,0-1,-9 6,-56 17,-1-13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6:39.47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217 8,'-10'4,"-6"4,1 0,-1 1,2 0,-1 1,1 1,1 0,0 1,1 0,-7 9,12-12,1 0,0-1,0 2,1-1,0 1,0 0,1 0,1 0,0 0,0 1,1-1,0 1,1 0,0 0,1-1,0 4,2 0,1-1,0 1,1-1,1 0,0 0,0 0,1-1,1 0,0 0,1 0,0-1,1 0,0-1,1 0,0-1,0 1,1-2,0 0,1 0,0-1,0 0,0-1,1-1,0 0,0 0,0-1,3-1,-11-1,1-1,-1 0,1-1,-1 1,1-1,-1 0,1 0,-1-1,1 0,-1 0,1 0,-1 0,0-1,1 0,-1 0,0-1,0 1,-1-1,1 0,0 0,-1-1,0 1,0-1,0 0,0 0,0-1,-1 1,0-1,0 1,1-4,0-1,-1 0,-1 0,0 0,0 0,0 0,-1-1,-1 1,0 0,0-1,-1 1,0 0,0-1,-1 1,-2-5,-2-8,-1 1,-2 0,0 0,-1 1,-7-11,-2 2,-2 0,-1 2,-1 1,-1 0,-1 2,-21-16,31 27,15 8,8 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6:38.65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77,'0'0,"1"1,17 10,0 0,1-1,1-1,-1-1,7 2,-25-10,49 19,1-3,0-2,1-2,1-2,27 1,-73-10,0 0,1 0,-1-1,0 1,0-1,0-1,0 0,0 0,0 0,0-1,0 0,0 0,-1 0,1-1,-1 0,0-1,1 1,-1-2,4-10</inkml:trace>
  <inkml:trace contextRef="#ctx0" brushRef="#br0" timeOffset="250.35">331 1,'0'0,"-4"0,-7 2,-7 3,-2 4,2 7,4 6,5 7,7 8,4 5,3 6,1 4,3 1,2-1,2-3,3-8,0-10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6:47.60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34 11,'-33'43,"33"-42,1-1,-1 1,1 0,0-1,0 1,-1 0,1-1,0 1,0-1,0 1,0-1,0 1,0-1,-1 0,1 1,0-1,0 0,0 0,0 0,0 0,0 0,0 0,0 0,0 0,0 0,0 0,0-1,0 1,1-1,0 1,236-20,-26 8,-209 12,4-1,0 0,0 0,-1 0,1-1,0 0,-1 0,0-1,1 1,0-2,-7 4,0 0,0 0,-1 0,1 0,0 0,0 0,0 0,-1 0,1 0,0 0,0 0,0 0,-1 0,1 0,0 0,0 0,0 0,-1 0,1 0,0 0,0 0,0 0,0 0,-1 0,1-1,0 1,0 0,0 0,0 0,-1 0,1 0,0-1,0 1,0 0,0 0,0 0,0 0,0-1,-1 1,1 0,0 0,0 0,0-1,0 1,0 0,0 0,0 0,0-1,0 1,0 0,0 0,0 0,0-1,0 1,0 0,1 0,-1 0,0-1,0 1,0 0,0 0,0 0,0 0,0-1,1 1,-1 0,0 0,0 0,0 0,0 0,-17-2,-6 6,1 0,0 2,0 0,0 1,1 2,0 0,1 1,0 1,-1 1,-34 20,0 2,-15 15,44-22,26-26,-1 0,1 0,0 0,-1-1,1 1,0 0,0 0,0 0,0 0,0 0,-1 0,1-1,1 1,-1 0,0 0,0 0,0 0,0 0,1 0,-1-1,0 1,1 0,-1 0,1 0,-1-1,1 1,-1 0,1 0,-1-1,1 1,0-1,-1 1,1 0,0-1,0 1,-1-1,1 0,0 1,7 2,0 1,0-2,0 1,0-1,0 0,0-1,0 0,1 0,-1-1,3 0,-5 0,338-3,-243 1,-62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7:00.98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470 0,'-5'6,"-35"32,-1-3,-2-1,-1-2,-36 19,-90 48,165-96,3-2,-1 0,1 0,0 0,0 0,-1 0,1 0,0 1,0-1,0 1,0-1,1 1,-1 0,0 0,1 0,-1 0,1 0,0 0,0 0,0 0,0 0,0 1,0-1,0 0,1 1,-1-1,1 1,-1-1,1 1,0-1,0 0,1 1,3 5,0 0,1 0,0 0,1-1,-1 0,2 0,-1 0,5 2,4 6,92 93,118 91,-206-183,0-1,1-1,0 0,1-2,1-1,0 0,1-1,-1-2,16 4,7-5</inkml:trace>
  <inkml:trace contextRef="#ctx0" brushRef="#br0" timeOffset="476.239">1017 221,'-10'3,"0"0,1 0,-1 1,1 1,-1-1,1 2,1-1,-1 1,1 0,0 1,0 0,1 0,0 1,0 0,1 0,0 0,0 1,1 0,0 0,1 1,0-1,0 1,1 0,0 0,1 0,0 0,1 1,0-1,0 7,4-1,0 1,0-1,2 0,0 0,1-1,1 1,0-2,1 1,0-1,1 0,1 0,0-1,1 0,0-1,1-1,0 0,6 4,-11-10,1 0,-1 0,1 0,0-1,0-1,1 1,-1-1,2 0,-8-2,1-1,0 1,0 0,-1-1,1 0,0 0,0 0,0 0,-1 0,1 0,0-1,0 0,-1 1,1-1,0 0,-1 0,1 0,-1-1,1 1,-1-1,1 1,-1-1,0 0,0 0,0 0,0 0,0 0,2-5,-1 0,0-1,0 1,-1-1,0 0,0 1,-1-1,0 0,0 0,-1 0,0 0,-1 0,1 1,-1-1,-1 0,0 0,-1-2,-4-21,-2 0,-2 1,-1 0,-1 1,-1 0,-2 1,0 1,-2 1,-1 0,-2 1,-10-10,21 23,13 7,11 6,6 2</inkml:trace>
  <inkml:trace contextRef="#ctx0" brushRef="#br0" timeOffset="760.505">1386 104,'0'0,"0"0,-2-1,-4-2,-4-2,-1 1,0 5,3 11,3 17,6 22,6 23,5 23,2 19,2 12,0 7,1-3,-4-22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7:03.7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0 206,'8'0,"350"-27,-345 25,-3 3,0-2,-1 1,1-1,0-1,-1 0,1 0,-1-1,0 0,0-1,0 0,0 0,0-1,-1 0,1-1,-7 5,-1-1,0 1,1-1,-1 0,0 0,0 1,0-1,0 0,0 0,0 0,-1 0,1 0,-1 0,1 0,-1 0,0 0,0-1,1 1,-2 0,1 0,0 0,0 0,-1 0,1 0,-1 0,1 0,-1 0,0 0,0 0,0 0,-1 0,-1-3,0 0,0 1,-1 0,0 0,0 0,0 0,0 1,-1 0,1 0,-1 0,-3-2,-1 1,-1-1,-1 2,1-1,0 1,-1 1,0 0,1 0,-1 1,0 0,0 1,0 1,-2 0,10-1,-1 1,1 0,0 0,0 0,-1 0,1 1,0-1,0 1,1 0,-1 0,0 0,0 0,1 1,0-1,-1 1,1-1,0 1,0 0,0 0,0 0,1 0,-1 1,-20 74,22-76,-6 28,2 2,0-1,2 0,2 1,1-1,1 1,2 3,4 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7:04.63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51 33,'0'0,"0"0,-4-2,-6-2,-3-3,0 0,4 1,7 1,11 3,10 3,2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7:07.80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13 1,'0'0,"-2"4,-1 10,-2 14,3 19,4 20,4 20,5 19,4 16,5 10,-1-15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7:04.3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129 0,'-1'4,"-75"211,74-209,1 1,-1-1,1 1,0 0,1 0,-1 0,1-1,1 1,-1 0,1 0,1-1,-1 1,1 0,0-1,0 1,1-1,0 0,0 0,0 0,1 0,0 0,1 0,0 0,0 0,1-1,0 1,0-1,0 0,0-1,1 1,0-1,0-1,0 1,0-1,0-1,1 1,-1-1,1 0,0-1,0 0,0 0,-1-1,1 0,0 0,0 0,0-1,6-2,26-17,-5-5</inkml:trace>
  <inkml:trace contextRef="#ctx0" brushRef="#br0" timeOffset="595.939">0 608,'8'2,"27"8,1-3,0 0,0-3,14 0,-26-1,416 28,-424-30,84-3,-85-3,-7 0</inkml:trace>
  <inkml:trace contextRef="#ctx0" brushRef="#br0" timeOffset="974.951">256 893,'4'35,"2"-22,0 0,2 0,-1 0,1-1,1 0,0 0,2 1,6 8,-3-4,-1 0,-1 1,-1 0,-1 1,2 5,-9-18,-1 0,0 0,0 0,-1 0,0 0,0 0,0 0,-1 1,1-1,-1 0,-1 0,1 0,-1 1,-1-1,1 0,-1 0,0 0,0-1,0 1,-2 2,-5 4,0 0,0-1,-1 0,-1-1,0 0,0 0,-1-1,0-1,-5 3,-21 16,36-26,-16 16,17-16,1-1,0 0,-1 1,1-1,0 0,0 1,-1-1,1 1,0-1,0 1,0-1,0 0,0 1,0-1,0 1,-1-1,1 1,0-1,1 1,-1-1,0 1,0-1,0 0,0 1,0-1,0 1,0-1,1 1,-1-1,0 0,0 1,1-1,-1 1,0-1,1 0,-1 1,0-1,1 0,-1 0,0 1,1-1,-1 0,1 0,-1 1,0-1,1 0,-1 0,1 0,-1 0,65 10,-16-9,0 0</inkml:trace>
  <inkml:trace contextRef="#ctx0" brushRef="#br0" timeOffset="2727.288">1415 362,'-13'-3,"-44"-5,55 10,1-1,-1 1,1-1,-1 1,1-1,-1 1,1 0,0 0,0 0,-1 0,2 0,-1 0,0 0,0 0,1 0,-1 0,1 1,-1-1,1 0,0 0,0 1,0-1,0 0,1 0,-1 0,0 1,1-1,0 2,0 0,37 224,-34-210,27 111,-25-115</inkml:trace>
  <inkml:trace contextRef="#ctx0" brushRef="#br0" timeOffset="3155.173">1172 156,'0'0,"0"1,-36 51,-1-2,-3-1,-2-3,-28 24,69-69,-3 1,1 1,-1 0,0 0,1 1,-1-1,1 1,0-1,0 1,1 0,-1 0,1 0,0 1,0-1,0 1,0-1,1 1,0-1,0 1,0 0,1 0,-1-1,1 1,0 0,1 0,-1-1,1 1,0 1,5 5,0-1,1 1,0-2,1 1,0-1,1 0,0-1,2 2,-3-2,73 64,3-2,37 19,13-10,-75-51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7:09.51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59 78,'-14'-1,"-31"-2,108 14,-1-3,6-2,-48-5,34 5,0-4,0-1,0-3,10-4,-27 0</inkml:trace>
  <inkml:trace contextRef="#ctx0" brushRef="#br0" timeOffset="206.476">466 0,'0'0,"-6"3,-8 6,-7 5,-6 4,-1 5,1 4,3 4,3 4,5 4,4 3,5 3,6-1,6-4,6-6,2-10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6:50.22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458 808,'4'-4,"64"-56,-67 60,0-1,0 0,0 1,0-1,0 1,1-1,-1 1,0-1,0 1,0 0,1 0,-1-1,0 1,0 0,1 0,-1 0,0 1,0-1,1 0,-1 0,0 1,0-1,0 0,1 1,-1 0,0-1,0 1,0-1,0 1,0 0,0 0,0 0,0 0,0-1,-1 1,1 0,0 0,-1 1,1-1,0 0,-1 0,1 0,-1 0,0 0,1 1,-1-1,0 0,0 0,0 1,6 18,-2 0,0 0,-1 0,-1 1,-1 10,0-2,28 264,-22-248</inkml:trace>
  <inkml:trace contextRef="#ctx0" brushRef="#br0" timeOffset="298.203">433 1364,'0'0,"3"7,4 9,12 9,11 6,13 2,12-1,10-4,6-5,6-6,0-5,-13-4</inkml:trace>
  <inkml:trace contextRef="#ctx0" brushRef="#br0" timeOffset="706.638">713 1661,'0'6,"3"5,0 0,0 0,1 0,0 0,1-1,1 1,-1-1,1 0,2 1,6 12,-3-5,-1 1,-1 0,0 0,-2 1,2 7,-7-20,0 0,-1 0,0 0,0-1,-1 1,0 0,0 0,-1 0,0 0,0 0,0 0,-1-1,0 1,0-1,-1 1,0-1,0 0,-2 2,-2 2,0-1,-2-1,1 1,-1-2,0 1,0-1,-1 0,0-1,0 0,-9 3,-23 15,42-24,-1 0,0 0,1 0,-1 0,0 0,1 0,-1 1,0-1,1 0,-1 1,0-1,1 0,-1 1,1-1,-1 1,1-1,-1 1,1-1,-1 1,1-1,-1 1,1 0,0-1,-1 1,1-1,0 1,0 0,-1 0,1-1,0 1,0 0,0-1,0 1,0 0,0-1,0 1,0 0,0 0,0-1,0 1,1 0,-1-1,0 1,0 0,1-1,-1 1,0 0,1-1,-1 1,1-1,-1 1,0-1,1 1,0-1,-1 1,1-1,-1 1,1-1,-1 0,1 1,0-1,-1 0,1 0,0 1,-1-1,1 0,0 0,0 0,0 0,18 6,0-1,1-1,-1 0,18 0,-10-1,31 4</inkml:trace>
  <inkml:trace contextRef="#ctx0" brushRef="#br0" timeOffset="24230.326">140 162,'2'-6,"0"0,-1-1,1 1,-1-1,-1 0,1 1,-1-1,0 1,0-1,-1 0,0 1,0-1,-1 1,0-1,0 1,0 0,-1 0,0 0,0 0,0 0,-1 1,0-1,-3-2,6 7,-1 0,1 0,0 0,0 0,-1 1,1-1,0 0,-1 1,1 0,-1-1,1 1,-1 0,1-1,-1 1,1 0,-1 0,1 0,0 1,-1-1,1 0,-1 0,1 1,-1-1,1 1,0-1,-1 1,1 0,0-1,-1 1,1 0,-1 1,-28 38,22-17,1 0,1 0,1 1,1 0,1 0,1 0,1 0,1 0,2 2,33 506,-17-321,39 693,-48-805,5-1,24 86,-9-107,-29-76,0 0,0 0,1 0,-1 0,0 0,1-1,-1 1,1 0,-1 0,1-1,-1 1,1 0,0-1,-1 1,1 0,0-1,0 1,-1-1,1 1,0-1,0 0,0 1,-1-1,1 0,0 0,0 1,0-1,0 0,0 0,0 0,0 0,0 0,-1 0,1 0,0 0,0-1,0 1,0 0,0 0,0-1,-1 1,2-1,16-20,-2-7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7:10.04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140 1,'0'0,"0"6,2 10,4 13,3 11,4 11,2 9,1 6,-1 5,-2-1,-3-13</inkml:trace>
  <inkml:trace contextRef="#ctx0" brushRef="#br0" timeOffset="313.674">0 750,'0'0,"5"2,11 3,14 3,14 1,14-1,13-1,9-4,6-2,1-1,-2 0,-6-1,-8 0,-7-2,-9-2,-14 0</inkml:trace>
  <inkml:trace contextRef="#ctx0" brushRef="#br0" timeOffset="712.61">432 957,'0'2,"-4"103,4-1,5 1,5-1,4-1,16 56,3 3,-33-157,1-2,0 0,-1 0,1 0,-1 0,0 0,0 0,0 0,0 0,-1 0,1 0,-1 0,0 0,0 2,0-5,0 1,0-1,0 0,0 1,0-1,0 0,0 1,0-1,0 0,0 0,0 0,0 0,0 0,0 0,0 0,0 0,0 0,0-1,0 1,0 0,0-1,0 1,0 0,0-1,0 0,0 1,0-1,0 1,1-1,-1 0,-1 0,2 0,-29-20,0-1,2-2,-10-11,6 6,-105-99,101 95</inkml:trace>
  <inkml:trace contextRef="#ctx0" brushRef="#br0" timeOffset="1040.275">395 1047,'0'0,"0"0,0 0,0 0,7-1,14-4,18-2,14 0,13-1,5 4,1 3,-12 2</inkml:trace>
  <inkml:trace contextRef="#ctx0" brushRef="#br0" timeOffset="1421.259">725 1202,'1'2,"28"52,3 3,-3 2,20 57,-46-107,0-1,-1 1,0-1,-1 1,0 0,0-1,-1 10,0-15,0 0,-1 0,1 0,-1 0,0 0,0 0,0 0,0 0,0 0,-1 0,1-1,-1 1,0-1,0 1,0-1,0 1,0-1,-1 0,1 0,-1 0,1 0,-1-1,-1 1,-2 1,0 0,0-1,0 0,-1 0,1-1,-1 1,1-1,-1-1,1 1,-2-1,28-5,213-7,-156 7</inkml:trace>
  <inkml:trace contextRef="#ctx0" brushRef="#br0" timeOffset="1974.312">1706 762,'28'7,"-4"-1,1 1,-1 0,-1 2,1 1,-1 1,-1 1,16 12,-34-22,-1 0,0 0,0 0,0 1,0-1,0 1,0 0,-1 0,1 0,-1 0,0 0,0 0,0 1,0-1,-1 1,1-1,-1 1,0 0,0-1,0 1,0 0,-1 0,0 0,0 0,0 0,0-1,0 1,-1 0,0 0,0 0,0 0,-4 4,0-1,-1 0,0 0,0 0,-1-1,0 0,0 0,0-1,-1 0,0 0,-7 3,-12 9,25-17,1 0,0 1,0-1,0 1,-1 0,1-1,0 1,0 0,0 0,0-1,0 1,0 0,1 0,-1 0,0 0,0 0,0 0,1 1,-1-1,1 0,-1 0,1 0,-1 1,1-1,0 0,0 0,0 1,-1-1,1 0,0 1,0-1,1 0,-1 1,0-1,0 0,1 0,-1 1,1-1,4 4,0 0,0-1,0 1,1-1,0-1,0 1,0-1,0 0,0 0,1-1,-1 0,4 1,-2 0,30 10,1-2,1-2,-1-1,1-2,39 1,-31-6</inkml:trace>
  <inkml:trace contextRef="#ctx0" brushRef="#br0" timeOffset="2432.117">1413 413,'-1'17,"-1"-1,0 1,-1-1,-1 0,-1 0,0 0,-1 0,-1-1,0 0,-1 0,-1-1,0 0,0-1,-2 0,0 0,0-1,-1 0,-1-1,0-1,0 0,-1 0,-3 0,-41 27,56-36,1 0,0-1,-1 1,1 0,0 0,0 0,0 0,0 0,0 0,0 0,0 1,0-1,0 0,0 1,1-1,-1 0,0 1,1-1,-1 1,1-1,0 1,-1-1,1 1,0-1,0 1,0-1,0 1,0-1,0 1,1-1,-1 1,0-1,1 1,-1-1,1 0,0 1,-1-1,1 1,0-1,0 0,0 0,0 1,10 12,1-1,0 0,1-1,0-1,1 0,14 9,-10-7,107 76,4-6,138 65,-185-109</inkml:trace>
  <inkml:trace contextRef="#ctx0" brushRef="#br0" timeOffset="2714.876">2444 426,'0'0,"0"0,0 0,-1 6,-2 14,1 19,2 26,3 29,5 29,3 31,7 26,5 20,0-22</inkml:trace>
  <inkml:trace contextRef="#ctx0" brushRef="#br0" timeOffset="7072.773">2662 180,'16'7,"-4"-3,-1 1,0 0,0 0,0 1,-1 0,0 1,0 0,0 1,-1 0,0 1,-1-1,0 2,0-1,-1 1,-1 0,3 5,6 26,-2 0,-1 0,-3 1,0 6,-5-27,67 371,-12 53,-51-384,-3 0,-3 0,-2 0,-3-1,-3 1,-10 45,11-87,-1-1,-1 1,0-1,-2 0,0-1,-5 7,-19 22</inkml:trace>
  <inkml:trace contextRef="#ctx0" brushRef="#br0" timeOffset="11462.568">3335 233,'-7'-3,"-1"0,0 0,1 0,-1 1,0 1,0-1,-1 1,1 0,-4 1,8 0,1 0,0 1,0-1,0 1,-1 0,1 0,0 0,0 0,0 1,0-1,1 1,-1-1,0 1,1 0,-1 0,1 1,-1-1,1 0,0 1,0-1,0 1,0 0,1 0,-1 0,0 0,-2 10,0 1,1-1,1 1,0 0,0-1,1 1,1 0,1 0,0 0,2 11,9 56,4-1,25 78,-11-48,30 143,24 258,-81-489,3 34,2-1,3 0,12 35,-22-88,-1 0,0 0,0 0,1 1,-1-1,0 0,1 0,0 0,-1 0,1 0,0 0,0-1,0 1,1 0,-1 0,0-1,1 1,-1 0,1-1,-1 0,1 1,0-1,-1 0,1 0,0 0,0 0,0 0,0 0,0 0,0-1,0 1,0-1,0 0,0 1,0-1,2 0,101-51,-71 34</inkml:trace>
  <inkml:trace contextRef="#ctx0" brushRef="#br0" timeOffset="11916.895">3985 401,'0'0,"0"1,53 522,-33-325,-20-172</inkml:trace>
  <inkml:trace contextRef="#ctx0" brushRef="#br0" timeOffset="12154.26">3807 1099,'0'0,"0"0,0 0,0 0,6 2,12 3,16 3,15 1,11-1,10-2,6-3,3-3,-2-2,-4-2,-8 0,-10 1,-16 0</inkml:trace>
  <inkml:trace contextRef="#ctx0" brushRef="#br0" timeOffset="12595.59">4023 1331,'-4'12,"4"-8,1 1,0-1,0 0,0 1,0-1,1 0,-1 1,1-1,1 0,-1 0,0 0,1-1,0 1,0-1,0 1,0-1,0 0,1 0,-1 0,1-1,0 1,0-1,0 0,4 1,54 32,-43-26,-1 2,0-1,0 2,-1 1,6 5,-22-17,1 1,0-1,-1 1,1-1,-1 1,1 0,-1-1,0 1,0 0,0 0,0 0,0 0,0 0,0 0,0 0,-1 0,1 0,-1 1,0-1,0 0,0 0,0 0,0 1,0-1,0 0,-1 0,1 0,-1 0,0 0,1 0,-1 0,-1 2,-6 5,1 0,-2-1,1 0,-1 0,0-1,-1-1,0 1,0-1,0-1,-7 3,8-3,-70 40,79-45,-1 1,1 0,-1-1,1 1,-1 0,1-1,-1 1,1 0,-1 0,1 0,0-1,0 1,-1 0,1 0,0 0,0 0,0 0,0-1,0 1,0 0,0 0,0 0,0 0,1 0,-1-1,0 1,1 0,-1 0,0 0,1-1,-1 1,1 0,-1 0,1-1,-1 1,1-1,-1 1,1 0,0-1,-1 1,1-1,0 1,0-1,-1 0,1 1,0-1,0 0,0 1,0-1,-1 0,1 0,0 0,0 0,0 0,0 0,0 0,0 0,21 7,0-2,0 0,0-2,23 1,-31-2,210 9,-157-10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7:24.47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1,'0'0,"0"7,0 14,2 19,2 21,3 20,4 18,2 17,2 7,-2-17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7:23.73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1 142,'0'0,"0"8,0 14,1 16,1 13,2 10,1 5,3 2,3-1,2-7,2-8,1-11,2-14,-3-11</inkml:trace>
  <inkml:trace contextRef="#ctx0" brushRef="#br0" timeOffset="441.364">192 0,'15'41,"10"9,3-1,2-1,2-2,1-1,29 28,1-6,43 34,-103-97,-1-4,-1 1,0 0,0 0,-1 0,1 0,0 0,0 0,0 0,-1 0,1 1,0-1,-1 0,1 0,-1 1,0-1,1 0,-1 0,0 1,0-1,0 0,0 1,0-1,0 0,0 1,0-1,0 0,-1 1,1-1,-1 0,1 1,-1-1,1 0,-1 0,0 0,1 0,-1 1,0-1,-91 98,27-26,4 3,-11 21,38-48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7:30.85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930 3976,'-5'8,"4"-6,0-1,0 1,1 0,-1-1,1 1,-1-1,1 1,0 0,-1-1,1 1,0 0,0-1,0 1,0 0,1-1,-1 1,0 0,1-1,-1 1,1 0,-1-1,1 1,0-1,0 1,0-1,0 1,33 36,-24-28,-5-5,11 10,-2 0,0 1,-1 1,7 10,-17-22,-1-1,1 1,-1 0,0 0,0 0,0 0,-1 0,0 0,0 1,0-1,0 0,-1 1,0-1,0 0,-1 1,1-1,-1 0,0 1,-1-1,0 3,-3 1,1-1,-1 0,-1-1,1 1,-1-1,-1 0,1 0,-1-1,0 0,-1 0,1-1,-1 0,0 0,-2 0,2-1,20-8,182-29,-142 21,-5 0</inkml:trace>
  <inkml:trace contextRef="#ctx0" brushRef="#br0" timeOffset="412.895">1375 3924,'-3'3,"-2"3,1 0,-1 0,1 1,1 0,-1 0,1 0,0 0,0 0,1 1,0-1,1 1,-1-1,2 1,-1 7,8 109,6-54,2 0,11 22,-3-8,-20-74,-1-5,0 0,-1 0,0 0,0 0,0 0,0 1,-1-1,0 0,0 0,-1 1,1-1,-1 0,0 1,0-5,1 0,0 0,-1-1,1 1,-1 0,0-1,1 1,-1 0,1-1,-1 1,0-1,0 1,1-1,-1 1,0-1,0 1,0-1,1 0,-1 1,0-1,0 0,0 0,0 0,0 0,1 0,-1 0,0 0,0 0,0 0,0 0,0 0,0 0,1-1,-1 1,0 0,0-1,0 1,1-1,-1 1,0-1,-32-20,24 13,0 0,0 0,1-1,0 0,0 0,1-1,0 0,1 0,0-1,1 0,0 0,0 0,2 0,-1-1,1 0,1 1,0-5,1-16</inkml:trace>
  <inkml:trace contextRef="#ctx0" brushRef="#br0" timeOffset="664.735">1338 3963,'0'0,"0"0,7-1,12-2,14-2,14 2,8 1,-6 1</inkml:trace>
  <inkml:trace contextRef="#ctx0" brushRef="#br0" timeOffset="1011.824">1490 4144,'4'5,"55"59,-41-47,-1 1,-1 0,-1 1,-1 1,3 6,-15-23,0 0,0 0,0 0,-1 0,1 0,-1 1,0-1,0 1,0-1,-1 1,1-1,-1 1,0-1,0 1,0-1,0 1,0 0,-1-1,0 1,0-1,0 1,0-1,0 0,-1 0,1 1,-1-1,-2 2,0-1,0 0,-1-1,1 1,-1-1,0 0,0-1,0 1,0-1,-1 0,-2 0,8-2,0 1,0-1,0 0,0 0,1 0,-1 0,0 0,0 0,0 0,0 0,0 0,0 1,0-1,0 0,0 0,0 0,0 0,0 0,0 0,0 1,0-1,0 0,0 0,0 0,0 0,0 0,0 0,0 1,0-1,0 0,0 0,0 0,0 0,0 0,0 0,0 1,0-1,0 0,0 0,0 0,0 0,0 0,-1 0,1 0,0 0,0 0,0 1,0-1,0 0,0 0,0 0,-1 0,1 0,0 0,0 0,0 0,0 0,0 0,13 3,105 5,-70-7</inkml:trace>
  <inkml:trace contextRef="#ctx0" brushRef="#br0" timeOffset="5290.972">5170 3239,'0'0,"0"0,0 0,0 0,0 0,0 0,3-1,7-1,8-3,4 0,0 1</inkml:trace>
  <inkml:trace contextRef="#ctx0" brushRef="#br0" timeOffset="-50750.118">0 228,'0'-6,"1"-6,0 0,0 0,1 1,1-1,0 0,0 1,1 0,1 0,0 0,0 0,1 1,1 0,-1 0,2 0,-1 1,1 0,9-7,-15 14,1 0,-1 0,1 0,-1 0,1 0,0 1,0-1,0 1,0 0,0 0,0 0,0 0,0 1,0-1,1 1,-1 0,0 0,0 0,0 0,1 0,-1 1,0-1,0 1,0 0,0 0,0 0,0 0,0 1,2 1,2 4,-1 1,0 0,-1 1,0 0,0-1,-1 2,0-1,0 0,-1 1,0 0,-1-1,0 1,-1 0,0 0,0 6,-1-14,17 159,-7 5,-3-43,48 507,-28-346,-11-113,-8 0,-9 98,0-243,-1-1,-1 1,-1-1,-1 0,-2 0,0-1,-2 0,0 0,-2-1,0 0,-2-1,-8 12,-20 14</inkml:trace>
  <inkml:trace contextRef="#ctx0" brushRef="#br0" timeOffset="-1939.973">2101 2890,'-4'5,"-8"12,1 1,0 0,1 0,1 1,1 0,0 1,2 0,0 0,1 6,2-13,1 0,1 1,0-1,1 0,1 1,0-1,1 1,0-1,1 0,0 0,1 0,1-1,0 1,6 11,-7-18,-1 1,1-1,0 0,0 0,1 0,0 0,0-1,0 0,0 0,1 0,0-1,0 1,1-1,-1-1,1 0,-1 1,1-2,0 1,0-1,0 0,1-1,2 1,-7-2,0 0,-1-1,1 1,0-1,-1 0,1 1,0-1,-1 0,1 0,-1-1,1 1,-1-1,0 1,0-1,1 0,-1 1,0-1,-1 0,1 0,0-1,0 1,-1 0,0-1,1 1,-1 0,0-1,0 0,0 1,0-1,-1 0,1 1,-1-3,2-5,-1 0,-1 0,0-1,0 1,-1 0,0 0,-1 0,-1-4,-4-11,-2 1,0-1,-2 2,-1-1,0 2,-2-1,-1 2,-11-13,17 22</inkml:trace>
  <inkml:trace contextRef="#ctx0" brushRef="#br0" timeOffset="-3773.179">27 3744,'7'0,"72"6,1-3,-1-3,1-5,39-7,-117 11,26-2,-1-2,1-1,-1-1,17-8,-10-13,-28 21</inkml:trace>
  <inkml:trace contextRef="#ctx0" brushRef="#br0" timeOffset="-2983.709">968 3032,'0'0,"-1"0,0-1,1 1,-1 0,1 0,-1 0,1-1,-1 1,1 0,-1-1,1 1,-1-1,1 1,0 0,-1-1,1 1,0-1,-1 1,1-1,0 1,-1-1,1 1,0-1,0 1,0-1,0 0,-1 1,1-1,0 1,0-1,0 0,0 1,0-1,0 1,1-1,-1 1,0-1,0 0,0 1,0-1,1 1,-1-1,0 1,1-1,-1 1,0-1,1 1,-1-1,0 1,1 0,-1-1,1 1,-1 0,1-1,-1 1,1 0,-1-1,1 1,-1 0,1 0,0 0,-1-1,1 1,-1 0,1 0,-1 0,1 0,3-1,0 0,0 0,0 1,0-1,-1 1,1 0,0 0,0 0,0 0,0 1,0 0,0 0,0 0,-1 0,1 0,0 1,-2-1,0 0,-1 0,1 0,0 0,0 0,-1 0,1 0,-1 1,1-1,-1 1,0-1,0 1,1-1,-1 1,0 0,0 0,0-1,-1 1,1 0,0 0,-1 0,1 0,-1 0,0 0,0 0,0 0,0 0,0 0,0 0,0 0,0 0,-1 0,-2 9,-1-2,-1 1,1 0,-2-1,1 0,-1 0,-1-1,-4 6,-3 4,6-8,1 1,0 0,1 0,0 1,0-1,-3 11,8-17,0-1,0 0,0 0,1 1,-1-1,1 0,0 1,0-1,1 0,-1 1,1-1,0 0,0 0,0 0,1 0,-1 0,1 0,0 0,0 0,1 0,-1-1,1 1,1 0,-1 0,1 0,-1 0,1-1,0 0,1 1,-1-2,1 1,-1 0,1-1,0 0,0 0,-1 0,2-1,-1 1,0-1,0-1,0 1,0-1,1 0,-1 0,0 0,0-1,1 1,-1-1,0-1,0 1,0-1,0 0,0 0,-1 0,1-1,-1 1,1-1,-1 0,0-1,0 1,0-1,-1 0,1 1,-1-2,0 1,0 0,0-1,15-41,-8-1</inkml:trace>
  <inkml:trace contextRef="#ctx0" brushRef="#br0" timeOffset="-2732.867">956 2787,'0'0,"-6"-4,-9-6,-8-5,-3-3,1-2,8 2,9 3,10 4,5 3</inkml:trace>
  <inkml:trace contextRef="#ctx0" brushRef="#br0" timeOffset="-2464.572">1604 2710,'-56'35,"45"-21,1-1,0 1,1 1,0 0,2 0,-1 1,2 0,0 0,1 0,0 1,2 0,0 0,1 0,0 0,1 14,1 0,0 0,3 0,0 0,2 0,1-1,1 0,2 0,1 0,2-1,0-1,2 0,1-1,1 0,2-1,0-1,2-1,0 0,18 14,13 2</inkml:trace>
  <inkml:trace contextRef="#ctx0" brushRef="#br0" timeOffset="-787.543">917 3575,'0'0</inkml:trace>
  <inkml:trace contextRef="#ctx0" brushRef="#br0" timeOffset="-490.315">891 3666,'22'4,"61"7,-1-4,1-4,0-3,16-5,-88 5,0 0,0-1,0 0,0 0,0-1,0 0,0-1,0 0,-1-1,10-4,-9-2,-7 0</inkml:trace>
  <inkml:trace contextRef="#ctx0" brushRef="#br0" timeOffset="1629.173">2356 2915,'-2'5,"-1"1,1-1,0 1,0 0,1 0,0 0,0 0,0 0,1 0,0 0,0 0,0 0,1 0,0 0,0 0,1 0,-1 0,1 0,0-1,1 1,0 0,6 13,2-2,-1 1,2-1,0-1,7 7,113 105,-59-61,-73-67,1 1,0 0,1-1,-1 1,0 0,1 0,-1-1,0 1,0 0,0 0,0 1,0-1,0 0,0 0,0 0,-1 1,1-1,0 0,-1 1,1-1,-1 0,1 1,-1-1,0 1,1-1,-1 1,0-1,0 1,0-1,0 1,-1-1,1 1,0-1,-1 1,1-1,0 0,-1 1,0-1,1 0,-1 1,0-1,0 1,-104 57,-12 10,85-49</inkml:trace>
  <inkml:trace contextRef="#ctx0" brushRef="#br0" timeOffset="1895.495">1822 2955,'0'0,"0"0,-2 4,-4 10,-1 10,-2 13,2 15,2 11,5 11,6 5,1-12</inkml:trace>
  <inkml:trace contextRef="#ctx0" brushRef="#br0" timeOffset="3203.019">2917 3136,'-2'5,"0"-3,1 0,0 0,0 1,0-1,0 1,0-1,0 1,1 0,-1-1,1 1,0-1,0 1,0 0,0-1,0 1,0 0,1-1,-1 1,1-1,0 1,0-1,0 1,0-1,0 1,0-1,1 0,-1 0,1 0,0 0,-1 0,1 0,0 0,0 0,0-1,1 1,-1-1,2 1,8 2,0 0,1-2,0 1,0-2,0 0,0 0,0-1,0-1,0 0,0-1,-1 1,135-10,17-9,-160 19,2 1,0-1,0 0,0 0,0-1,0 0,0 0,0 0,-1 0,1-1,-1 0,1 0,-1-1,4-2,-8 4,0 0,-1 0,1 0,0 0,-1 0,1 0,-1 0,1 0,-1 0,0 0,0 0,0-1,0 1,0 0,-1 0,1 0,0 0,-1 0,0 0,1 0,-1 0,0 0,0 0,0 1,-1-1,1 0,0 0,0 1,-1-1,1 1,-1 0,0-1,1 1,-1 0,0 0,0 0,0 0,1 0,-1 0,-1 0,-7-4,0 1,1 0,-2 1,1 0,0 0,-1 1,1 1,-1 0,0 0,1 1,-1 0,0 1,1 0,-1 1,0 0,-6 2,13-2,0-1,0 1,0 1,0-1,1 0,-1 1,0 0,1 0,0 0,0 0,0 0,0 1,0-1,1 1,-1 0,1 0,0 0,0 0,1 0,-1 0,1 0,0 1,0-1,0 1,1 2,-2 10,2 0,0 0,1 0,1-1,0 1,2 4,-1-5,0-1,1 1,1-1,0 0,1 0,0 0,1-1,1 0,1 0,0-1,0 0,2 1,18 13</inkml:trace>
  <inkml:trace contextRef="#ctx0" brushRef="#br0" timeOffset="3506.21">3846 2890,'0'0,"2"9,5 16,5 19,3 17,1 10,2 7,-1 0,0-5,1-11,2-15,-2-16</inkml:trace>
  <inkml:trace contextRef="#ctx0" brushRef="#br0" timeOffset="3901.665">4127 2852,'6'6,"329"324,-267-270,46 29,-72-55,-42-33,1-1,-1 1,0 0,1-1,-1 1,0 0,0-1,0 1,0 0,1-1,-1 1,0 0,0 0,0-1,-1 1,1 0,0-1,0 1,0 0,0-1,-1 1,1 0,0-1,-1 1,1 0,0-1,-1 1,1-1,-1 1,1-1,-1 1,1-1,-1 1,1-1,-1 1,0-1,1 0,-1 1,1-1,-1 0,0 0,0 1,1-1,-1 0,0 0,1 0,-1 0,0 0,1 0,-1 0,0 0,0 0,-1 1,-90 36,2 4,-56 37,39-21,64-36</inkml:trace>
  <inkml:trace contextRef="#ctx0" brushRef="#br0" timeOffset="4185.419">3553 2670,'0'0,"-3"6,-4 11,-3 15,0 20,3 18,6 18,5 14,7 11,6 7,5-3,6-6,6-10,-3-21</inkml:trace>
  <inkml:trace contextRef="#ctx0" brushRef="#br0" timeOffset="6173.192">4941 2683,'-2'0,"1"1,-1 0,0-1,0 1,1-1,-1 0,0 1,0-1,1 0,-1 0,0 0,0 0,0-1,1 1,-1 0,0-1,0 1,1-1,-1 1,0-1,1 0,-1 0,0 0,1 0,0 0,-1 0,1 0,0-1,-1 1,1 0,0-1,0 1,0-1,0 1,0-1,0 0,1 1,-1-1,1 0,-1 1,1-1,-1 0,1 0,0 0,0 1,0-1,0 0,0 0,0 0,1 0,1-8,0 1,1-1,0 1,1 0,0 0,1 0,-1 0,2 1,-1 0,1 0,0 0,1 1,0 0,0 0,1 1,0 0,1-1,-7 5,1 0,0 0,1 1,-1-1,0 1,0 0,1 0,-1 0,0 0,1 1,-1-1,1 1,-1 0,1 0,-1 0,1 0,-1 1,1-1,-1 1,1 0,-1 0,0 0,0 0,1 1,-1 0,0-1,0 1,0 0,-1 0,1 1,0-1,10 13,0 1,-1 0,0 0,-2 1,0 0,-1 1,0 1,-2-1,0 1,-1 0,0 3,31 120,-6 2,10 132,-40-272,93 729,-86-676,6 48,-4 0,-4 1,-6 16,0-105,-2 0,0-1,-1 1,0-1,-2 0,0 0,-4 10,6-21,1 0,-1 1,0-1,0 0,-1-1,0 1,0-1,0 1,0-1,0-1,-1 1,0 0,0-1,0 0,0 0,0-1,0 1,-1-1,0 0,1-1,-1 1,-5 0,-6-2,1 0,0 0,-1-2,1 0,0-1,0-1,0 0,0-1,-5-3,-67-26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10.7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3341 141,'-4'-2,"-123"-60,66 43,0 3,-1 2,0 3,-1 3,-55 0,2 7,0 6,0 5,1 5,1 5,-31 13,19-4,2 6,1 5,2 6,3 5,1 5,-67 46,104-48,3 2,2 4,3 4,2 2,4 3,3 4,3 1,3 4,3 2,-39 81,30-38,5 3,5 3,6 2,6 1,6 3,-7 70,24-90,5 0,6 0,4 1,5-1,6 3,1-36,3-2,4 0,4 0,2-2,5-1,2 0,23 36,-22-54,3-2,3-1,2-1,2-2,3-2,2-2,2-2,2-2,33 22,-10-16,3-3,2-3,2-4,2-3,1-4,60 16,-28-17,1-5,1-5,1-5,94 1,-71-16,0-6,0-6,-1-6,-1-6,-1-5,-1-7,106-42,-115 28,-2-5,-3-6,-2-5,-3-5,-3-6,-3-4,85-80,-135 103,-3-3,-2-3,-3-2,-2-2,-4-2,17-35,-10 2,-4-2,-5-2,-4-2,-5-1,7-48,-25 69,-3-1,-4 0,-4-1,-4 0,-3 1,-4-1,-5-7,-8-34,-6 1,-5 1,-5 2,-6 1,-5 2,-17-23,27 71,-4 2,-3 2,-2 1,-4 3,-3 1,-19-16,33 43,-1 2,-1 1,-2 2,-2 2,-1 2,-1 2,-1 2,-1 1,-1 3,-25-7,1 7,-1 4,0 2,-13 2,-66-5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26.34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0,'0'0,"0"0,0 0,0 0,0 6,2 14,0 18,-1 17,-1 16,-1 13,0 6,-1 4,3 0,2-6,2-17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26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1,'0'0,"11"0,20 0,24 0,20 2,16 2,10 1,3-1,-3-2,-18-1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27.00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1,'0'0,"0"0,0 0,8 1,17 2,20 1,24 2,22-1,16-2,8-4,5-5,-17-2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27.36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408 503,'0'0,"8"0,16 0,20-1,19 0,15-1,13 1,6 0,3-3,1-2,-7-5,-18-1</inkml:trace>
  <inkml:trace contextRef="#ctx0" brushRef="#br0" timeOffset="254.323">917 349,'0'0,"-1"10,-1 16,-1 18,-1 15,0 8,2 2,3-12</inkml:trace>
  <inkml:trace contextRef="#ctx0" brushRef="#br0" timeOffset="682.176">1516 0,'7'4,"249"155,-7-39,-172-76,-76-43,1 0,0 0,-1 0,1 1,-1-1,1 1,-1-1,0 1,0-1,0 1,1 0,-2-1,1 1,0 0,0 0,0 0,-1 0,1 0,-1 0,0 0,0 0,1 0,-1 0,0 0,-1 0,1 0,0-1,-1 1,1 0,-1 0,1 0,-1 0,0 0,0 0,0-1,0 1,0 0,0-1,0 1,-10 11,0-2,0 1,-1-1,0-1,-1 0,-1-1,-3 2,-2 2,-163 105,-55 21,147-91</inkml:trace>
  <inkml:trace contextRef="#ctx0" brushRef="#br0" timeOffset="966.925">1 374,'0'0,"0"9,2 18,0 23,1 26,1 23,2 19,4 14,0-16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25.58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231 156,'0'0,"-1"1,-18 11,1 2,0 0,1 1,0 1,1 0,1 1,1 1,0 0,1 1,1 1,1 0,1 0,1 1,0 0,-3 17,10-30,1 0,0 0,0-1,1 1,0 0,0 0,1 0,0 0,0 0,1-1,0 1,0 0,1-1,0 0,0 1,1-1,0-1,0 1,1 0,-1-1,1 0,1 0,-1-1,2 2,6 1,-1 0,2-1,-1 0,1-1,0 0,0-1,0-1,1 0,0-1,-1 0,1-2,0 0,0 0,0-1,0-1,0-1,0 0,0-1,0 0,-1-1,0-1,9-4,-15 6,-1 0,1 0,-1-1,0 0,0-1,0 1,0-1,-1-1,0 1,0-1,0 0,-1 0,0-1,0 0,-1 0,0 0,0 0,0-1,-1 1,0-1,-1 0,0 0,0 0,0-2,-2 0,0-1,-1 1,0 0,0 1,-1-1,0 0,-1 0,0 1,-1-1,0 1,0 0,-1 0,-5-7,-3-2,0 1,0 1,-2 0,0 0,-1 2,-1-1,-11-6,-1 1,-1 2,-1 1,-20-8,26 13</inkml:trace>
  <inkml:trace contextRef="#ctx0" brushRef="#br0" timeOffset="441.384">651 0,'0'0,"0"1,30 28,1-1,1-1,1-2,2-2,0-1,8 2,32 13,3-3,0-4,12 0,-74-24,75 29,-89-35,0 1,0 0,0-1,0 1,0 0,0 0,0 0,0 0,-1 1,1-1,-1 0,1 1,-1-1,1 1,-1 0,0-1,0 1,1 0,-1 0,0 0,-1 0,1 0,0 0,-1 0,1 0,-1 0,1 0,-1 0,0 0,0 0,0 0,0 0,0 0,-1 0,1 0,-1 1,0 0,-4 6,0 0,-1 0,0-1,-1 0,0 0,0 0,-2 1,9-9,-231 221,84-85,80-76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23.8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0 522,'2'9,"17"121,-5 1,-6 0,-9 128,0-68,15 183,-9-306</inkml:trace>
  <inkml:trace contextRef="#ctx0" brushRef="#br0" timeOffset="376.043">650 546,'0'0,"0"0,2 7,2 13,4 17,1 17,1 15,0 14,1 9,1 6,1 1,1 0,-2-4,-2-4,-1-9,-4-10,-2-18</inkml:trace>
  <inkml:trace contextRef="#ctx0" brushRef="#br0" timeOffset="659.286">39 1388,'0'0,"6"-2,13-4,18-2,19-2,18-1,14 0,12 0,5-1,-14 2</inkml:trace>
  <inkml:trace contextRef="#ctx0" brushRef="#br0" timeOffset="1084.211">230 483,'4'-8,"45"-73,76-138,-108 183,-11 22,0 0,0 0,2 1,0 0,0 1,1-1,1 2,4-6,-11 15,-1 0,0 1,0-1,1 1,-1-1,1 1,-1 0,1 0,-1 0,1 0,0 0,-1 1,1-1,0 1,0 0,0 0,-1 0,1 0,0 0,0 1,-1-1,1 1,0 0,-1-1,1 1,0 1,5 2,-1 0,0 0,0 1,0 0,-1 0,0 0,0 1,2 3,69 88,-39-44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29.4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0,'0'0,"0"0,0 0,6 0,12 1,15 0,13 2,12 0,8 0,4 0,2-1,-2-2,-5-3,-14-1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29.69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34,'0'0,"6"-1,12-1,15-1,17-2,15-1,9-3,-8 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30.08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421 0,'0'0,"0"0,0 7,2 15,3 17,2 17,4 14,2 10,2 7,1 2,0 0,-2-8,-3-17</inkml:trace>
  <inkml:trace contextRef="#ctx0" brushRef="#br0" timeOffset="236.368">1 1072,'0'0,"7"0,14 1,20 1,18 0,17-1,14-2,9-1,6 1,2 0,-4 1,-8-2,-19 0</inkml:trace>
  <inkml:trace contextRef="#ctx0" brushRef="#br0" timeOffset="629.318">344 1436,'1'19,"2"1,0-1,1 1,5 14,-2-5,25 90,5-1,25 50,-53-148,-5-13,-1-1,0 1,-1 0,1 0,-1 0,-1 0,0 0,0 1,0-1,-1-6,0 0,0 0,0 0,-1 0,1 0,0 0,-1 0,1 0,0 0,-1 0,0 0,1 0,-1 0,1 0,-1-1,0 1,0 0,1 0,-1-1,0 1,0 0,0-1,0 1,0-1,0 0,0 1,0-1,0 1,0-1,0 0,0 0,0 0,0 0,0 0,0 0,-1 0,-42-4,41 3,-34-6,0-2,1-1,1-2,-35-17,35 11</inkml:trace>
  <inkml:trace contextRef="#ctx0" brushRef="#br0" timeOffset="865.712">167 1524,'0'0,"11"-1,19-3,22-1,19 0,10-1,-8 1</inkml:trace>
  <inkml:trace contextRef="#ctx0" brushRef="#br0" timeOffset="1228.254">676 1706,'6'5,"12"9,-1 1,0 1,-1 1,3 4,-14-15,0 0,-1 1,0-1,0 1,0 0,-1 0,0 1,0-1,-1 1,1-1,-2 1,1 0,-1 0,-1 1,-1-1,0-1,-1 1,0-1,0 1,-1-1,0 0,0 0,-1 0,0 0,0 0,-1-1,0 0,0 0,0 0,-1-1,1 0,-1 0,-1 0,1-1,-7 4,-7 8,20-16,0 0,1 0,-1 0,0 0,0 1,1-1,-1 0,0 0,1 0,-1 0,0 0,0 0,1 1,-1-1,0 0,0 0,0 0,1 1,-1-1,0 0,0 0,0 0,0 1,1-1,-1 0,0 1,0-1,0 0,0 0,0 1,0-1,0 0,0 0,0 1,0-1,0 0,0 1,0-1,0 0,0 0,0 1,0-1,0 0,0 1,0-1,-1 0,1 0,0 1,0-1,0 0,0 0,-1 1,1-1,0 0,0 0,0 0,-1 0,1 1,0-1,0 0,-1 0,1 0,0 0,0 0,-1 0,1 0,0 1,67 2,59-12,-61 2</inkml:trace>
  <inkml:trace contextRef="#ctx0" brushRef="#br0" timeOffset="2348.831">1083 789,'0'0,"0"0,0 0,0 7,0 13,-1 16,-2 15,-1 11,-2 7,-1 3,3-4,1-14</inkml:trace>
  <inkml:trace contextRef="#ctx0" brushRef="#br0" timeOffset="4843.788">905 531,'0'0,"-5"8,-7 18,-10 20,-5 20,-2 18,6 13,9 8,15 6,17 2,22 0,21-1,18-8,-6-22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33.28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27 453,'0'0,"0"0,1 6,-1 12,1 13,-2 11,-2 8,-2 3,1 0,2-6,2-9,3-12,2-9</inkml:trace>
  <inkml:trace contextRef="#ctx0" brushRef="#br0" timeOffset="366.02">1 272,'6'4,"251"148,-235-140,-9-5,0 0,0 1,-1 0,0 0,0 2,-1-1,-1 2,8 8,-16-17,-1 1,1 0,-1 0,1-1,-1 1,0 0,-1 0,1 0,0 0,-1 0,1 0,-1 0,0 1,0-1,0 0,-1 0,1 0,-1 0,0 0,0 0,0 0,0 0,0-1,-2 4,-47 58,13-29,-3-2,0-2,-2-1,-45 23,35-24</inkml:trace>
  <inkml:trace contextRef="#ctx0" brushRef="#br0" timeOffset="1026.333">395 1,'0'0,"5"7,8 17,9 21,5 23,4 22,-1 19,-7 16,-9 10,-15 6,-18-1,-21-3,-25-6,-26-9,-25-12,7-24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32.76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1 284,'0'0,"5"-2,11-2,13-3,12-1,10 1,10 0,7 3,3 0,1-1,-13 1</inkml:trace>
  <inkml:trace contextRef="#ctx0" brushRef="#br0" timeOffset="271.275">460 154,'0'0,"0"0,-2 5,-4 9,-4 11,-3 9,1 7,2 3,4-2,3-8</inkml:trace>
  <inkml:trace contextRef="#ctx0" brushRef="#br0" timeOffset="1154.939">423 0,'0'0,"0"0,2 6,3 12,2 16,0 16,0 14,0 11,0 5,0 2,2-7,-1-15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31.80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47 170,'-4'4,"0"-1,1 1,-1-1,1 1,0 0,0 0,0 0,0 1,0-1,1 0,0 1,0 0,0-1,1 1,0 0,-1 0,2 0,-1 0,1 0,-1 0,1 0,1 0,-1 0,1 0,0 0,0 0,0 0,1 0,-1 0,1-1,1 1,-1-1,0 1,3 1,1-1,0-1,0 0,1 0,-1-1,1 1,0-1,0-1,0 1,1-2,-1 1,1-1,-1 0,1 0,-1-1,1 0,-1 0,1 0,-1-1,1-1,-1 1,0-1,1-1,-1 1,0-1,0 0,-1-1,1 1,-1-1,0-1,3-2,-5 4,0 0,-1-1,1 0,-1 0,0 0,0 0,0 0,-1-1,1 0,-1 1,0-1,0 0,-1 0,0 0,1 0,-2 0,1 0,-1 0,1 0,-1 0,-1 0,1-1,-1 1,0 0,0 0,0 0,-1 0,0 1,0-1,0 0,0 1,-1-1,0 1,0 0,-3-4,-3-1,0 0,0 1,-1 0,0 0,0 1,-1 1,0-1,0 2,-1 0,0 0,1 1,-1 0,-1 1,1 1,0 0,-1 0,1 2,-3-1,-6 1</inkml:trace>
  <inkml:trace contextRef="#ctx0" brushRef="#br0" timeOffset="344.65">390 1,'7'6,"28"27,1-2,2-2,1-1,2-2,0-2,1-1,33 11,-37-19,57 30,-92-44,-1 0,0 0,0 1,0-1,0 1,0 0,-1-1,1 1,0 0,-1 0,1 0,-1 0,0 0,0 0,0 1,0-1,0 0,0 1,0-1,-1 0,1 1,-1-1,0 1,0-1,0 1,0-1,0 1,0-1,-1 1,1-1,-1 0,0 3,-4 4,-1 1,0-1,-1 0,1-1,-1 1,-1-1,0 0,0-1,-1 0,-8 5,-14 11,-2-2,0-1,0-2,-9 2,-16 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40.09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1,'7'6,"50"39,1-2,3-3,1-2,63 26,-39-21,-85-42,1-1,0 1,0 0,0 0,0 0,-1 0,1 0,0 0,-1 0,1 0,-1 1,1-1,-1 1,0-1,1 1,-1 0,0-1,0 1,0 0,0 0,-1 0,1 0,0 0,-1-1,0 1,1 0,-1 0,0 0,0 0,0 1,0-1,0 0,0 0,-1 0,1-1,-1 1,0 1,-3 4,-1-1,-1 1,1-1,-1 0,0 0,0-1,-1 1,-5 2,-48 33,-1-3,-3-2,-37 13,16-10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41.18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1,'0'0,"0"0,0 0,7 0,12 0,14 3,13 1,12 1,7 1,5-1,-10-1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41.43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0,'0'0,"0"0,10 1,19 1,21 2,20 0,-1-1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41.70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319 0,'0'0,"0"0,0 0,1 8,2 17,3 19,4 18,3 15,3 11,0 3,-4-12</inkml:trace>
  <inkml:trace contextRef="#ctx0" brushRef="#br0" timeOffset="251.329">1 919,'0'0,"8"-2,18-3,20-3,20-1,19-1,15 1,8 2,2 2,-2 3,-19 1</inkml:trace>
  <inkml:trace contextRef="#ctx0" brushRef="#br0" timeOffset="645.275">381 1191,'0'8,"1"86,3-1,5 1,14 60,42 114,-64-265,0-2,0 0,-1 0,1 1,-1-1,1 0,-1 1,1-1,-1 1,0-1,1 0,-1 1,0-1,0 1,0-1,0 1,0-1,-1 1,1-1,0 0,-1 1,1-1,-1 1,1-1,-1 0,0 0,1 1,-1-1,0 0,0 0,0 0,0 0,0 0,0 0,0 0,-1 0,0 0,-54-5,-8-11,0-2,1-2,1-4,17 3,10 2</inkml:trace>
  <inkml:trace contextRef="#ctx0" brushRef="#br0" timeOffset="895.605">292 1294,'0'0,"7"-2,11-4,16 0,14 2,12 3,-5 1</inkml:trace>
  <inkml:trace contextRef="#ctx0" brushRef="#br0" timeOffset="1194.806">662 1552,'6'4,"2"1,-1 0,0 1,1 0,-2 1,1-1,-1 1,0 1,-1-1,0 1,0 0,0 0,-1 1,0-1,-1 1,0 0,0 0,-1 0,0 0,-1 0,0 0,0 1,-1-1,0 0,-1 1,0-1,0 0,-1 0,-1 0,1 0,-2 3,-2-1,-1 0,1-1,-2 0,1 0,-1-1,-1 0,0 0,0-1,0 0,-8 4,2-1,13-3,15-6,74-10,-31 0</inkml:trace>
  <inkml:trace contextRef="#ctx0" brushRef="#br0" timeOffset="2358.752">1362 726,'0'0,"-1"7,-4 14,-3 15,-2 16,0 9,1 6,3 0,3-4,3-12</inkml:trace>
  <inkml:trace contextRef="#ctx0" brushRef="#br0" timeOffset="4472.692">1057 556,'0'0,"-5"9,-9 15,-10 20,-6 20,1 16,5 13,14 10,18 7,21 6,25 2,25-1,27-4,-3-23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44.6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4 427,'0'0,"0"0,0 0,0 7,-1 14,-1 15,2 12,1 6,4 0,0-8</inkml:trace>
  <inkml:trace contextRef="#ctx0" brushRef="#br0" timeOffset="377.53">169 336,'6'4,"15"9,97 60,33 33,-140-98,-5-5,-1 1,0-1,-1 1,1 0,-1 0,0 1,0 0,0-1,-1 1,1 0,1 5,-5-8,0-1,0 1,0 0,0 0,-1 0,1 0,-1-1,1 1,-1 0,0 0,0-1,0 1,0-1,0 1,0-1,0 1,0-1,0 1,-1-1,1 0,0 0,-1 0,0 0,1 0,-1 0,1 0,-1 0,0 0,0-1,1 1,-1-1,0 0,1 1,-196 72,11 4,135-54</inkml:trace>
  <inkml:trace contextRef="#ctx0" brushRef="#br0" timeOffset="1009.861">462 0,'0'0,"6"6,12 11,12 16,9 16,6 17,-1 15,-6 13,-10 11,-12 4,-17 2,-23 3,-26-1,-26-4,-1-20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44.41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0 207,'0'0,"6"-1,12 0,14-1,13 0,11 1,8 0,7 0,4 0,-12-2</inkml:trace>
  <inkml:trace contextRef="#ctx0" brushRef="#br0" timeOffset="901.64">509 0,'0'0,"0"0,1 6,1 13,2 13,1 13,2 10,1 3,-2-9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8:43.41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69 142,'-3'5,"-7"9,1 0,0 1,1 0,0 1,2-1,-2 7,6-17,1-1,-1 1,1 0,1 0,-1 0,1 0,0 0,0 0,0 0,0 0,1 0,0-1,0 1,1 0,-1 0,1-1,0 1,0-1,0 1,1-1,0 0,0 0,0 0,0 0,6 3,0 0,0-1,1 0,0 0,0-1,0-1,0 0,1 0,0-1,-1 0,1-1,0 0,1-1,-1 0,0 0,0-2,0 1,1-1,-1-1,4-1,-9 3,-1-1,0 0,0 0,1 0,-1 0,0-1,0 0,-1 0,1 0,0-1,-1 1,1-1,-1 0,0-1,0 1,0-1,0 1,-1-1,1 0,-1-1,0 1,0 0,-1-1,1 0,-1 0,0 1,0-1,-1 0,1-5,-2 4,0 0,-1-1,0 1,0-1,-1 1,1 0,-1 0,-1 0,1 0,-1 0,0 0,-1 1,1-1,-1 1,0 0,0 0,-1 1,1-1,-1 1,-5-4,-5-3,1 1,-2 1,1 0,-2 1,1 1,-17-6,-42-7,50 15</inkml:trace>
  <inkml:trace contextRef="#ctx0" brushRef="#br0" timeOffset="361.034">425 0,'26'19,"1"-1,1-1,0-2,2 0,-12-6,246 116,-251-119,-1-1,0 0,-1 1,0 1,0-1,0 2,-1 0,0 0,0 1,1 2,-9-9,-1 0,0-1,0 1,0 0,0 0,0 0,0 0,0 0,-1 0,1 0,0 0,-1 0,0 0,0 0,0 0,0 1,0-1,0 0,0 0,0 0,-1 0,1 0,-1 0,0 0,0 0,1 0,-1 0,-1 1,-43 43,12-24,0-1,-2-3,-15 6,-3 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5:35.91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307 2225,'0'0,"0"0,172-3,644 23,-339-14,922 1,1859 25,-3187-30,123 4,141-15,-253 1</inkml:trace>
  <inkml:trace contextRef="#ctx0" brushRef="#br0" timeOffset="182467.37">3413 158,'0'0,"0"0,0 0,1 7,0 15,0 19,0 17,0 15,0 9,2 5,2 1,5-2,0-16</inkml:trace>
  <inkml:trace contextRef="#ctx0" brushRef="#br0" timeOffset="183763.975">7247 699,'0'0,"0"0,0 0,4-2,8-3,10-2,12-1,14 0,13 2,13 2,10 1,3-1,-12 1</inkml:trace>
  <inkml:trace contextRef="#ctx0" brushRef="#br0" timeOffset="184443.18">6902 440,'0'0,"0"0,1 8,2 14,1 19,0 19,-1 18,-1 14,-2 5,1-14</inkml:trace>
  <inkml:trace contextRef="#ctx0" brushRef="#br0" timeOffset="182847.862">6113 647,'0'0,"7"0,13 0,15-1,14 1,11 2,8 0,1-2,-12 0</inkml:trace>
  <inkml:trace contextRef="#ctx0" brushRef="#br0" timeOffset="183053.84">6291 777,'0'0,"0"0,0 0,8 2,16 4,20 6,21 3,13 1,-5-1</inkml:trace>
  <inkml:trace contextRef="#ctx0" brushRef="#br0" timeOffset="181772.694">3873 158,'0'0,"0"0,0 0,2 6,3 11,3 14,3 13,1 9,2 6,0 1,0-4,-3-12</inkml:trace>
  <inkml:trace contextRef="#ctx0" brushRef="#br0" timeOffset="182183.13">4101 1,'6'6,"44"49,1-2,3-2,3-3,1-2,10 3,84 41,-96-52,-55-37,0 0,0 0,-1 1,1-1,-1 0,1 0,-1 0,1 1,-1-1,0 0,1 0,-1 1,0-1,0 0,0 1,0-1,0 0,0 1,-1-1,1 0,0 0,-1 1,1-1,0 0,-1 0,0 0,1 1,-1-1,0 0,1 0,-1 0,0 0,0 0,0 0,0-1,0 1,0 0,0 0,0-1,-1 1,1 0,0-1,0 1,0-1,-1 0,0 1,-36 19,-1-1,-1-1,-7 0,-1 0,-107 44,83-33</inkml:trace>
  <inkml:trace contextRef="#ctx0" brushRef="#br0" timeOffset="180905.49">2217 67,'0'0,"0"0,0 0,0 6,1 11,1 13,-1 13,-1 10,-2 10,1 6,-1 3,0 1,0-2,1-3,0-8,1-13</inkml:trace>
  <inkml:trace contextRef="#ctx0" brushRef="#br0" timeOffset="181221.645">2586 143,'0'0,"5"10,7 20,8 20,5 18,3 11,-1 4,-1-1,-3-5,-5-8,-6-11,-4-15</inkml:trace>
  <inkml:trace contextRef="#ctx0" brushRef="#br0" timeOffset="181442.055">2038 532,'0'0,"5"-2,11-3,16-4,18-2,17 0,18 2,12 3,5 3,-15 2</inkml:trace>
  <inkml:trace contextRef="#ctx0" brushRef="#br0" timeOffset="202368.933">1464 1075,'5'-3,"2"0,-1 0,1-1,-1 0,0 0,0-1,-1 0,1 0,-1 0,0-1,-1 1,1-1,-1 0,0 0,-1-1,1 1,-1-1,2-7,-5 11,0 0,0 0,-1 1,1-1,-1 0,1 0,-1 0,0 0,0 0,-1 1,1-1,0 0,-1 1,0-1,1 1,-1 0,0 0,0-1,0 1,-1 0,1 1,0-1,-1 0,1 1,-3-2,-71-27,47 23,-1 1,0 1,1 2,-1 1,-1 2,1 1,0 1,1 1,-1 2,0 1,1 1,0 2,1 1,-21 10,11-2,1 2,1 1,0 2,2 1,1 2,1 1,2 2,0 1,2 1,-8 13,8-5,1 2,1 1,3 1,2 0,1 2,2 1,3 0,1 1,-1 17,7-23,2 0,2 1,1 0,3 0,1 0,2 0,1-1,3 1,1-1,3 0,1 0,-4-17,1 0,1-1,1 0,2-1,0 0,1-1,1-1,0 0,2-1,1 0,0-2,1 0,1-1,0-1,1-1,1-1,0 0,1-2,0-1,10 3,-2-4,1-1,1-1,-1-2,1-1,0-2,0-1,-1-2,1-1,0-2,0 0,-1-3,0 0,0-3,26-10,-23 5,0-1,-1-2,-1-1,0-1,-2-2,0-1,-2-2,-1 0,-1-2,-1-1,-1-2,14-22,-16 17,-3-2,0 0,-3-1,-1-1,-1-1,-3 0,-1 0,-2-2,-2 1,-1-1,-3 0,-1-31,-3 26,-2-1,-3 1,-1 0,-2 1,-3 0,-1 1,-2 0,-3 1,-1 0,-2 2,-7-9,13 25,-2 0,-1 1,-1 1,0 1,-2 1,-1 0,-1 2,0 0,-2 2,0 0,-1 2,0 1,-2 1,1 1,-2 2,-24-7,24 12,-1 0,0 3,0 0,0 2,0 1,0 1,0 2,0 1,0 2,1 0,0 2,0 1,-19 10,0 2,0 3,2 2,1 2,1 1,1 3,2 1,-14 17,2 1,2 3,3 1,3 3,2 1,2 3,3 1,3 2,3 1,-17 53,34-75,2 0,2 1,2 0,1 0,3 1,2 0,2 33,2-51,1-1,2 1,1-1,1 0,1-1,1 1,1-1,2-1,1 0,0 0,2-1,1-1,8 10,-3-10,1-1,1 0,1-2,1 0,0-2,1-1,1-1,1-1,0-1,1-1,1-2,0-1,0-1,3-1,11 2,1-3,-1-1,1-2,0-2,0-2,0-2,0-2,0-2,21-6,-21 0,0-1,-1-3,-1-1,-1-2,0-2,-2-2,0-1,-2-2,0-2,-2-1,-2-1,0-2,-2-2,-2-1,-1-1,-2-1,-1-1,-2-2,-2 0,-2-1,3-13,-5 8,-1-1,-3-1,-2-1,-2 0,-2 0,-2 0,-3-1,-2 1,-1-1,-3 0,-3 1,-1 0,-2 1,-8-20,10 43,-2 0,0 0,-1 1,-2 0,0 1,-1 1,-2 0,0 1,-1 0,-1 2,-1 0,-1 1,0 1,-8-4,6 7,-1 2,0 1,0 0,-1 2,0 1,0 1,-1 1,0 1,-1 1,1 1,-1 2,1 0,-1 2,1 0,-8 3,-11 3,1 2,-1 1,1 3,1 1,0 2,1 2,1 2,-14 11,2 1,1 3,-32 29,9 3,4 2,3 4,3 3,-11 21,-68 105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33.30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24,'0'0,"0"0,0 0,4 3,13 6,0-1,1-1,-1-1,2 0,-1-2,0 0,11 1,67 8,-1-5,2-3,8-5,-73 0,817-8,119-17,46 1,180-15,-851 36,-251 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38.56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40 1,'0'0,"0"0,0 0,0 0,-2 8,-1 15,-2 18,-2 18,0 15,1 9,1 8,2 3,1 0,5-4,2-10,1-18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39.0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13,'0'0,"0"0,0 0,0 0,0 0,0 0,0 0,0 0,4 0,11-1,9 0,12 0,10 0,8 0,6 0,2-2,-9-1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39.31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36,'0'0,"0"0,0 0,0 0,7-1,15 0,17-1,19 0,17-3,15-1,8-3,-14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39.61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1,'0'0,"0"0,0 0,2 6,2 12,2 14,2 12,0 7,-1 6,-1-1,-1-5,-1-10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40.08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1,'6'5,"53"46,134 106,12-30,-134-86,-65-38,55 42,-59-44,0 1,-1 0,1 0,-1 0,1 0,-1 0,0 1,0-1,0 0,0 0,0 1,-1-1,1 1,-1-1,1 1,-1-1,0 1,0-1,0 0,0 1,-1-1,1 1,0-1,-1 1,0-1,0 0,0 1,0 0,-6 8,0 0,-1 0,0-1,0 0,-1 0,-1-1,-7 6,9-7,-86 75,-3-3,-9-1,62-49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40.38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18 0,'0'0,"0"0,0 0,-1 8,0 16,-3 21,-1 22,1 19,2 19,1 15,2 11,0 6,1-20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41.59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0,'0'0,"0"0,1 6,2 12,3 13,0 14,1 10,1 8,0 2,2-1,0-6,-1-13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42.06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0,'30'47,"3"-2,1-1,2-1,2-3,2-1,1-1,2-3,2-1,1-3,1-1,12 3,-12-7,-46-24,-1-1,1 0,-1 1,0-1,0 1,0-1,0 1,0-1,0 1,0-1,0 0,-1 1,1-1,0 1,-1-1,0 0,1 1,-1-1,1 0,-1 1,0-1,0 0,0 0,0 0,0 0,0 0,0 0,0 0,0 0,-1 0,1-1,0 1,-1 0,1-1,0 1,-1-1,0 1,1 0,-192 104,-68 54,205-123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42.37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49 1,'0'0,"0"0,0 8,-1 18,-3 19,-3 20,-2 15,0 12,0 6,2 2,4-3,6-7,2-20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42.81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1,'0'0,"6"0,14 0,15 0,15 2,14 3,8 1,4 0,2 1,-2 0,-15-2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43.08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0,'0'0,"0"0,0 0,9 3,17 2,22 3,18 1,19-3,17-6,-8-3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43.52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170 80,'-6'5,"-15"13,2-4,2 1,0 0,1 2,0 0,1 0,-11 19,24-33,0 0,0 0,1 0,-1 0,1 0,0 0,-1 0,1 1,1-1,-1 0,0 1,1-1,0 0,0 1,0-1,0 1,0-1,1 1,-1-1,1 0,0 1,0-1,0 0,1 0,1 3,2-1,1 0,0-1,0 0,0 0,0 0,1-1,0 0,-1 0,1-1,0 0,1 0,-1 0,0-1,0 0,1-1,-1 1,0-2,1 1,-1-1,0 0,1 0,5-1,1 0,-1-1,0-1,0 0,0 0,0-1,-1-1,0 0,7-6,-13 9,-1-1,0 0,1 0,-1 0,-1-1,1 0,-1 1,0-2,0 1,0 0,-1-1,0 0,0 0,0 0,-1 0,0 0,0 0,0-1,-1 1,1-6,-2 5,-1 1,1-1,-1 0,-1 1,1-1,-1 1,0 0,0-1,-1 1,0 0,0 0,0 0,-1 1,0-1,0 1,-1 0,1 0,-1 0,0 1,-1-1,-5-4,0 1,-1 0,0 1,0 0,-1 0,1 2,-1 0,-1 0,-1 0,7 3,0 0,1 0,-1 1,0 0,0 0,0 1,0 0,0 0,0 1,0 0,-1 0,-3 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43.9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0,'5'9,"15"19,1-1,1-1,2-2,0 0,1-1,2-2,0 0,14 6,194 114,-178-97,-55-42,-1 0,1 0,-1 0,1 0,-1 1,1-1,-1 0,0 1,0-1,0 0,-1 1,1-1,0 1,-1 0,0-1,1 1,-1-1,0 1,0 0,-1-1,1 1,-1-1,1 1,-1-1,0 2,-5 6,1-1,-1 1,-1-2,0 1,0-1,0 0,-1 0,-1-1,1 0,-9 5,11-8,-75 55,-3-3,-76 35,94-56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44.25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44 1,'0'0,"1"5,3 12,0 17,0 18,-3 22,-6 19,-4 21,-4 19,-3 17,1-17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41.04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637 1,'0'0,"0"0,0 0,0 0,-4 6,-8 12,-8 12,-9 12,-7 7,-6 4,-2 2,-3-3,-1-2,2-6,0-7,4-9,8-10</inkml:trace>
  <inkml:trace contextRef="#ctx0" brushRef="#br0" timeOffset="267.355">1 41,'0'0,"0"0,0 0,5 5,9 10,10 11,8 12,8 9,4 7,5 5,2 1,1 0,1-4,-9-11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37.79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182 116,'-5'6,"-17"19,2 2,0 1,2 0,1 1,1 1,1 1,2 0,2 1,-3 10,12-36,0 1,0-1,1 0,-1 0,1 1,1-1,-1 0,1 1,0-1,1 1,0-1,0 0,0 1,0-1,1 0,0 0,1 0,-1 0,1 0,0-1,1 1,-1-1,1 0,0 0,1 0,-1 0,1-1,0 0,0 0,0 0,3 2,3-3,0 1,0-2,0 1,1-2,-1 1,0-1,1-1,-1 0,0-1,1 0,-1-1,0 0,0-1,0 0,0-1,0 0,-1 0,0-1,0-1,0 0,0 0,-1-1,0 0,3-4,-5 5,-1-1,0-1,0 0,-1 1,0-2,-1 1,1 0,-1-1,-1 0,0 0,0 0,-1 0,0-1,0 1,-1 0,-1-1,1 1,-1-1,-1 1,0-1,0 1,-1-1,0 1,-1 0,0 0,-1 0,1 0,-1 1,-1-1,0 1,0 0,-1 1,0-1,-5-4,4 4,-1 1,-1-1,1 2,-1-1,0 1,-1 1,0-1,0 2,0-1,0 2,0-1,-1 1,0 1,0 0,1 0,-1 1,-2 0,-12 2</inkml:trace>
  <inkml:trace contextRef="#ctx0" brushRef="#br0" timeOffset="409.905">576 0,'5'13,"1"0,0 0,0-1,1 0,1 0,0-1,1 0,0 0,0-1,1 0,0-1,1 0,10 6,18 10,1-2,1-2,23 8,-39-18,-21-9,69 39,-70-39,-1 1,1-1,-1 0,0 1,0-1,0 1,0-1,0 1,0 0,-1 0,0 0,1 0,-1 0,0 0,0 0,-1 1,1-1,-1 0,1 0,-1 1,0-1,0 0,-1 1,1-1,-3 9,-1 0,-1-1,0 1,0-1,-1 0,0 0,-1-1,0 0,-1 0,-1 1,8-10,-49 60,-3-3,-2-2,-2-3,-2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36.89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524 0,'0'0,"0"0,0 0,0 1,-143 280,-83 189,190-411,23-43</inkml:trace>
  <inkml:trace contextRef="#ctx0" brushRef="#br0" timeOffset="297.714">1 207,'6'9,"145"224,-71-114,73 80,-116-157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46.69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 0,'0'0,"0"0,0 0,0 0,0 0,1 6,0 9,-1 13,-1 11,0 7,0 5,0 2,3 0,3-1,3-3,2-5,-1-11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48.29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1,'0'0,"10"1,18 1,18 1,16 0,11 1,4 1,-4 0,-13-1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48.55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1,'0'0,"6"1,14 3,15 1,18 3,15 1,9-1,-9-1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49.9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1,'0'0,"0"0,1 8,0 18,2 20,2 21,2 19,1 17,1 13,2 9,1 9,-2-19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52.14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 1,'0'0,"0"7,0 16,-1 19,1 19,1 18,0 12,1 9,1 5,1 0,5-5,0-18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52.54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0,'0'0,"0"0,0 0,9 1,14 3,17 3,17 2,11 1,9 1,-8-3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52.76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1,'0'0,"10"0,18 1,22 2,20 2,18 3,8 0,-13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53.04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72,'0'0,"0"0,4-3,10-3,13-2,14-2,14 0,10 1,10 0,3 0,-12 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51.42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0 193,'0'0,"1"6,1 12,2 13,3 12,3 9,1 6,3 2,2-1,3-9,-3-11</inkml:trace>
  <inkml:trace contextRef="#ctx0" brushRef="#br0" timeOffset="425.397">216 0,'7'4,"34"20,-2 2,0 2,-2 2,15 17,-26-25,306 261,-277-224,-54-58,0 1,0 0,0 0,0-1,-1 1,1 0,-1 0,1 0,-1-1,0 1,0 0,0 0,0 0,0 0,0 0,0 0,0 0,-1-1,1 1,-1 0,0 0,1 0,-1-1,0 1,0 0,0-1,0 1,0-1,-42 38,40-37,-189 139,37-8,113-97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50.92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179 14,'7'-1,"70"-6,0 3,9 3,-63 0,-1 1,1 2,0 0,0 1,-1 1,0 2,0 0,13 6,-31-11,0 1,1 0,-1 1,0-1,-1 1,1-1,0 1,-1 0,0 0,0 1,0-1,0 1,0 0,0-1,-1 1,0 0,0 1,0-1,0 0,-1 0,0 1,0-1,0 1,0-1,-1 1,0 4,-1-1,0 1,0-1,-1 1,0-1,-1 0,0 0,0 0,0 0,-1 0,0-1,-4 5,-66 82,-68 45,-18 21,155-154,-1 1,1-1,0 1,0 0,1 0,0 0,-2 7,5-13,1 1,0-1,-1 0,1 1,0-1,0 0,-1 1,1-1,0 1,0-1,1 0,-1 1,0-1,0 0,1 1,-1-1,1 0,-1 1,1-1,-1 0,1 0,0 0,0 0,0 0,-1 1,1-1,0-1,0 1,0 0,1 0,-1 0,0 0,0-1,1 1,49 13,183 4,-164-15,55 0,-77-4</inkml:trace>
  <inkml:trace contextRef="#ctx0" brushRef="#br0" timeOffset="220.408">1 428,'0'0,"7"-2,15-2,22-4,22 0,21 0,20 1,-9 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49.20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160 167,'-6'4,"-13"11,1 0,1 2,1 0,1 0,-6 9,15-18,1 0,0 0,0 1,1-1,0 1,0 1,1-1,0 0,0 1,1-1,1 1,0 0,0 0,1 2,0-6,1 1,0-1,0 0,1 0,-1 0,2 0,-1 0,0-1,1 1,0-1,1 1,-1-1,1 0,0 0,0-1,0 1,1-1,0 0,0 0,0 0,0-1,0 0,1 0,-1 0,4 1,-1-1,-1-1,1 1,0-1,0-1,0 1,0-1,0-1,0 1,0-1,0-1,0 0,0 0,0 0,0-1,0 0,0-1,0 1,-1-2,4-1,-4 1,-1-1,1 1,-1-1,-1-1,1 1,-1-1,0 0,0 0,0 0,-1-1,0 0,-1 0,1 0,-1 0,0 0,-1-1,0 1,0-1,-1 1,0-1,0 0,-1 0,0 0,0 1,-1-1,0 0,0 0,-1 1,0-1,0 1,-1-1,1 1,-3-3,-1-1,-1 1,0-1,0 1,-1 0,-1 1,0 0,0 0,0 1,-1 0,0 0,-1 1,0 1,0 0,0 0,-1 1,0 1,0 0,0 0,0 1,0 1,-1 0,0 1,-6 0</inkml:trace>
  <inkml:trace contextRef="#ctx0" brushRef="#br0" timeOffset="424.863">542 0,'8'6,"308"220,-297-213,4 3,0 1,0 0,-2 2,0 1,-2 0,2 3,-18-19,0 0,-1 0,1 0,-1 1,0-1,0 1,0-1,0 1,-1 0,0 0,0 0,0-1,-1 1,1 0,-1 0,0 0,-1 0,1 0,-1 0,0 0,0 0,-1 0,1-1,-1 1,0-1,0 1,-1 0,-11 15,0-2,-1 1,-1-2,-1 0,0-1,-1-1,-1 0,-3 0,-93 64,61-47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47.57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88 117,'0'0,"0"1,-10 10,1 1,0 0,1 0,1 1,0 0,0 0,1 1,1 0,0 0,1 0,1 1,0 0,1-1,0 14,3-23,0 1,0 0,0 0,1 0,0-1,1 1,-1-1,1 1,0-1,0 0,0 0,1-1,0 1,0-1,0 1,0-1,1 0,-1-1,1 1,0-1,4 2,2 1,1-1,0 1,0-2,1 0,-1 0,1-1,0-1,0 0,5-1,-6 0,-1-1,0 0,0-1,0-1,0 0,0 0,0-1,0 0,-1-1,10-5,-15 7,1-1,-1 0,0 0,-1-1,1 1,-1-1,1 0,-1 0,0-1,-1 1,1-1,-1 0,0 0,0 0,0 0,-1-1,0 1,0-1,0 1,-1-1,1-2,-1 2,-1 0,0 0,0 0,0 0,-1 1,1-1,-2 0,1 0,-1 1,1-1,-1 1,-1-1,1 1,-1 0,0 0,0 0,-1 0,1 0,-1 1,0 0,-3-2,-3-4,-1 1,-1 1,0 0,0 0,0 1,-1 1,0 0,-4-1,-9-2</inkml:trace>
  <inkml:trace contextRef="#ctx0" brushRef="#br0" timeOffset="377.987">597 1,'7'4,"94"61,28 10,72 46,-198-120,5 4,0 0,0 0,-1 0,0 1,0 0,0 1,0-1,-1 1,0 1,-1-1,0 1,0 0,0 1,-4-6,0 0,-1 0,1 0,-1 0,0 0,1 0,-1 0,-1 0,1 0,0 0,-1 0,0 0,1 0,-1-1,0 1,-1 0,1 0,0-1,-1 1,1-1,-1 1,0-1,0 0,-1 2,-58 45,-192 87,219-117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45.67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9,'83'-6,"-65"4,0 2,0 0,0 1,0 0,0 2,0 0,0 1,0 1,-1 0,0 1,0 2,-1-1,1 2,9 7,-21-12,0 1,-1-1,1 1,-1 0,-1 0,1 1,-1-1,1 1,-1 0,-1-1,1 1,-1 1,0-1,-1 0,0 0,0 1,0-1,0 1,-1-1,0 1,-1 1,0 7,-2 0,0-1,0 1,-2-1,1 0,-2 0,0-1,-7 12,-13 16,-2-1,-2-2,-1 0,-2-2,-37 30,10-7,27-15,32-44,1 1,0 0,0-1,0 1,0 0,0 0,1-1,-1 1,0 0,0-1,0 1,1 0,-1-1,0 1,1 0,-1-1,0 1,1-1,-1 1,1-1,-1 1,1-1,-1 1,1-1,-1 1,1-1,0 1,-1-1,1 0,0 1,-1-1,1 0,0 0,-1 0,1 0,0 1,-1-1,1 0,0 0,0 0,-1 0,1 0,0-1,-1 1,19 2,0-1,-1-2,1 1,16-4,-3 0,402-29,-353 28</inkml:trace>
  <inkml:trace contextRef="#ctx0" brushRef="#br0" timeOffset="251.398">64 486,'0'0,"8"-1,18-3,20-2,22 0,18 0,-5 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53.66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1,'0'0,"0"0,0 0,1 7,0 12,0 16,0 14,-1 14,0 9,0 6,1 1,2-2,2-9,0-15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54.10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0,'16'17,"60"65,4-3,3-3,3-4,77 47,-133-100,-16-11,-1 1,0 0,-1 1,0 0,4 6,-14-15,-1 0,0 0,0 1,0-1,0 0,0 1,0-1,0 1,-1 0,1-1,-1 1,1-1,-1 1,1 0,-1-1,0 1,0 0,0 0,0-1,0 1,0 0,0 0,0-1,-1 1,1 0,-1-1,1 1,-1-1,0 1,0-1,0 1,1-1,-1 1,-1-1,1 0,0 1,-1 0,-74 61,53-47,-256 200,227-174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29:54.48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0,'0'0,"0"0,0 0,0 11,3 19,1 25,1 26,2 24,1 19,1 18,2 14,3 11,-1-24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0:07.39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333 556,'4'-22,"1"0,1 1,1 0,1 0,1 0,1 1,1 0,0 1,1 1,1-1,1 2,15-15,-26 28,0 0,0 1,0-1,1 1,-1 0,1 0,0 0,0 0,0 1,0 0,1 0,-1 0,0 0,1 0,0 1,-1 0,1 0,0 0,-1 1,1-1,0 1,0 0,0 1,-1-1,1 1,3 1,0 3,1 0,-1 1,0 0,0 1,-1-1,0 2,0-1,0 1,-1 0,1 2,6 7,-1 0,2 0,-1-1,2-1,0 0,1-1,0 0,1-2,1 0,0-1,0 0,1-2,0 0,1-1,0-1,0-1,1-1,9 1,-10-4,1-2,-1 0,0-1,1-2,-1 0,0-1,0 0,0-2,12-5,22-20,-36 16</inkml:trace>
  <inkml:trace contextRef="#ctx0" brushRef="#br0" timeOffset="282.784">957 142,'0'0,"0"0,0 0,0 0,0 7,0 13,2 16,1 15,2 13,2 8,1 4,2 1,1-1,1-4,0-7,-1-9,-1-13</inkml:trace>
  <inkml:trace contextRef="#ctx0" brushRef="#br0" timeOffset="787.943">1326 0,'0'0,"1"1,24 33,1-2,2-1,1-1,1-1,2-2,1-1,1-1,0-2,2-2,21 9,66 22,-120-52,-1 1,1 0,0 1,-1-1,0 0,1 1,-1 0,0-1,0 1,1 0,-1 0,-1 0,1 0,0 0,0 1,-1-1,0 1,1-1,-1 1,0-1,0 1,0 0,-1-1,1 1,0 0,-1 0,-1 6,0-1,-1 1,0-1,0 1,-1-1,0 0,-1 0,0 0,0-1,-4 6,2-2,-160 292,89-161,43-81</inkml:trace>
  <inkml:trace contextRef="#ctx0" brushRef="#br0" timeOffset="1183.917">1 78,'0'0,"0"0,0 0,0 0,0 0,0 0,1 9,2 15,2 23,3 24,1 20,2 19,2 14,3 12,3 7,2 1,-3-25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0:09.96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0,'0'0,"0"0,0 0,0 0,0 0,8 0,11 0,14 0,12 0,8 1,7 1,2 0,-2 1,-3-1,-6 0,-7 1,-7 0,-10-1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0:10.26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1,'0'0,"0"0,0 0,5 2,11 3,14 1,16 3,16 0,14 0,9-1,-11-1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0:18.19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14,'0'0,"0"0,0 0,5 0,11 0,12 0,11 0,13 0,8-1,7-1,6-1,3 0,2 1,0 1,-6 0,-13 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0:18.99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1,'0'0,"0"0,0 0,0 0,0 8,2 15,1 16,0 16,-2 8,0 6,-1 2,0-2,0-4,-1-7,1-13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0:19.48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1,'0'0,"1"1,51 59,2-3,3-1,18 10,-6-16,1-2,65 30,-118-69,-12-7,1 1,-1 0,0 0,0 0,0 1,0-1,0 1,-1 0,0 1,2 0,-6-3,0-1,1 1,-1-1,0 0,0 1,0-1,0 0,0 1,0-1,0 0,-1 1,1-1,0 0,-1 1,1-1,-1 0,0 1,1-1,-1 0,0 0,0 0,1 0,-1 0,0 0,0 0,0 0,0 0,-1 0,1-1,0 1,0 0,0-1,-1 1,1-1,-1 1,0 0,-171 113,-30 29,140-98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0:21.95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0 150,'9'-15,"-4"5,0 0,1 0,0 0,1 1,0 0,1 0,-1 0,2 1,-1 1,1-1,0 1,1 1,0 0,0 0,3-1,-11 7,0-1,0 0,0 1,0-1,0 1,1-1,-1 1,0 0,0 0,0 0,0 0,0 1,0-1,0 0,0 1,1-1,-1 1,-1 0,1 0,0 0,0 0,0 0,0 0,-1 0,1 1,0-1,-1 1,1-1,-1 1,0-1,1 1,-1 0,0 0,0 0,0-1,0 1,-1 0,2 2,1 9,0 0,0 1,-2-1,1 1,-2-1,0 12,0-10,7 221,34 211,-17-292,-6-52,-5 1,0 95,-13-182,-1 0,0 0,-1 0,-1-1,-1 1,0-1,-1 0,-1 0,0 0,-4 5,-16 21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0:13.80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382 78,'0'0,"0"0,0 0,0 0,0 0,2 6,0 10,2 12,1 12,0 9,0 6,0 3,0 0,0 1,0-2,1-1,-1-3,-1-11</inkml:trace>
  <inkml:trace contextRef="#ctx0" brushRef="#br0" timeOffset="331.143">0 892,'11'2,"272"8,316-8,-521-1</inkml:trace>
  <inkml:trace contextRef="#ctx0" brushRef="#br0" timeOffset="819.345">268 1176,'2'7,"78"521,-76-508,-2-12,-1 1,0 0,0-1,0 1,-1 0,-1 0,0 4,1-12,0 0,0 1,-1-1,1 0,-1 0,1 0,-1 1,1-1,-1 0,0 0,1 0,-1 0,0 0,0 0,0 0,0 0,0-1,0 1,0 0,0 0,0-1,0 1,0-1,-1 1,1-1,0 1,0-1,0 0,-1 0,1 0,0 1,-1-1,1 0,0-1,0 1,-1 0,1 0,-1 0,-47-17,48 17,-58-29,0-4,-39-29,84 53</inkml:trace>
  <inkml:trace contextRef="#ctx0" brushRef="#br0" timeOffset="1183.375">293 1190,'0'0,"0"0,0 0,0 0,6 1,10 0,13 2,13-1,12 2,7 0,6 1,2 1,-10-2</inkml:trace>
  <inkml:trace contextRef="#ctx0" brushRef="#br0" timeOffset="1607.275">574 1435,'7'3,"-6"-3,14 4,1 0,0 1,-1 1,0 0,-1 1,1 1,-1 0,-1 1,1 1,-2 0,7 6,-17-13,1 1,-1-1,0 1,0-1,0 1,0 0,0 0,-1 0,0 0,0 0,0 0,0 0,-1 0,0 1,1-1,-2 0,1 0,0 0,-1 0,0 0,0 1,0-1,0 0,-1-1,1 1,-1 0,0 0,0-1,0 1,-1-1,1 0,-2 1,-10 11,0-1,-1 0,-1-1,0-1,-1 0,0-2,-1 0,-2 0,-37 24,40-19,17-15,0 1,0-1,0 1,0-1,0 1,0-1,0 1,1-1,-1 1,0-1,0 1,0-1,1 1,-1-1,0 0,0 1,1-1,-1 1,0-1,1 0,-1 1,1-1,-1 0,0 0,1 1,-1-1,1 0,-1 0,1 0,-1 1,1-1,-1 0,0 0,1 0,-1 0,1 0,-1 0,1 0,-1 0,1 0,-1 0,1 0,0-1,22 4,0-1,0-2,1 0,8-2,-6 0,40-2</inkml:trace>
  <inkml:trace contextRef="#ctx0" brushRef="#br0" timeOffset="2226.62">2255 635,'-18'9,"0"1,1 2,0-1,1 2,1 0,0 1,0 0,2 2,-11 14,20-25,0 0,0 0,0 0,1 1,0-1,0 1,1 0,0 0,0 0,0 0,1 0,-1 1,2-1,-1 0,1 1,0-1,0 1,0-1,1 0,0 1,0-1,1 0,0 0,0 0,1 2,1-2,0 0,1-1,0 1,-1-1,2 0,-1-1,1 1,-1-1,1 0,0 0,1-1,-1 1,1-2,-1 1,1-1,0 0,7 2,0 0,0-2,0 0,1 0,-1-2,0 1,9-2,-7-1,-1 0,0-1,0 0,-1-1,1-1,-1 0,3-3,-11 6,0-1,0-1,0 1,-1-1,1 0,-1 0,0 0,0-1,-1 1,1-1,-1-1,0 1,0-1,-1 1,0-1,0 0,2-4,-4 5,0 0,0-1,-1 1,1 0,-1 0,0-1,-1 1,1 0,-1-1,0 1,0 0,-1 0,1 0,-1 0,0 0,-1 0,1 1,-1-1,0 1,-3-5,-2-1,-1 0,-1 0,1 0,-1 2,-1-1,0 1,-9-5,8 5,-2 1,1 0,-1 1,0 1,-1 0,1 1,-1 1,0 0,1 1,-1 0,-1 1,1 1,-5 1,-1 2</inkml:trace>
  <inkml:trace contextRef="#ctx0" brushRef="#br0" timeOffset="2718.306">2841 581,'-18'19,"0"1,1 2,0 0,2 1,1 0,-1 5,9-17,1 0,1 0,0 0,0 0,1 1,1 0,0 0,0 0,1 0,1 0,0 0,1 0,0 0,1-3,0-1,0 0,1-1,0 1,0 0,1-1,0 0,1 0,-1 0,1 0,0-1,1 1,0-1,0-1,0 1,1-1,-1 0,1-1,1 0,-1 0,0 0,2-1,3 3,1-2,0 1,0-2,0 0,0 0,0-1,1-1,-1 0,1-1,-1-1,1 0,-1 0,5-3,-11 3,0-1,0 0,0 0,-1-1,1 0,0 0,-1-1,0 0,0 0,0 0,0-1,-1 1,0-1,0-1,0 1,-1-1,1 0,-1 0,-1 0,1 0,-1-1,0 0,-1 1,1-1,-1 0,0-2,-1-2,0 0,-1 1,0-1,0 0,-1 0,-1 1,0-1,0 1,-1-1,0 1,-1 0,0 0,-1 1,0-1,0 1,-1 0,-1-1,-3-3,0 0,-1 0,-1 1,0 1,0 0,-1 0,-1 2,1-1,-2 2,-10-6,11 8,0 0,0 1,-1 1,1 0,-1 1,0 0,0 2,-12-1,13 3</inkml:trace>
  <inkml:trace contextRef="#ctx0" brushRef="#br0" timeOffset="3126.215">3350 453,'5'4,"76"46,1-4,60 23,2-9,4-5,-79-30,13 13,-80-37,0 1,0-1,-1 0,1 1,0 0,-1-1,1 1,-1 0,0 0,1 0,-1 0,0 0,0 0,0 0,0 0,-1 0,1 0,-1 1,1-1,-1 0,0 0,0 1,0-1,0 0,0 1,0-1,-1 0,1 0,-1 1,1-1,-1 0,0 0,0 0,0 0,-1 2,-8 11,0 1,0-2,-1 1,-1-2,-1 1,-6 4,3-2,-151 147,112-112</inkml:trace>
  <inkml:trace contextRef="#ctx0" brushRef="#br0" timeOffset="3505.202">1642 453,'0'0,"0"0,0 0,3 6,5 13,4 17,1 17,1 15,-1 13,-2 8,-2 6,-1 4,-1 0,-2-17</inkml:trace>
  <inkml:trace contextRef="#ctx0" brushRef="#br0" timeOffset="7135.053">1438 0,'0'0,"0"0,-12 1,1 1,-1 0,1 0,0 1,0 0,0 1,0 1,1 0,0 0,-1 1,2 0,-1 0,1 1,0 1,1 0,-1 0,2 0,-1 1,-4 7,3 6,1 0,1 1,1 0,1 1,0-1,2 1,1 0,1 0,2 15,2 79,6-1,11 43,0-2,-7 30,-7 0,-12 78,4-230,-1-2,2-1,2 0,1 0,5 28,-7-59,0 1,1-1,-1 1,1-1,-1 0,1 1,0-1,0 0,0 0,0 1,0-1,1 0,-1 0,1 0,-1 0,1-1,0 1,0 0,0-1,0 1,0-1,0 1,0-1,0 0,0 0,1 0,-1 0,0-1,1 1,-1-1,2 1,17-2,-1-1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0:18.63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409 142,'0'0,"0"0,0 0,0 0,1 6,0 9,1 12,-1 11,0 9,0 8,1 4,1 2,1 1,3-3,0-11</inkml:trace>
  <inkml:trace contextRef="#ctx0" brushRef="#br0" timeOffset="1249.705">0 1,'0'0,"0"0,1 7,3 15,3 17,3 20,2 16,0 14,0 11,0 11,0 8,-1 0,-2-20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0:28.99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78 892,'85'-500,"-80"461,4-36,4 0,3 2,19-53,-34 123</inkml:trace>
  <inkml:trace contextRef="#ctx0" brushRef="#br0" timeOffset="535.151">180 50,'0'0,"0"0,0 0,0 0,-3 5,-3 8,-6 9,-5 8,-2 6,-3 5,0 1,1 0,2-4,3-4,4-5,4-8,5-7,3-5</inkml:trace>
  <inkml:trace contextRef="#ctx0" brushRef="#br0" timeOffset="802.465">180 103,'0'0,"0"0,0 0,0 0,0 0,0 0,2 5,6 9,3 10,4 10,3 9,2 6,2 2,1-1,-4-11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0:31.72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0,'0'0,"0"0,0 0,1 6,2 10,2 13,0 13,2 13,0 7,0 7,1 2,1 1,-1-13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0:32.29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414 182,'0'0,"0"0,0 0,0 0,-3 4,-7 6,-7 7,-5 6,-3 5,-1 5,0 1,1 0,1-1,3-5,3-6,5-7</inkml:trace>
  <inkml:trace contextRef="#ctx0" brushRef="#br0" timeOffset="264.837">96 260,'0'0,"4"3,7 6,7 7,7 7,4 6,2 1,0 0,-3-4,-6-5</inkml:trace>
  <inkml:trace contextRef="#ctx0" brushRef="#br0" timeOffset="799.943">312 182,'-7'1,"-1"-1,0 2,1-1,-1 1,1 0,0 1,0 0,-2 1,0-1,-6 3,-1 0,2 1,-1 1,1 0,0 1,1 1,0 0,0 1,1 0,1 0,0 2,0-1,1 1,1 1,0 0,1 0,1 1,-3 7,8-17,0 1,1-1,-1 1,1-1,1 1,-1 0,1-1,0 1,0-1,1 1,-1 0,1-1,1 1,-1-1,1 1,0-1,0 0,0 0,1 0,0 0,0 0,0-1,0 1,1-1,0 0,0 0,0 0,0 0,1-1,4 3,5 0,0-1,0 0,0-1,0-1,1 0,0-1,-1 0,1-2,0 0,0 0,-1-1,1-1,0 0,-1-2,1 1,-1-2,0 0,0 0,1-2,-1 1,-1-1,1-1,-1 0,0-1,-1 0,0-1,-1 0,0-1,9-10,-15 15,0-1,-1 1,0-1,0 0,0 0,-1 0,0-1,0 1,0-1,-1 1,-1-1,1 0,-1 0,-1 0,1 0,-1 0,-1 0,1 0,-3-6,2 9,0 0,-1 0,0 0,0 0,0 1,-1-1,0 1,1 0,-2 0,1 0,0 0,-1 0,0 1,0-1,0 1,0 0,0 0,-1 1,1-1,-1 1,1 0,-1 0,0 0,-5 0,-5-2,-1 2,0-1,0 2,1 0,-1 1,0 1,-9 1,2 1,0 1,1 1,-1 1,1 0,-11 7,0 2</inkml:trace>
  <inkml:trace contextRef="#ctx0" brushRef="#br0" timeOffset="2202.77">529 1,'0'0,"0"0,1 5,4 10,3 14,3 16,5 16,4 16,2 15,3 6,-4-12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0:33.78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106 143,'-10'9,"1"0,0 0,1 1,0 0,1 1,0 0,0 0,1 0,0 1,1 0,1 0,0 0,0 1,2 0,-1-1,2-6,-1 0,1 0,0 0,0-1,1 1,0 0,0 0,1 0,-1 0,1 0,0 0,1-1,-1 1,1 0,0-1,1 0,-1 1,1-1,0 0,1 0,-1 0,1-1,0 1,0-1,3 3,0-3,-1 0,1 0,0 0,1-1,-1 0,1-1,-1 1,1-1,0-1,-1 0,1 0,0 0,0-1,0 0,0-1,0 1,0-2,0 1,6-3,-8 3,0-1,0 0,0-1,0 0,0 1,-1-2,1 1,-1-1,0 0,0 0,0 0,0 0,-1-1,0 0,0 0,0 0,-1-1,1 1,-1-1,0 0,-1 0,0 0,0 0,1-3,-2 3,-1-1,0 1,0 0,0 0,0-1,-1 1,0 0,-1 0,1 0,-1 0,0 0,-1 1,0-1,1 0,-2 1,1 0,-1 0,1 0,-1 0,-1 0,1 1,-1 0,1 0,-1 0,0 1,-1-1,1 1,-1 0,1 1,-1-1,-5 0,-4-3,-1 2,-1 0,1 0,0 2,-1 0,1 1,-13 1,18 0</inkml:trace>
  <inkml:trace contextRef="#ctx0" brushRef="#br0" timeOffset="410.902">349 1,'7'4,"45"23,2-2,56 18,49 4,-157-47,0 0,-1 0,1 0,0 0,-1 0,1 1,-1-1,1 1,-1-1,1 1,-1-1,1 1,-1 0,1 0,-1 0,0 0,0 0,1 0,-1 0,0 0,0 1,0-1,0 0,0 1,0-1,-1 0,1 1,0-1,-1 1,1-1,-1 1,0 0,1-1,-1 1,0 0,0-1,0 1,0-1,0 1,0 0,-1 0,-5 9,0-1,-1 1,-1-2,0 1,0-1,-1 0,0 0,-3 1,3-2,-61 53,-63 41,94-73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0:30.9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159 169,'0'0,"0"0,-5 3,-9 3,1 1,-1 1,1 0,1 1,0 1,0 0,0 0,2 1,-4 5,11-14,0 1,1 0,0 0,0 0,0 0,0 0,0 0,0 1,1-1,0 0,-1 1,1-1,1 1,-1 0,0-1,1 1,0 0,0-1,0 1,0 0,0-1,1 1,0 0,0-1,0 1,0-1,0 1,1-1,-1 0,1 1,0-1,0 0,1 0,-1 0,3 2,3 0,0-1,1 0,0 0,-1-1,1 0,1 0,-1-1,0-1,1 1,-1-1,0-1,1 0,-1 0,1-1,-1 0,1-1,8-2,-8 2,0 0,-1-1,1 0,-1-1,1 0,-1-1,-1 0,1 0,0-1,-6 4,-1 0,1 0,-1 0,1 0,-1-1,0 1,0-1,0 1,0-1,0 0,-1 0,1 0,-1 0,0 0,0 0,0 0,0 0,0-1,-1 1,1 0,-1 0,0-1,0 1,0 0,-1-1,1 1,-1 0,0 0,0-1,-3-4,-1 0,0 1,0-1,0 1,-1 0,-1 1,1 0,-1 0,0 0,0 0,0 1,-1 1,0-1,0 1,0 1,0-1,-1 1,1 1,-1-1,0 2,0-1,0 1,-7 0,6 0,-1 1,0 0,1 1,-1 0,0 1,1 0,0 0,-3 2,-9 4</inkml:trace>
  <inkml:trace contextRef="#ctx0" brushRef="#br0" timeOffset="409.437">377 1,'0'0,"0"0,0 0,11 12,-1-2,2 1,-1-2,1 1,1-2,-1 1,2-2,-1 0,2 0,103 35,-116-42,-1 0,1 0,-1 0,1 0,0 1,-1-1,1 0,-1 1,1-1,-1 1,1 0,-1-1,0 1,1 0,-1 0,0 0,1 0,-1 0,0 0,0 0,0 1,0-1,0 0,0 1,0-1,-1 0,1 1,0-1,-1 1,1-1,-1 1,0 0,1-1,-1 1,0-1,0 1,0 0,0 0,-4 15,-1-1,-1 1,0-1,-1 0,-1 0,-4 6,7-13,-49 87,27-51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02.96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0 348,'5'-45,"1"-1,2 1,2 1,2 0,6-10,-15 46,-1 3,-1 0,1 0,0 0,1 0,-1 0,1 1,0-1,0 1,0 0,1 0,-1 0,2-1,-3 5,0-1,0 1,0 0,0-1,0 1,0 0,0 0,0 1,1-1,-1 0,0 1,0-1,0 1,0-1,0 1,0 0,-1 0,1 0,0 0,0 0,0 1,-1-1,1 0,-1 1,1-1,-1 1,0-1,1 1,-1 0,0 0,0 0,78 109,-63-86,19 30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04.62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245 1,'-6'8,"-25"40,3 2,1 1,3 2,2 0,2 1,3 1,2 1,3 0,-5 41,4 0,5 1,3 1,6 28,2-36,4 0,4 0,4-1,4-1,3-1,5-1,3-1,26 49,24 14,-2-24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05.55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245 802,'0'0,"0"0,151-182,-53 88,-90 88,0 0,0 1,1 0,0 0,0 1,0 0,0 1,0 0,1 0,0 1,-1 0,7 0,-8 2,-1 0,0 1,0 0,0 0,0 1,0-1,0 2,0-1,0 1,-1 0,1 0,-1 1,0 0,0 0,3 3,77 80,-72-71,4 6,0-1,2 0,1-1,0-1,1-1,1-1,1-2,1 0,0-1,16 6,-27-14,1-2,0 1,0-2,0 0,0 0,0-2,0 0,1-1,-1 0,0-1,1-1,-1 0,0-1,0-1,-1 0,1-1,-1-1,0 0,0-1,-1 0,6-5,9-10</inkml:trace>
  <inkml:trace contextRef="#ctx0" brushRef="#br0" timeOffset="266.819">1047 362,'0'0,"-2"5,-3 11,-2 13,-2 13,1 13,2 10,2 6,3 6,3 0,3-1,4-2,3-7,2-9,2-11,-2-15</inkml:trace>
  <inkml:trace contextRef="#ctx0" brushRef="#br0" timeOffset="788.961">1631 142,'107'136,"-66"-95,2-1,2-2,2-2,1-3,1-1,2-2,0-3,24 7,-50-22,-7-5,0 1,-1 1,0 1,13 10,-28-18,1 0,-1 0,0 0,1 0,-1 1,0-1,0 1,-1 0,1-1,0 1,-1 0,0 0,0 0,0 0,0 0,0 0,0 0,-1 0,0 1,1-1,-1 0,0 0,-1 0,1 0,0 1,-1-1,0 0,0 1,-4 10,-1 1,-1-1,0-1,-1 1,0-1,-1 0,-2 0,2 0,-86 125,-24 56,83-130,-126 209,117-207</inkml:trace>
  <inkml:trace contextRef="#ctx0" brushRef="#br0" timeOffset="1230.298">2 1,'0'0,"0"0,0 0,0 7,2 15,0 17,0 19,-2 16,-1 16,-1 12,-1 10,2 9,2 5,4 3,5 2,5-4,7-6,-1-25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0:59.41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384 700,'0'0,"0"0,0 0,0 1,-5 32,0 1,-2-1,-1 0,-2 0,-11 24,-40 80,53-122</inkml:trace>
  <inkml:trace contextRef="#ctx0" brushRef="#br0" timeOffset="582.443">294 596,'-9'8,"-27"24,1 1,2 1,1 2,2 2,-23 36,43-57,0 0,1 0,1 1,1 0,1 0,-3 12,7-22,0 0,1 1,0-1,0 0,1 1,0-1,1 1,0-1,0 0,1 1,0-1,0 0,1 0,0 0,0 0,2 2,2 0,-1-1,1 0,1-1,-1 1,1-2,1 1,0-1,0 0,0-1,0 0,1 0,0-1,1 0,-1-1,4 1,4 0,0 0,0-1,0-1,0 0,0-1,1-2,-1 0,1 0,0-2,-5 1,0-1,-1-1,1 0,-1-1,0 0,0-1,0-1,0 0,-1 0,0-1,-1-1,0 0,0 0,0-1,-1-1,0 0,-1 0,0-1,-1 0,0-1,-1 1,0-1,-1-1,0 1,-1-1,-1 0,2-7,-3 4,-1 0,0 0,-1 0,-1 0,-1 0,0 0,-1 0,-1 1,0-1,-1 0,-1 1,0 0,-1 0,-1 1,0-1,-1 1,0 1,-1 0,-1 0,0 1,-1 0,0 0,-1 1,0 1,-1 0,0 1,0 0,-1 1,0 0,0 2,-1-1,0 2,0 0,-4 0,4 2,1 1,0 1,0 0,-1 1,1 0,0 1,0 1,0 0,0 1,0 1,0 0,0 1,1 0,0 1,0 1,1 0,0 0,0 1,1 1,-1 0,2 0,0 2,0-1,1 1,-5 7,-10 19</inkml:trace>
  <inkml:trace contextRef="#ctx0" brushRef="#br0" timeOffset="865.702">166 740,'0'0,"2"5,4 9,5 12,6 13,6 9,5 8,2 1,-3-9</inkml:trace>
  <inkml:trace contextRef="#ctx0" brushRef="#br0" timeOffset="1733.483">930 611,'7'2,"7"2,25 5,-1 3,-1 0,0 3,0 0,-2 3,0 1,25 19,-52-33,-1 1,0 0,0 1,0-1,-1 1,0 1,-1-1,0 1,0 0,0 0,-1 1,0-1,-1 1,0 0,0 0,-1 0,0 0,-1 0,1 0,-2 1,0-1,0 0,-1 4,-1 0,-2-1,1 0,-2 0,1 0,-2-1,1 0,-2 0,1 0,-2 0,1-1,-2 0,-14 16,-1-1,-1-2,-12 9,-54 44,90-76,0 0,0 1,1-1,-1 1,0-1,0 1,0 0,1-1,-1 1,0 0,1-1,-1 1,1 0,-1 0,1 0,-1-1,1 1,-1 0,1 0,0 0,-1 0,1 0,0 0,0 0,0 0,0 0,0 0,0 0,0 0,0 0,0 0,0 0,1 0,-1 0,0-1,1 1,-1 0,0 0,1 0,-1 0,1 0,0-1,-1 1,1 0,0 0,-1-1,1 1,0-1,0 1,-1 0,1-1,9 3,-1 0,1-1,-1 0,1-1,0 0,0 0,0-1,8-1,3 1,347-7,-225 1,-86 1</inkml:trace>
  <inkml:trace contextRef="#ctx0" brushRef="#br0" timeOffset="1997.812">1007 1023,'0'0,"0"0,7 0,14-1,20 0,19 1,17 0,13 1,8-1,-12-1</inkml:trace>
  <inkml:trace contextRef="#ctx0" brushRef="#br0" timeOffset="2929.341">905 287,'0'0,"3"-4,26-38,-3-1,-1-1,-2-1,12-35,-33 75,-2 4,0 0,0 0,0 0,0 0,0 0,0 0,1 0,-1 1,0-1,1 0,-1 0,0 0,1 0,-1 0,1 1,-1-1,1 0,0 1,-1-1,1 0,0 1,-1-1,1 0,0 1,0-1,0 1,-1 0,1-1,0 1,0 0,0-1,0 1,0 0,0 0,0 0,0 0,-1 0,1 0,0 0,0 0,0 0,0 0,0 0,0 1,5 3,-1 1,0 0,0 1,0-1,-1 1,0 0,0 0,0 1,4 6,109 180,-86-143</inkml:trace>
  <inkml:trace contextRef="#ctx0" brushRef="#br0" timeOffset="4576.451">1898 158,'42'57,"-3"2,-2 1,-3 2,-2 1,-3 2,-4 1,13 48,-22-50,-3 0,-2 0,-4 2,-2-1,-3 54,-4-74,-2-1,-2 0,-2 0,-1 0,-3-1,-2 0,-1-1,-2-1,-2 0,-4-1,-1-1,-2-1,-1-1,-2-1,-2-2,-12 10,-71 59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0:58.41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587 54,'0'0,"0"0,0 0,-1 0,-6 27,-1 0,-1-1,-1 0,-9 13,-51 95,-6-3,-15 9,73-112,6-9,-42 64,-39 45,74-106</inkml:trace>
  <inkml:trace contextRef="#ctx0" brushRef="#br0" timeOffset="378.505">1 1,'0'0,"0"0,1 7,2 14,4 17,4 15,6 12,5 11,5 5,5 4,5 1,4-1,3-1,-1-3,-1-6,-3-10,-8-16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07.37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0,'0'0,"6"1,13-1,14 1,14 0,10 2,8 1,3 2,2 1,0 3,-3 1,-5 0,-9-1,-12-2</inkml:trace>
  <inkml:trace contextRef="#ctx0" brushRef="#br0" timeOffset="223.424">204 207,'0'0,"0"0,0 0,6 3,12 4,17 6,18 3,16 2,14 1,6-2,-12-4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10.0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0 286,'70'-136,"-6"13,-63 122,0-1,0 0,0 0,0 1,1-1,-1 1,0-1,1 1,-1 0,1-1,-1 1,1 0,-1 0,1 0,0 0,0 0,0 1,-1-1,1 0,0 1,0-1,0 1,0 0,0 0,0 0,0 0,0 0,0 0,1 0,3 3,-1 0,1 1,-1-1,1 1,-1 0,0 1,0-1,-1 1,1 0,-1 0,0 0,-1 1,2 1,-2-2,55 86,-32-45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10.50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542 279,'0'0,"0"0,0 0,0 0,-4 4,-8 7,-8 9,-7 7,-5 5,-3 2,-2 1,1-1,4-6,4-6,8-8</inkml:trace>
  <inkml:trace contextRef="#ctx0" brushRef="#br0" timeOffset="272.272">197 251,'0'0,"0"0,6 3,9 5,10 8,11 9,8 7,4 6,2 1,-2-1,-9-7</inkml:trace>
  <inkml:trace contextRef="#ctx0" brushRef="#br0" timeOffset="784.903">554 33,'-5'-3,"-6"-2,0 0,0 1,-1 0,0 1,1 1,-1-1,0 2,0 0,0 0,-1 1,1 0,0 1,0 1,0 0,0 1,1 0,-1 0,0 2,-9 3,1 1,0 0,1 2,0 0,0 1,1 1,1 1,1 1,-10 9,12-9,1 1,0 0,1 1,1 0,0 1,2 0,0 0,1 1,0 0,-3 17,8-22,0 0,1 0,1 0,0 0,0 1,2-1,0 0,0 0,1 0,1 0,0 0,1 0,1-1,0 1,7 11,-3-9,1-1,1-1,0 0,1 0,0-1,1 0,0-1,1-1,0 0,1-1,1-1,-1 0,1-1,1-1,-1 0,1-1,1-1,-1 0,15 1,-16-4,-1 0,1 0,0-1,0-1,0-1,0 0,-1-1,1-1,0 0,-1-2,0 1,0-2,0 0,-1 0,0-2,0 0,0 0,-1-1,-1-1,0 0,0-1,4-5,-6 3,-1 0,-1-1,0 1,0-2,-2 1,0-1,-1 0,0-1,-1 1,-1-1,0 1,-1-1,-1 0,0 0,-1 0,-1 0,-1 0,0 0,-1 0,-1 1,0-1,-1 1,0 0,-2 0,0 1,0 0,-1 0,-2-1,-3-4,0 1,-1 1,-1 0,-1 1,-1 0,0 1,-1 1,0 1,-1 1,0 0,-1 1,-1 1,1 1,-1 1,-1 1,0 1,0 1,0 0,-2 2,-22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09.06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522 1,'1'43,"-8"-17,0-1,-2 1,-1-2,-1 1,-1-1,-1-1,-1 0,-1-1,-1-1,-1 0,-11 10,-55 63,-77 65,125-127</inkml:trace>
  <inkml:trace contextRef="#ctx0" brushRef="#br0" timeOffset="314.191">0 41,'0'0,"0"0,4 5,6 12,8 13,8 16,8 14,8 12,9 10,8 6,6 3,5 0,0-6,-3-9,-12-18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13.66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255 0,'-6'6,"-15"21,1 0,2 1,0 1,2 1,1 0,-2 10,-8 21,3 0,3 2,3 0,2 0,3 2,3-1,2 1,4 1,2 6,5 7,2 1,4-1,4 0,2-1,5-1,2-1,12 18,8 6,5-3,37 55,7-6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15.72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1,'0'0,"1"11,1 21,2 23,2 18,4 14,2 7,1 1,1-1,-2-3,-1-3,-3-6,-2-7,-4-17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16.13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23,'0'0,"0"0,0 0,0 0,6-1,13-3,15 0,15-1,16 1,14 1,11 1,8 2,4 2,0 2,-2 0,-7 0,-9 0,-19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16.52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233 66,'1'108,"4"0,17 85,28 59,-44-190,-6-61,0 0,0-1,0 1,0 0,0 0,-1 0,1-1,0 1,0 0,-1 0,1-1,-1 1,1 0,0-1,-1 1,1 0,-1-1,0 1,1-1,-1 1,1-1,-1 1,0-1,1 1,-1-1,0 0,0 1,1-1,-1 0,0 1,0-1,1 0,-1 0,0 0,0 0,0 0,1 0,-1 0,0 0,0 0,0 0,1-1,-1 1,0 0,0-1,-38-17,35 16,-56-35,1-3,-35-33,59 44</inkml:trace>
  <inkml:trace contextRef="#ctx0" brushRef="#br0" timeOffset="267.356">196 13,'0'0,"0"0,6-1,13-2,17-1,15 0,14 3,7 6,3 4,-12 0</inkml:trace>
  <inkml:trace contextRef="#ctx0" brushRef="#br0" timeOffset="645.855">514 271,'5'6,"12"12,-1-2,0 0,-1 0,-1 2,0-1,-2 2,0 0,-1 0,-1 1,-1 1,7 20,-15-34,0-1,0 1,0 0,-1 0,0-1,-1 1,1 0,-1-1,-1 1,1 0,-1-1,0 1,-1-1,1 0,-1 0,0 0,-1 0,0-1,0 1,0-1,0 0,-1 0,-2 2,-72 45,42-31,37-21,-1-1,1 1,0 0,-1 0,1 0,0 0,-1 0,1 0,0 1,0-1,-1 0,1 0,0 0,-1 0,1 0,0 0,-1 0,1 1,0-1,0 0,-1 0,1 0,0 1,0-1,0 0,-1 0,1 1,0-1,0 0,0 1,0-1,-1 0,1 0,0 1,0-1,0 0,0 1,0-1,0 0,0 1,0-1,0 0,0 1,0-1,0 0,0 1,0-1,0 0,1 0,-1 1,0-1,0 0,0 1,0-1,0 0,1 0,-1 1,0-1,0 0,1 0,-1 0,0 1,0-1,1 0,-1 0,0 0,25 4,14-3,0-3,0-1,21-5,18-3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18.90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1,'0'0,"0"0,3 7,2 16,4 18,1 19,2 14,-2 10,-1 6,0 1,1-7,-1-17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19.77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16 0,'0'0,"0"0,0 0,0 0,0 0,0 7,-1 11,-1 13,-1 11,0 9,0 3,1-1,1-3,3-7,3-10,2-10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20.07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0,'0'0,"0"0,0 0,0 0,1 6,0 10,2 13,0 10,-1 8,0 6,-2 3,2-1,0-4,1-9,1-10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20.5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0 681,'6'7,"58"70,31 38,24 14,83 53,-201-181,26 28,-26-28,-1 0,1 0,-1 0,0 0,1 0,-1 0,0 0,0 0,0 0,0 0,1 0,-1 0,-1 0,1 0,0 0,0 0,0-1,0 1,-1 0,1 0,0 0,-1 0,1 0,-1 0,1 0,-1-1,1 1,-1 0,0 0,1-1,-1 1,0 0,0-1,1 1,-1-1,0 1,0 0,-98 45,29-12,0 4,3 2,-57 45,76-49</inkml:trace>
  <inkml:trace contextRef="#ctx0" brushRef="#br0" timeOffset="1138.071">127 216,'2'-12,"0"0,0-1,2 1,-1 0,1 1,1-1,0 1,1 0,0 0,0 0,1 1,1 0,0 1,0-1,1 1,1 0,-4 5,1 0,0 0,-1 1,1 0,0 0,1 1,-1 0,0 0,1 1,-1 0,1 0,-1 1,1 0,-1 0,1 1,-1 0,1 0,-1 0,1 1,-1 1,0-1,0 1,0 0,0 1,-1-1,1 1,-1 1,0-1,0 1,-1 0,1 0,-1 1,0 0,3 5,6 11,-1 0,-1 2,-1-1,-1 1,-2 1,0 0,-1 0,-2 0,0 1,-2 0,0 10,19 225,-11 6,-7-156,17 904,-21-992,0 60,-3 1,-4-1,-13 54,19-126,-2 1,1-1,-2 0,1 1,-1-2,-1 1,0 0,-1-1,0 0,0 0,-1-1,0 0,-1 0,0-1,0 0,-1 0,0-1,-1 0,1 0,-6 2,-74 21,-4-13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19.50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1 298,'0'0,"0"0,0 0,4 0,11-1,12 0,11 1,10 1,7 1,7 1,3 0,3-1,-1-2,-4-2,-12-2</inkml:trace>
  <inkml:trace contextRef="#ctx0" brushRef="#br0" timeOffset="1370.378">624 0,'0'0,"0"0,0 0,0 7,-1 13,-3 16,-1 15,-1 15,0 10,2 9,1 4,5 0,4-4,2-17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17.69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114 206,'-36'36,"26"-25,1 0,0 1,1 0,1 1,0-1,1 1,-5 13,9-19,0 0,0 0,0 0,1 0,0 0,1 1,0-1,0 0,0 1,1-1,0 0,0 0,1 0,0 1,0-2,3 6,1-2,0 0,0-1,1 0,0-1,0 1,1-1,0-1,1 0,0 0,0 0,0-1,1-1,0 1,0-2,0 1,1-1,0-1,-1 0,1-1,0 0,0 0,1-1,-1-1,0 0,1 0,-8 0,1 0,0-1,-1 0,1 0,-1 0,1 0,-1-1,0 1,1-1,-1 0,0-1,0 1,0-1,-1 1,1-1,0 0,-1-1,0 1,0 0,0-1,0 0,-1 0,1 0,-1 0,0 0,0 0,-1-1,1 1,-1 0,0-1,0 0,0-3,-1 1,-1-1,1 0,-1 1,0-1,-1 1,0 0,0-1,-1 1,0 0,0 0,0 0,-1 1,-3-6,-5-4,-1-1,0 1,-1 1,-14-12,-45-33,45 38</inkml:trace>
  <inkml:trace contextRef="#ctx0" brushRef="#br0" timeOffset="455.822">725 103,'-7'5,"-11"7,1 1,0 1,1 0,1 1,0 1,-5 9,15-19,0 1,0 0,1 0,0 0,1 0,0 1,0-1,0 1,1 0,0-1,1 1,0 0,0 0,0 0,1 1,0-1,1 0,1 7,2-4,1 0,0 0,1 0,0-1,1 0,0 0,0-1,1 0,0 0,1-1,0 0,0-1,1 1,0-2,0 1,1-2,-1 1,1-1,0-1,1 0,8 2,-8-3,0 1,1-1,0-1,-1 0,1-1,0 0,0-1,12-2,-19 2,0-1,0-1,0 1,0-1,0 0,0 0,0-1,-1 1,1-1,-1-1,0 1,0-1,0 0,0 0,-1 0,1-1,-1 1,0-1,1-2,-2 1,0 0,0 0,0 0,-1 0,0-1,0 1,0-1,-1 0,0 1,0-1,-1 0,0 0,0 1,0-1,-1 0,0 0,-1 1,1-1,-1 1,-1-1,1 1,-2-2,-3-6,0-1,-1 1,-1 1,0 0,-1 0,-1 1,0 0,-11-10,4 8,1 0,-2 1,0 1,0 0,-1 2,-18-7,20 10</inkml:trace>
  <inkml:trace contextRef="#ctx0" brushRef="#br0" timeOffset="849.279">1196 1,'7'9,"46"53,3-3,2-2,38 26,124 99,-216-179,-1-1,0 0,-1 0,1 0,0 0,-1 0,1 0,-1 1,0-1,0 1,0 0,0 0,-1-1,1 1,-1 0,1 0,-1 1,0-1,0 0,-1 0,1 0,0 1,-1-1,0 0,0 1,0 2,-3-2,1-1,0 1,-1-1,0 0,0 1,0-1,0 0,0-1,-1 1,1-1,-1 1,0-1,0 0,0 0,-48 24,-1-3,-34 10,38-15,-18 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37.22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9,'0'0,"0"0,0 0,0 0,1 0,556-9,-587 18,13-4</inkml:trace>
  <inkml:trace contextRef="#ctx0" brushRef="#br0" timeOffset="270.361">115 153,'-5'1,"-66"18,71-19,0 0,-1-1,1 1,0 0,0 0,-1 0,1 0,0 0,-1 0,1 0,0 0,-1 0,1 0,0 0,0 1,-1-1,1 0,0 0,0 0,-1 0,1 0,0 0,0 1,-1-1,1 0,0 0,0 0,0 1,-1-1,1 0,0 0,0 0,0 1,0-1,-1 0,1 1,0-1,0 0,0 0,0 1,0-1,0 0,0 1,0-1,0 0,0 0,0 1,0-1,0 0,0 1,0-1,0 0,0 0,0 1,1-1,-1 0,0 0,0 1,0-1,0 0,1 0,-1 1,20 6,115 6,-98-12,169 6,-142-6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12.57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1 586,'14'-27,"-1"0,-1-1,7-28,16-83,-35 137,0 1,0-1,0 0,1 0,-1 0,1 1,-1-1,1 0,0 0,-1 1,1-1,0 1,0-1,0 1,1-1,-1 1,0 0,0-1,1 1,-1 0,1 0,-1 0,1 0,0 0,-1 0,1 0,0 1,-1-1,2 1,0 0,1 1,-1 0,1 0,-1 1,0-1,1 1,-1-1,0 1,0 0,0 0,0 1,0-1,1 2,25 23,-2 1,22 29,-38-44,30 36</inkml:trace>
  <inkml:trace contextRef="#ctx0" brushRef="#br0" timeOffset="-633.356">40 907,'5'0,"20"-2,-1 2,0 0,1 2,-1 1,0 1,0 1,0 1,-1 0,10 6,-18-7,-1 1,1 1,-2 0,1 1,-1 1,4 2,-13-8,1 1,-1 0,0-1,0 1,-1 1,1-1,-1 0,0 1,0 0,-1 0,1 0,-1 0,0 0,0 0,-1 1,1-1,-1 0,0 1,-1 1,-2 7,0-1,-1 0,-1 1,0-1,-1-1,0 1,-1-1,0 0,-1 0,0-1,-1 1,-1-2,1 1,-5 2,8-6,-104 129,88-97,20-37,1-1,0 0,0 1,0-1,-1 0,1 0,1 1,-1-1,0 0,0 0,0 1,1-1,-1 0,1 0,-1 1,1-1,-1 0,1 0,0 0,-1 0,1 0,0 0,0 0,0 0,0 0,0 0,0-1,0 1,0 0,0-1,0 1,1 0,8 3,0 0,0-1,1 0,0-1,-1 0,1-1,0 0,6 0,-4 0,102 4,86-7,-93-9,-68 4</inkml:trace>
  <inkml:trace contextRef="#ctx0" brushRef="#br0" timeOffset="-364.028">52 1180,'0'0,"11"1,20 2,22 2,20 0,10 0,5-3,1-8,-15-2</inkml:trace>
  <inkml:trace contextRef="#ctx0" brushRef="#br0" timeOffset="508.158">981 314,'17'15,"-1"2,-1 0,-1 1,5 8,-6-8,42 60,-5 1,-2 3,-4 2,-4 1,-4 3,-4 0,-3 2,13 77,-30-104,-3 0,-3 1,-2 0,-3 0,-4 23,-1-46,-1-2,-2 1,-2-1,-1 0,-2 0,-2-2,-2 1,-1-2,-3 3,-65 86,-2-23</inkml:trace>
  <inkml:trace contextRef="#ctx0" brushRef="#br0" timeOffset="2233.63">1719 68,'5'-12,"18"-44,-35 91,-2 31,4 0,2 1,3-1,3 1,7 66,19 87,9-2,48 163,-49-239,-26-113,164 833,-137-562,-32-287,-2-10,1 0,0 0,0 1,0-1,0 0,1 1,-1-1,1 0,0 0,0 0,0 1,0-1,0 0,1 0,-1-1,1 1,0 0,0 0,0-1,0 1,1-1,-1 0,2 1,2-1,1-1,-1 0,1 0,-1-1,1 0,0 0,-1 0,1-1,-1 0,1-1,1 0,6 0,106-24,-53 10</inkml:trace>
  <inkml:trace contextRef="#ctx0" brushRef="#br0" timeOffset="26878.779">307 1852,'0'0,"0"0,0 0,0 0,46 10,1-2,-1-3,1-1,33-3,-71 0,-4-1,43 1,-1-2,39-5,-82 5</inkml:trace>
  <inkml:trace contextRef="#ctx0" brushRef="#br0" timeOffset="27146.085">371 1994,'0'0,"-3"1,-5 4,-2 1,0 3,8 2,8 1,12-2,11-1,10-4,10-2,8-2,6-5,-6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47.86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1,'0'0,"0"0,0 0,0 0,0 0,0 0,0 0,0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1:48.11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1,'0'0,"0"0,0 0,0 0,0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2:07.39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1 542,'0'0,"1"0,218 81,-200-73,2-2,-1 2,0 1,0 0,-1 1,-1 1,0 1,11 9,-26-18,-1 0,1 0,0 0,-1 0,0 0,0 0,0 1,0-1,0 1,-1-1,0 1,1 0,-1-1,-1 1,1 0,0 0,-1 0,0 0,0 0,0 0,0-1,-1 1,0 0,1 0,-1 0,-1-1,1 1,0 0,-1-1,-1 2,-5 9,-1-1,0 0,-1-1,0 0,-1-1,0 0,-2 1,-54 61,65-71,1-1,0 1,-1 0,1 0,0 0,0 0,0 0,0 1,0-1,1 0,-1 0,1 1,-1-1,1 0,0 0,0 1,0-1,0 0,0 1,0-1,1 0,-1 1,1-1,0 0,0 0,-1 0,1 0,1 0,0 2,3 1,1-1,-1 1,1-1,0-1,0 1,1-1,-1 0,1 0,-1-1,1 0,0 0,0-1,0 0,3 0,38 6,2-2,-1-3,29-3,-27 0</inkml:trace>
  <inkml:trace contextRef="#ctx0" brushRef="#br0" timeOffset="267.284">256 941,'0'0,"0"0,0 0,0 0,7 0,13 0,12 0,16 0,12-3,-3-1</inkml:trace>
  <inkml:trace contextRef="#ctx0" brushRef="#br0" timeOffset="659.237">117 284,'-3'-4,"0"-3,0-1,1 1,0-1,0 0,1 0,0 0,1 0,0 0,0-1,0 1,1 0,0 0,1 0,0 1,0-1,1 0,1-2,0-3,0 0,1 0,0 1,1 0,1 0,0 0,1 1,6-8,-13 18,0 0,0-1,0 1,0 0,0 0,0-1,1 1,-1 0,0 0,1 0,-1 1,1-1,-1 0,1 0,0 1,-1-1,1 1,-1 0,1-1,0 1,-1 0,1 0,0 0,0 0,-1 0,1 0,0 1,-1-1,1 1,0-1,-1 1,1-1,0 2,4 3,0 0,0 1,0 0,-1 0,0 1,-1-1,1 1,-1 0,0 0,-1 1,2 4,1 1,126 278,-88-207,-3-10</inkml:trace>
  <inkml:trace contextRef="#ctx0" brushRef="#br0" timeOffset="1008.304">867 231,'0'0,"5"3,9 7,11 12,10 16,8 19,4 19,-1 20,-5 16,-9 14,-15 10,-17 3,-21 0,-17-11,-2-27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2:11.01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81 1,'0'0,"0"0,-2 2,-5 4,-3 7,-4 9,-1 13,2 14,3 17,3 17,5 17,4 17,6 18,5 15,4 8,-2-23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2:09.76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224 137,'-17'8,"-1"2,1 0,1 0,0 2,0 0,1 1,1 0,0 1,0 2,7-8,0 0,1 0,0 1,0 0,1 0,0 0,1 0,0 1,0 0,1 0,0 0,1 0,0 1,1-1,0 0,1 1,0-1,0 1,1-1,0 1,1-1,1 0,-1 0,1 0,1 0,1 3,1-3,1-1,-1 1,1-1,1 0,0-1,0 0,0 0,1 0,0-1,1-1,6 4,-10-6,1-1,0 1,0-1,0-1,0 1,0-1,0-1,1 1,-1-1,1 0,-1-1,1 0,-1 0,1-1,-1 0,1 0,-1 0,2-2,-3 1,-1 0,0 0,0-1,0 0,-1 0,1 0,0-1,-1 1,0-1,0 0,0-1,-1 1,1 0,-1-1,0 0,-1 0,1 0,-1 0,0 0,0-1,0 1,-1 0,1-1,-2 0,1-4,1-5,-2 1,0 0,-1-1,0 1,-1 0,0 0,-2 0,1 0,-5-10,1 7,-1 1,0 0,0 0,-2 0,0 2,-1-1,0 1,-1 1,-1 0,0 0,0 1,-2 1,1 1,-16-9,27 17,-1-1,-1 1,1 0,0 0,0 1,-1-1,1 1,-1 0,0 0,1 1,-2-1,2 8,15 8,9 2</inkml:trace>
  <inkml:trace contextRef="#ctx0" brushRef="#br0" timeOffset="885.689">771 175,'-8'0,"-2"0,0 0,0 1,1 1,-1-1,0 1,1 1,0 0,-1 0,1 1,0 0,1 1,-1 0,1 0,0 1,0 0,1 0,0 1,0 0,0 0,1 1,0-1,0 1,1 1,0-1,1 1,1 1,0-1,1 1,0 0,0-1,1 1,1 0,0 0,0 0,1 0,0 0,1 0,0-1,0 1,1-1,3 8,1-1,0-1,1 1,0-1,2-1,0 0,0 0,1-1,9 8,-12-13,0-1,0 0,1 0,0-1,0 0,1-1,0 0,9 3,-16-6,0-1,1 0,-1 0,1 0,0-1,-1 1,1-1,0 0,-1 0,1 0,0 0,-1-1,1 1,-1-1,1 0,-1 0,1 0,-1-1,0 1,1-1,-1 0,0 0,0 0,0 0,0 0,-1-1,1 1,0-2,2-4,0-1,-1 0,0-1,-1 1,0-1,0 0,-1 0,0 0,-1 0,0 0,-1 0,0 0,0 0,-1 0,-1 0,1 0,-2 0,1 0,-3-5,-4-14,-1 0,-1 1,-1 1,-1 0,-2 0,0 2,-2 0,-1 0,-1 2,-1 0,-1 1,16 13,18 11,-12-2,15 6,1-2,-1 0,1 0,0-2,0 0,0-1,0-1,0 0,1-1,-1-1,-1-1,1 0,0-1,9-5,-22 8,-1-1,0 0,1 0,-1 0,0-1,0 1,-1-1,1 1,0-1,-1 0,0 0,0 0,0 0,0-1,0 1,0-1,-1 1,0-1,0 1,0-1,0 0,0 1,-1-1,0 0,1 0,-1 0,-1 1,1-1,-1 0,1 3,-1 1,1-1,0 0,-1 1,1-1,0 0,-1 0,1 1,0-1,0 0,0 0,0 1,0-1,0 0,0 0,0 0,0 1,0-1,0 0,0 0,0 0,1 1,-1-1,0 0,1 1,-1-1,0 0,1 1,-1-1,1 0,-1 1,1-1,-1 1,1-1,0 0,-1 1,1 0,0-1,-1 1,1-1,0 1,-1 0,1 0,0-1,0 1,-1 0,1 0,0 0,0 0,0 0,-1 0,1 0,0 0,0 0,0 0,-1 0,1 0,0 1,0-1,-1 0,1 1,72 47,-52-32,127 91,4-6,11-2,-146-90,-2-1,-1 0,0 1,0 1,-1 0,1 2,-12-10,0-1,-1 1,1 0,-1 0,1 0,-1 0,0 0,1 0,-1 0,0 0,-1 1,1-1,0 0,-1 1,1-1,-1 0,0 1,0-1,0 1,0-1,0 1,0-1,-1 0,1 1,-1-1,1 0,-1 1,0-1,0 0,0 0,0 0,-1 0,1 0,-1 0,1 0,-1 0,-124 143,-54 78,140-172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2:15.06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524 261,'0'0,"0"0,0 0,0 0,0 0,-2 4,-6 7,-5 9,-6 9,-4 5,-2 5,-3 4,1-1,0-2,4-8,4-8,5-11,4-8</inkml:trace>
  <inkml:trace contextRef="#ctx0" brushRef="#br0" timeOffset="203.455">192 223,'0'0,"0"0,5 4,10 9,10 12,11 11,8 10,5 4,3-1,1-4,-8-11</inkml:trace>
  <inkml:trace contextRef="#ctx0" brushRef="#br0" timeOffset="756.505">612 93,'-6'-5,"-7"-5,1 1,-1 0,0 0,-1 2,0-1,0 2,-1 0,0 1,0 0,0 1,0 1,-1 0,1 1,-1 1,1 0,-1 2,0-1,1 2,-1 0,1 1,-12 3,10 0,1 1,1 0,-1 1,1 1,1 0,-1 1,2 1,-1 0,2 0,-1 2,2-1,-1 2,2-1,0 1,1 1,0 0,1 0,0 1,2 0,0 0,1 1,0-1,1 1,1 0,1 1,0-1,2 0,0 0,0 1,2-1,3 17,2-12,1-1,1 0,1-1,1 0,1 0,1-1,0-1,1 0,1 0,1-2,0 0,1-1,1-1,0 0,1-1,1-1,0-1,0-1,1-1,0 0,1-2,7 2,-14-6,0 1,0-2,0 0,0 0,0-2,0 0,1 0,-1-2,0 0,0 0,0-2,-1 0,1 0,-1-2,0 1,0-2,0 0,-1-1,0 0,-1-1,0 0,0-1,-1 0,6-8,-8 5,0 0,-1 0,-1-1,0 0,-1-1,0 1,-1-1,-1 0,0 0,-2-1,1 1,-2-1,0 0,-1 1,0-1,-1 0,-1 1,-1-1,0 1,-1 0,0 0,-2 0,1 1,-2-1,0 1,-1 1,-4-7,1 3,0 0,-2 1,0 0,0 1,-2 0,0 1,0 1,-2 1,1 0,-2 1,1 0,-1 2,-1 0,0 1,0 1,0 1,-1 0,0 2,-18-3,-9 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2:13.36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981 869,'-5'7,"-71"91,-33 30,51-61,-21 22,78-88,1-1,-1 1,0 0,1 0,-1 0,0 0,0-1,1 1,-1 0,0-1,0 1,0-1,0 1,0-1,0 1,0-1,0 0,0 1,0-1,0 0,0 0,0 0,0 0,0 0,0 0,-1 0,-6-6</inkml:trace>
  <inkml:trace contextRef="#ctx0" brushRef="#br0" timeOffset="253.892">547 856,'0'0,"0"0,5 6,9 11,12 14,11 12,7 11,5 8,4 6,0 1,0-2,0-5,-9-14</inkml:trace>
  <inkml:trace contextRef="#ctx0" brushRef="#br0" timeOffset="1203.921">445 313,'2'-10,"4"-19,1-1,2 1,0 0,3 1,0 0,1 1,4-3,-13 23,1-1,1 1,-1 0,1 0,1 1,-1 0,6-4,-10 8,0 1,0-1,1 1,-1 0,0-1,1 1,-1 0,1 1,-1-1,1 0,-1 1,1-1,-1 1,1 0,0 0,-1 0,1 0,-1 0,1 1,0-1,-1 1,1 0,-1 0,1 0,-1 0,0 0,1 0,0 1,5 4,-1 1,0 1,0-1,0 1,-1 0,0 0,0 1,-1 0,0 0,1 5,-2-7,48 96,-27-54</inkml:trace>
  <inkml:trace contextRef="#ctx0" brushRef="#br0" timeOffset="5451.684">38 403,'8'-13,"17"-28,-19 38,-6 13,-28 128,12-68,3 1,4 0,2 1,4 0,2 0,4 0,3-1,7 25,-1-44,2 0,2-1,3 0,2-2,2 0,2-2,21 30,51 55,-2-20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2:17.38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77 540,'0'0,"5"-2,7-2,0 0,0 0,0 2,1-1,-1 2,1 0,0 0,-1 1,1 0,-1 2,1-1,-1 1,1 1,2 1,-10-2,0 0,0 0,0 1,-1-1,1 1,-1 1,1-1,-1 0,0 1,0 0,0 0,-1 0,1 0,-1 1,0 0,-1-1,1 1,-1 0,0 0,0 0,0 0,-1 1,0-1,0 0,0 1,0-1,-1 1,0 0,-3 13,-1 0,0-1,-1 1,-1-1,-1 0,-1-1,0 0,-1 0,-1-1,-1 0,-11 14,17-22,-73 115,77-121,-1 1,1-1,0 1,0-1,0 1,0-1,0 1,1-1,-1 1,1 0,0-1,-1 1,1 0,0-1,1 1,-1 0,0-1,1 1,0 0,0-1,-1 1,1-1,1 1,-1-1,0 0,1 1,-1-1,1 0,0 1,8 3,-1-1,1 0,0 0,0-1,0-1,0 1,1-2,0 1,-1-2,10 2,-9-2,42 8,1-3,0-3,0-2,53-5,-67-1</inkml:trace>
  <inkml:trace contextRef="#ctx0" brushRef="#br0" timeOffset="249.871">127 876,'0'0,"-1"2,1 3,5 4,9 2,13 1,13-2,9-3,-4-3</inkml:trace>
  <inkml:trace contextRef="#ctx0" brushRef="#br0" timeOffset="627.861">0 191,'4'-4,"131"-166,-134 169,-1 0,0 0,1 0,-1 0,1 1,-1-1,1 0,-1 0,1 0,-1 1,1-1,0 0,0 1,-1-1,1 0,0 1,0-1,0 1,0-1,-1 1,1 0,0-1,0 1,0 0,0 0,0-1,0 1,0 0,0 0,0 0,0 0,0 0,0 1,0-1,0 0,0 0,0 1,0-1,0 0,0 1,-1-1,1 1,0-1,0 1,0-1,-1 1,1 0,0 0,69 84,-41-46,50 57,-42-55</inkml:trace>
  <inkml:trace contextRef="#ctx0" brushRef="#br0" timeOffset="944.045">827 100,'0'0,"5"4,8 9,12 13,10 16,10 19,5 17,1 16,-3 14,-7 11,-12 9,-14 5,-18-1,-18-5,-15-12,-17-14,-15-14,3-22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2:06.10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5197 1087,'0'0,"-2"3,-4 3,-6 6,-5 6,-4 6,-3 4,-2 4,0 2,-1 3,1 0,-1-2,3-4,3-8,3-9,3-12,4-5</inkml:trace>
  <inkml:trace contextRef="#ctx0" brushRef="#br0" timeOffset="254.34">4852 1087,'0'0,"0"0,4 5,8 11,8 11,8 11,6 9,5 3,2 0,2-6,0-9,-2-12,-7-9</inkml:trace>
  <inkml:trace contextRef="#ctx0" brushRef="#br0" timeOffset="743.058">5260 906,'-12'-5,"-14"-4,0 0,-1 2,0 1,0 0,-27 0,40 5,0 1,1 0,-1 1,0 1,0 0,1 1,-1 0,1 1,0 0,0 1,1 1,-1 0,1 1,-1 2,0 1,0 0,1 0,1 1,0 1,0 0,1 1,1 0,0 0,0 1,2 0,0 0,0 1,2 0,0 0,0 0,0 6,1-2,1 0,1-1,1 1,0 0,1 0,1 0,1 0,1 0,1 0,0-1,1 1,1-1,1-1,4 9,-3-11,0-1,1 0,1-1,0 0,1 0,0-1,1 0,0-1,1-1,0 0,1 0,0-2,13 7,-16-9,0-2,0 1,1-2,0 1,-1-1,1-1,0 0,0-1,0-1,0 1,0-2,1 0,-1 0,0-1,-1 0,1-1,0-1,-1 0,3-2,-3 1,-1 0,0-2,0 1,-1-1,0 0,0-1,0 0,-1-1,0 1,-1-2,0 1,-1-1,0 0,0 0,-1-1,0 1,-1-1,0 0,-1 0,0-3,1-4,-1 0,-1 0,0 0,-2 0,0 0,-1 0,0 0,-2 0,0 0,-1 0,-1 1,-6-13,4 11,-1 1,-1 1,-1 0,0 0,-2 1,0 0,0 1,-1 0,-1 1,-1 1,0 0,0 1,-1 1,-1 0,0 1,0 1,-6-2,18 9,0-1,-1 1,0 0,1 0,-1 1,0-1,0 1,0 1,0-1,0 1,1 0,-1 0,0 1,0 0,0 0,0 0,0 1,1 0,-1 0,-2 1,-6 16,9 3</inkml:trace>
  <inkml:trace contextRef="#ctx0" brushRef="#br0" timeOffset="-31299.695">1 1344,'7'0,"266"17,-154-7,-106-9,31 3,-1-2,1-2,31-5,-30-7,-44 12,0-1,0 1,1-1,-1 1,0-1,0 0,-1 0,1 1,0-1,0 0,0 0,0 0,-1 0,1 0,0 0,-1 0,1 0,-1 0,1 0,-1 0,0 0,1-1,-1 1,0 0,0 0,0 0,0-1,0 1,0 0,0 0,0 0,0-1,-1 1,1 0,0 0,-1-1,-4-7,-1 1</inkml:trace>
  <inkml:trace contextRef="#ctx0" brushRef="#br0" timeOffset="-30970.06">154 1539,'0'0,"-3"4,-3 4,-3 5,3 2,6-1,9-2,9-4,10-4,9-3,8-4,4-1,3-1,-1 1,-3 2,-4 3,-6 1,-9 2</inkml:trace>
  <inkml:trace contextRef="#ctx0" brushRef="#br0" timeOffset="-5638.603">1466 222,'0'0,"2"9,3 14,5 17,1 15,2 9,0 6,-1 3,-1 0,-1 1,-2-3,-1-4,-1-6,0-7,-2-14</inkml:trace>
  <inkml:trace contextRef="#ctx0" brushRef="#br0" timeOffset="-5290.533">1262 1228,'10'1,"643"41,-610-40,58 5,1-5,4-5,-71-1,-10-1</inkml:trace>
  <inkml:trace contextRef="#ctx0" brushRef="#br0" timeOffset="-4848.188">1733 1449,'-4'9,"-8"15,0 1,2 0,1 1,2 0,0 1,2 0,0 0,2 0,1 0,1 0,3 16,6 24,2-1,20 63,-12-55,-3 1,-3 2,-12-76,0 47,0-46,0-1,0 0,0 0,0 0,-1 1,1-1,0 0,-1 0,1 0,-1 0,1 0,-1 0,0 0,1 0,-1 0,0 0,0 0,0 0,0 0,1 0,-1-1,0 1,-1 0,1-1,0 1,0-1,0 1,0-1,0 1,0-1,-1 0,1 0,0 0,0 0,0 0,-1 0,-5-1,1-1,-1 1,1-2,0 1,0-1,0 0,0 0,0-1,0 0,1 0,-5-4,0 1,-179-145,147 106,31 29</inkml:trace>
  <inkml:trace contextRef="#ctx0" brushRef="#br0" timeOffset="-4517.073">1694 1501,'0'0,"0"0,0 0,0 0,8 1,13 2,16 3,15 0,9 1,6-2,5-1,1-1,-12-1</inkml:trace>
  <inkml:trace contextRef="#ctx0" brushRef="#br0" timeOffset="-4103.668">2039 1656,'0'4,"2"7,0-1,0 1,2-1,-1 0,1 0,1 0,0 0,5 7,1 3,-1 0,-1 0,0 0,-1 1,-1 0,3 20,-9-33,1 1,-1 0,-1-1,0 1,0 0,-1-1,0 1,0 0,-1-1,0 1,-1-1,0 0,0 0,-1 0,0 0,-2 3,-4 2,1-2,-1 1,-1-1,0-1,0 0,-12 7,10-7,12-9,0-1,0 0,0 1,0-1,0 1,1-1,-1 1,0-1,0 1,0 0,1-1,-1 1,0 0,1-1,-1 1,1 0,-1 0,1 0,-1-1,1 1,0 0,-1 0,1 0,0 0,0 0,-1 0,1 0,0 0,0 0,0 0,0 0,0 0,0 0,1 0,-1 0,0 0,0 0,1-1,-1 1,1 0,-1 0,1 0,-1 0,1-1,-1 1,1 0,0 0,-1-1,1 1,0 0,0-1,-1 1,1-1,8 5,0-1,-1 0,2-1,-1 0,0 0,0-1,2 0,58 9,1-2,0-3,25-3,-16-2</inkml:trace>
  <inkml:trace contextRef="#ctx0" brushRef="#br0" timeOffset="-3063.423">2841 156,'0'0,"-1"-5,1-5,-1-1,0 1,0 0,-1 0,-1 0,0 0,0 0,-1 0,0 1,-1 0,0 0,0 0,-5-5,9 13,1 0,-1 0,1 1,-1-1,0 1,1-1,-1 0,0 1,1-1,-1 1,0 0,0-1,1 1,-1 0,0-1,0 1,0 0,0 0,0 0,1-1,-1 1,0 0,0 0,0 0,0 1,0-1,0 0,1 0,-1 0,0 1,0-1,0 0,1 1,-1-1,0 1,0-1,1 1,-1-1,0 1,1-1,-1 1,0 0,1-1,-1 1,1 0,-1-1,1 1,0 0,-1 0,1 0,-16 44,9 1,2 1,3-1,1 1,3 0,4 18,-6-57,94 770,-54-491,-20-137,7 62,9-1,10 0,-36-170,3 0,1-1,16 32,-28-68,-1 1,1-1,0 1,1-1,-1 0,1 0,-1 0,1-1,0 1,1-1,-1 1,1-1,-1 0,1-1,0 1,0 0,0-1,0 0,1 0,-1 0,0-1,2 1,23-6,-1-7</inkml:trace>
  <inkml:trace contextRef="#ctx0" brushRef="#br0" timeOffset="-379.528">3745 518,'0'0,"0"0,0-1,97-241,-97 241,0 0,0 0,1 0,-1 0,1 0,-1 0,1 0,-1 0,1 0,-1 0,1 0,0 0,0 0,-1 0,1 0,0 1,0-1,0 0,0 1,0-1,0 0,0 1,0-1,0 1,0 0,0-1,0 1,0 0,1 0,-1-1,0 1,0 0,0 0,0 0,1 1,0-1,3 3,0 1,0 0,0 0,-1 0,1 1,-1-1,0 1,0 0,-1 0,2 3,4 4,125 185,-100-150</inkml:trace>
  <inkml:trace contextRef="#ctx0" brushRef="#br0" timeOffset="-1106.585">3911 1062,'47'-30,"208"-108,-252 137,14-6,-17 7,0 0,1 0,-1 0,0 0,1 0,-1 0,0 0,1 1,-1-1,0 0,1 0,-1 0,0 0,1 1,-1-1,0 0,0 0,1 1,-1-1,0 0,0 0,0 1,1-1,-1 0,0 0,0 1,0-1,0 0,0 1,1-1,-1 0,0 1,0-1,0 0,0 1,0-1,0 0,0 1,0-1,0 0,-1 1,1-1,0 0,0 1,0-1,0 0,0 1,0-1,-1 1,-2 8,0 1,-1-1,-1 0,1 0,-1 0,-1-1,0 0,0 0,-3 2,3-1,-64 75,-60 54,44-48,49-52,27-29</inkml:trace>
  <inkml:trace contextRef="#ctx0" brushRef="#br0" timeOffset="-854.26">3796 867,'0'0,"0"0,2 4,2 10,5 9,6 12,8 11,8 9,7 6,6 5,4 1,3-3,2-6,2-10,-10-12</inkml:trace>
  <inkml:trace contextRef="#ctx0" brushRef="#br0" timeOffset="2847.433">3427 376,'0'0,"-2"7,-3 14,-4 16,-3 18,0 16,0 14,2 14,4 11,3 9,7 10,8 5,12 6,14 2,19-1,21-5,21-9,-5-26</inkml:trace>
  <inkml:trace contextRef="#ctx0" brushRef="#br0" timeOffset="23761.999">562 3762,'-5'2,"-49"23,55-24,-1-1,1 1,0 0,0-1,0 1,-1 0,1-1,0 1,0-1,0 1,0-1,0 0,0 1,0-1,0 0,0 0,0 0,0 0,0 0,0 0,0 0,0 0,0 0,1 0,250-1,-196 3,-13-1,0-1,0-2,21-5,-54 4,-12-1,-9 4,-2 1</inkml:trace>
  <inkml:trace contextRef="#ctx0" brushRef="#br0" timeOffset="24042.271">626 3955,'0'0,"6"5,13 4,14 4,15 2,13-2,11-2,-7-4</inkml:trace>
  <inkml:trace contextRef="#ctx0" brushRef="#br0" timeOffset="27874.544">1644 2689,'0'0,"0"0,0 0,0 0,0 6,1 10,1 12,2 11,1 7,2 5,1 3,-1 1,1-2,1-6,1-6,0-9,-1-9</inkml:trace>
  <inkml:trace contextRef="#ctx0" brushRef="#br0" timeOffset="28206.655">1478 3233,'11'8,"0"0,0 0,1-1,0 0,0-2,0 1,1-1,0-1,6 2,82 21,0-4,6-4,-23-3,87 18,-153-30</inkml:trace>
  <inkml:trace contextRef="#ctx0" brushRef="#br0" timeOffset="28613.567">1912 3452,'-6'6,"-5"2,1 1,1 1,0-1,0 1,1 1,0 0,1 0,0 0,1 1,0 0,1 0,0 1,1-1,1 1,0 0,-1 6,3 21,2-1,1 1,2-1,2 0,1 0,7 17,-9-32,28 135,-33-158,0 0,1 0,-1 1,0-1,1 1,-1-1,0 0,0 1,0-1,0 0,-1 1,1-1,0 1,-1-1,1 0,0 0,-1 1,0-1,1 0,-1 0,0 1,1-1,-1 0,0 0,0 0,0 0,0 0,0 0,0 0,0-1,0 1,-1 0,0 0,-2-2,0 0,0 1,0-1,0-1,0 1,0-1,0 0,0 0,0 0,1 0,-1 0,-1-3,-4-1,-137-93,144 98,1 1,-1-1,1 0,-1 0,1 0,0 0,0 0,-1 0,1 0,0 0,0-1,0 1,0 0,0-1,1 1,-1 0,0-1,1 1,-1-1,1 0,-1 1,1-1,0 1,-1-1,1 0,0 1,0-1,0 1,1-1,-1 0,0-1,8-8</inkml:trace>
  <inkml:trace contextRef="#ctx0" brushRef="#br0" timeOffset="28913.299">1835 3594,'0'0,"0"0,6-1,10-4,14-1,11 0,10 2,4 4,0 2,-9 1</inkml:trace>
  <inkml:trace contextRef="#ctx0" brushRef="#br0" timeOffset="29327.698">2026 3632,'0'1,"-1"-1,0 1,0 0,1-1,-1 1,0 0,1 0,-1-1,0 1,1 0,-1 0,1 0,0 0,-1 0,1 0,0 0,-1 0,1 0,0 0,0 0,0 0,0 0,0 0,0 0,0 0,0 0,1 0,-1 0,0 0,0 0,1 0,-1 0,1 0,-1-1,1 2,25 28,-22-25,9 7,0 2,-1 0,-1 0,0 1,4 9,-13-20,1 1,-1 0,0 0,0 0,0 0,-1 1,1-1,-1 0,-1 1,1-1,-1 1,0-1,0 1,0-1,-1 1,0-1,0 0,-1 1,1-1,-3 4,-1 1,-2-1,0 1,0-1,0 0,-1-1,0 0,-1 0,0-1,0 0,-1 0,1-1,-2 0,-4 1,0 3,14-10,1 0,-1 0,1 0,-1 0,1 0,-1 0,1 0,-1 0,1 0,-1 0,1 0,-1 1,1-1,-1 0,1 0,-1 1,1-1,0 0,-1 0,1 1,-1-1,1 1,0-1,-1 0,1 1,0-1,0 1,-1-1,1 1,0-1,0 1,0-1,0 1,-1-1,1 1,0-1,0 1,0-1,0 1,0-1,0 1,0-1,1 1,-1-1,0 1,0-1,0 0,0 1,1-1,-1 1,0-1,0 1,1-1,-1 1,0-1,1 0,-1 1,0-1,1 0,-1 1,1-1,-1 0,0 0,1 1,-1-1,1 0,-1 0,1 0,10 3,0 0,-1-1,1-1,0 0,0 0,1-1,0-1,3 1,171-8,-126 3</inkml:trace>
  <inkml:trace contextRef="#ctx0" brushRef="#br0" timeOffset="30054.755">2816 2703,'-7'-10,"-8"-12,-1 1,-1 1,-1 1,-1 0,0 1,-8-3,26 19,0 1,0 0,1 0,-1 0,-1 0,1 0,0 0,0 1,0-1,0 0,-1 1,1-1,0 0,0 1,-1 0,1-1,0 1,-1 0,1-1,-1 1,1 0,0 0,-1 0,1 0,-1 1,1-1,0 0,-1 0,1 1,0-1,-1 1,1 0,0-1,-1 1,1 0,0-1,0 1,0 0,0 0,0 0,0 0,0 0,0 0,0 0,1 1,-1-1,-1 7,1-1,0 1,0 0,1 0,0-1,1 1,-1 0,2 2,56 350,-9 66,-25-182,16 30,-38-266,0 8,1 0,1-1,0 0,2 1,-1-2,4 6,-8-18,1 1,0-1,0 1,0-1,0 1,0-1,0 0,1 0,-1 0,0 0,1-1,0 1,-1-1,1 1,0-1,0 0,0 0,0 0,0 0,0-1,0 1,0-1,0 0,2 0,75-13,-75 11,51-14,-1-1</inkml:trace>
  <inkml:trace contextRef="#ctx0" brushRef="#br0" timeOffset="35670.382">3949 2922,'0'0,"0"0,0 0,0 0,0 0,0 0,0 0,-2 4,-7 22,2 0,1 0,1 1,1-1,1 1,1 17,2-41,-2 115,8 73,1-2,-7-173,1-9</inkml:trace>
  <inkml:trace contextRef="#ctx0" brushRef="#br0" timeOffset="42387.992">4484 3192,'-5'3,"-10"3,1 1,0 0,1 1,0 1,0 0,-10 10,19-15,0 0,0 0,0 0,0 1,1 0,0 0,0 0,0 0,1 0,0 0,0 1,0-1,0 1,1 0,0-1,0 1,1 0,0 0,0-1,0 3,2 4,1 0,1 0,0 0,0-1,1 1,1-1,0 0,0 0,1-1,1 0,0 0,0 0,0-1,1-1,1 0,0 0,0 0,0-1,1-1,6 3,-8-4,0-1,0 0,0-1,1 0,-1 0,1-1,-1 0,1-1,0 0,0 0,5-2,-11 1,1 0,0-1,0 0,-1 0,1 0,0-1,-1 1,1-1,-1 0,0-1,0 1,0-1,0 1,0-1,0-1,-1 1,1 0,-1-1,0 0,0 1,-1-1,1 0,-1-1,1 0,1-4,-1 0,0 0,-1 0,0 0,-1 0,0 0,0 0,0 0,-2-1,1 1,-1 0,0 0,-1-1,0 1,-1-1,-2-8,-1 1,-1-1,-1 2,0-1,-1 1,-1 1,-3-4,1 3,-1 1,-1 0,0 1,-1 0,0 1,-1 1,0 1,-1 0,-10-4,25 14</inkml:trace>
  <inkml:trace contextRef="#ctx0" brushRef="#br0" timeOffset="42865.227">5006 3038,'-6'-1,"5"1,-37-1,37 1,0 0,0 0,0 0,1 0,-1 1,0-1,0 0,0 0,0 1,1-1,-1 1,0-1,0 1,1-1,-1 1,0-1,1 1,-1-1,0 1,1 0,-1-1,1 1,-1 0,1 0,-1-1,1 1,0 0,0 0,-1 0,1 0,0-1,0 1,0 0,0 0,-1 0,1 0,1 0,-1 0,0-1,0 2,2 4,0 0,1 0,0 0,0 0,0 0,0-1,1 1,0-1,1 1,57 67,2-2,16 10,-13-15,38 49,-103-112,1 0,-1 0,0 0,0 0,0 1,0-1,0 1,-1-1,1 1,-1 0,0-1,0 1,-1 0,1 0,-1 0,0-1,0 1,0 0,0 0,-1 0,0 0,0-1,0 1,0 0,0 0,-1-1,0 2,-10 15,-2-1,-1 0,0-1,-8 7,-3 4,-94 107,84-95</inkml:trace>
  <inkml:trace contextRef="#ctx0" brushRef="#br0" timeOffset="43383.911">3541 2677,'0'0,"0"0,-1 6,-2 11,-2 16,0 18,1 19,1 17,2 17,0 17,2 15,3 11,0-20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3:10.02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26 1,'-2'5,"-5"21,2 0,0 0,2 0,1 1,1-1,1 1,4 22,-3-1,3 0,2-1,2 0,6 19,-1-31,-1-8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3:14.11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68 1,'-68'10,"68"-9,0 0,0-1,0 1,0-1,1 1,-1-1,0 1,0 0,0-1,0 1,1-1,-1 1,0-1,0 1,1-1,-1 0,0 1,1-1,-1 1,1-1,-1 0,1 1,-1-1,0 0,1 1,-1-1,1 0,0 0,-1 1,1-1,-1 0,1 0,-1 0,1 0,-1 0,1 0,0 0,-1 0,1 0,-1 0,1 0,0 0,186 42,-58-3,-99-26</inkml:trace>
  <inkml:trace contextRef="#ctx0" brushRef="#br0" timeOffset="268.311">106 233,'0'0,"-3"2,-2 4,-2 1,4 1,10 0,12-2,15-1,14-3,13-1,-4-1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3:10.46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1 420,'3'6,"36"58,3-1,3-2,3-2,2-3,53 48,-97-98,57 65,-61-67,1 0,-1 0,0 0,-1 1,1-1,-1 0,0 1,0-1,0 1,0-1,-1 1,0-1,0 1,0 0,0-1,-1 1,0-1,0 1,0 1,-49 95,38-80,-86 147,66-114</inkml:trace>
  <inkml:trace contextRef="#ctx0" brushRef="#br0" timeOffset="3060.874">472 175,'2'-7,"2"-6,1 1,0 0,0 0,2 0,-1 1,1 0,1 0,0 1,0 0,1 0,1 1,-1 0,1 0,-7 7,0 0,0 0,0 1,0-1,0 1,0-1,1 1,-1 0,0 0,1 1,-1-1,1 1,-1-1,1 1,-1 0,0 0,1 1,-1-1,1 1,-1 0,0 0,1 0,-1 0,0 0,0 1,0-1,0 1,0 0,0 0,0 0,-1 0,2 2,4 7,-2 0,1 1,-2 0,0 0,0 0,-1 1,0-1,-1 1,-1 0,0 0,-1 0,0 0,-1 3,22 417,17 103,-37-488,-1-1,-3 0,-2 0,-6 25,7-56,0-1,-1 0,-1 0,-1 0,0-1,0 0,-2 0,0-1,0 1,-1-2,-1 1,0-1,0-1,-2 0,-5 5,-43 21,2-11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3:00.07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38 400,'-15'25,"12"-22,1 0,0 1,-1-1,1 1,1-1,-1 1,0 0,1 0,0-1,0 1,0 0,0 0,0 2,3-3,-1 0,0 0,1 0,0 0,-1-1,1 1,0-1,0 1,1-1,-1 0,0 0,1 0,-1 0,1 0,0-1,-1 1,1-1,0 0,0 0,0 0,0 0,0 0,0 0,1-1,-1 0,2 1,-5-1,195 30,-140-23,228 24,-246-34,-38-6,-3 2</inkml:trace>
  <inkml:trace contextRef="#ctx0" brushRef="#br0" timeOffset="5615.001">1885 156,'-55'28,"-47"30,96-53,0 0,0 0,0 1,1 0,0 0,0 0,1 0,0 1,0 0,0 0,1 0,0 0,-2 7,2-4,2 0,-1 0,1 0,0 0,1 0,1 0,-1 0,1 0,1 0,0 0,1 0,-1 0,2-1,-1 0,2 1,-1-1,1 0,0-1,1 0,6 8,-4-6,1-1,-1 1,2-1,-1-1,1 0,1-1,0 0,0 0,0-1,0 0,1-1,0 0,0-1,1-1,-1 0,5 0,-12-2,0 0,1 0,-1-1,0 1,0-1,1-1,-1 1,0-1,0 0,0 0,0 0,0-1,0 0,0 0,0 0,0 0,-1-1,1 0,-1 0,0 0,0-1,0 1,0-1,-1 0,1 0,-1 0,0 0,0-1,-1 1,1-1,-1 0,0 0,0 0,0-3,-1-6,0 1,-1-1,-1 0,0 1,-1-1,0 1,-1 0,-1 0,0 0,-1 0,0 0,-1 1,0 0,-1 0,0 1,-1-1,-8-8,5 7,0 1,0 0,-1 1,-1 0,0 1,0 0,-1 1,-1 0,1 1,-1 1,-3-1,-14-2</inkml:trace>
  <inkml:trace contextRef="#ctx0" brushRef="#br0" timeOffset="10969.724">1413 1,'0'0,"-1"4,-6 33,1 0,2 0,2 0,2 32,0 22,5 0,3 0,5-1,3 0,14 35,-9-56</inkml:trace>
  <inkml:trace contextRef="#ctx0" brushRef="#br0" timeOffset="12022.439">815 297,'0'0,"0"0,-2 2,-5 4,-4 4,-1 2,1 2,6 0,8 0,10-3,10-3,8-1,7-5,4-4,1-6,-6-2</inkml:trace>
  <inkml:trace contextRef="#ctx0" brushRef="#br0" timeOffset="12290.721">1121 194,'0'0,"0"0,-4 4,-5 8,-5 7,-2 6,-1 3,2 5,3 2,4 0,6 0,4-2,5-5,4-5,0-7</inkml:trace>
  <inkml:trace contextRef="#ctx0" brushRef="#br0" timeOffset="12558.023">1083 39,'0'0,"0"0,0 0,0 0,0 0,4 6,8 10,8 15,8 15,3 14,0 12,-5 10,-8 4,-11 1,-12-7,-11-8,-3-17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3:15.8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178 124,'0'0,"2"7,52 207,-18-87,62 305,-85-385</inkml:trace>
  <inkml:trace contextRef="#ctx0" brushRef="#br0" timeOffset="343.147">1 1157,'8'4,"50"17,0-4,2-2,-1-2,2-3,8-2,91 9,1-8,44-7,-190-2,-2 0,0 0,0-1,0 0,1-1,-2-1,13-3,-10-1</inkml:trace>
  <inkml:trace contextRef="#ctx0" brushRef="#br0" timeOffset="708.687">687 1299,'-7'7,"-7"7,0 1,2 0,-1 1,2 0,0 1,1 1,1-1,1 1,0 1,1-1,1 1,1 1,0-1,0 16,5 9,1 0,3 0,1 0,2-1,3 1,1-2,7 16,-6-14,0 19,-13-62,1 0,0 0,0 0,-1 0,1 0,-1 0,1 0,-1 0,1-1,-1 1,0 0,1 0,-1 0,0-1,1 1,-1 0,0-1,0 1,0-1,0 1,0-1,0 1,0-1,1 0,-1 1,0-1,0 0,0 0,0 0,-1 0,1 0,0 0,0 0,0 0,0 0,0 0,0 0,0-1,0 1,0 0,1-1,-1 1,0-1,0 1,0-1,0 1,0-1,1 0,-1 1,0-1,0 0,1 0,-1 0,-29-18,0-1,1-1,-12-14,5 6,-1 0,10 9,1-1,1-2,1-1,-4-6,10 3,9 5</inkml:trace>
  <inkml:trace contextRef="#ctx0" brushRef="#br0" timeOffset="1004.448">535 1399,'0'0,"8"3,13 3,17 3,15 2,10 0,5-1,0-3,-3-2,-7-3,-8-3,-13-1</inkml:trace>
  <inkml:trace contextRef="#ctx0" brushRef="#br0" timeOffset="1334.658">955 1481,'-7'237,"8"-227,-2-1,1 1,-2-1,1 1,-1-1,0 1,-1-1,0 0,-1 0,0-1,0 1,-1-1,0 1,0-2,-1 1,0 0,-6 4,12-12,0 0,-1 0,1 1,0-1,-1 0,1 0,0 0,-1 1,1-1,0 0,0 1,-1-1,1 0,0 0,0 1,-1-1,1 0,0 1,0-1,0 1,0-1,0 0,0 1,-1-1,1 0,0 1,0-1,0 1,0-1,0 0,1 1,-1-1,0 1,0-1,0 0,0 1,0-1,0 0,1 1,-1-1,0 0,0 1,0-1,1 0,-1 1,0-1,0 0,1 0,-1 1,0-1,1 0,21 11,-19-10,28 9,0-2,0-1,1-1,-1-2,1-1,1-2,27-2,8-2</inkml:trace>
  <inkml:trace contextRef="#ctx0" brushRef="#br0" timeOffset="1618.987">1757 228,'0'0,"0"0</inkml:trace>
  <inkml:trace contextRef="#ctx0" brushRef="#br0" timeOffset="2234.364">1593 21,'-6'-2,"0"-1,0 0,0 1,0-1,0 1,-1 1,1-1,-1 1,0 1,1-1,-1 1,1 0,-1 0,0 1,1 0,-1 0,1 1,-1-1,1 1,0 1,0-1,0 1,0 0,0 1,1-1,-1 1,1 0,0 1,-1 0,0 7,0 0,0 0,1 0,1 1,0 0,0 0,2 0,0 0,0 1,1-1,0 1,2-1,-1 1,2-1,1 9,12 74,3-1,21 60,-10-46,145 698,-170-791,0 6,1 0,1 0,2 0,0-1,1 0,1 0,-10-19,1-1,0 0,-1 1,1-1,0 0,0 1,0-1,0 0,0 0,0 0,0 0,0 0,0 0,1 0,-1 0,0 0,1 0,-1-1,0 1,1-1,-1 1,1-1,-1 1,1-1,-1 0,1 0,-1 0,1 0,0 0,-1 0,1 0,-1 0,1-1,-1 1,1-1,6-3,-1 0,0-1,0 0,0 0,0-1,-1 0,0 0,5-7,-1 2,19-20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3:19.23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0,'0'0,"0"0,8 260,4 81,-12-328,1 0,1-1,0 1,1 0,0-1,1 0,1 0,-1 0,7 11,6-1</inkml:trace>
  <inkml:trace contextRef="#ctx0" brushRef="#br0" timeOffset="478.719">422 233,'-26'3,"19"-1,-1 0,1 0,0 1,1 0,-1 1,0 0,1 0,0 0,0 0,0 1,0 0,1 0,0 1,0 0,0-1,1 2,0-1,0 0,0 1,1 0,-2 5,1-1,1-1,0 0,0 1,1-1,0 1,1 0,0 0,1 0,0-1,1 1,0 0,0 0,2-1,2 10,-2-11,0-1,1-1,0 1,0 0,1-1,-1 0,2 0,-1 0,1-1,0 0,1 0,-1 0,3 0,-5-3,0 0,1 0,0-1,-1 1,1-1,0-1,0 1,0-1,0 1,0-1,0-1,0 1,1-1,-1 0,0 0,0 0,0-1,1 0,-1 0,0 0,0-1,2-1,0 0,1-1,-2 0,1 0,0-1,-1 0,0 0,0-1,-1 0,1 0,-1 0,-1 0,1-1,-1 0,0 0,0 0,-1 0,2-8,0 1,-1 0,0 0,-1-1,-1 1,0-1,-1 0,-1 1,0-1,-2-6,1 8,-1-1,-1 1,0-1,-1 1,0 0,-1 0,-1 1,0-1,-1 1,0 0,0 1,-1 0,-1 0,0 1,-1 0,0 0,0 1,-1 1,0 0,-9-5,19 11,-1 1,0 0,0 0,-1 0,1 0,0 1,0-1,0 1,-1-1,1 1,0 0,0-1,-1 1,1 0,0 1,-1-1,0 7,6 2</inkml:trace>
  <inkml:trace contextRef="#ctx0" brushRef="#br0" timeOffset="889.623">753 117,'0'-7,"23"19,119 108,-90-73,127 108,-125-96,-52-55,0-1,-1 0,1 1,-1-1,1 1,-1-1,0 1,0 0,-1-1,1 1,-1 0,0 0,0 0,0-1,0 1,0 0,-1 0,0-1,-1 4,-5 11,-2-1,0 0,0-1,-2 0,0-1,-6 7,3-4,-138 181,118-156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2:20.69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11 580,'0'0,"-2"12,-1 24,-1 28,2 25,4 22,5 17,5 11,6 3,6-2,3-12,-2-28</inkml:trace>
  <inkml:trace contextRef="#ctx0" brushRef="#br0" timeOffset="-1091.111">468 915,'0'0,"2"12,5 20,3 22,5 19,2 13,2 6,2-1,2-5,1-12,0-13,2-18,-5-16</inkml:trace>
  <inkml:trace contextRef="#ctx0" brushRef="#br0" timeOffset="-807.868">850 877,'0'0,"0"0,2 7,1 13,3 15,3 16,4 13,2 10,1 6,1 4,0-2,0-5,1-11,1-11,-3-16</inkml:trace>
  <inkml:trace contextRef="#ctx0" brushRef="#br0" timeOffset="-329.118">1208 839,'8'-7,"-3"6,-1 1,0 0,0 0,0 0,1 0,-1 1,0 0,0 0,0 0,0 0,0 1,0-1,0 1,-1 0,1 0,-1 1,1-1,-1 1,0 0,0-1,3 4,130 122,-80-73,16 15,3-3,3-4,2-3,10 1,-70-50,-15-9,0 1,0 0,0 0,0 0,0 1,0 0,-1 0,0 0,0 0,0 1,0 0,-3-3,-1 0,1 1,-1-1,0 0,1 1,-1-1,0 0,-1 1,1-1,0 1,-1-1,1 0,-1 1,0-1,1 0,-1 0,0 0,0 0,-1 0,1 0,0 0,-1 0,1 0,-1 0,0-1,0 2,1-3,-138 170,-70 143,178-266,-8 14</inkml:trace>
  <inkml:trace contextRef="#ctx0" brushRef="#br0" timeOffset="713.095">1997 258,'1'-2,"9"-22,1 0,1 0,1 1,1 1,1 1,1 0,1 0,0 2,6-4,-21 20,1 0,-1 1,1-1,0 1,-1-1,1 1,0 0,1 0,-1 0,0 1,0-1,1 1,-1 0,1 0,-1 0,1 0,0 0,-1 1,1 0,0 0,-1 0,1 0,0 0,-1 1,1-1,-1 1,1 0,-1 0,1 1,2 1,0 2,-2 0,1 1,-1 0,1 0,-2 0,1 0,-1 1,0-1,0 1,-1 0,1 0,0 6,12 56,-2 2,-3 0,-4 0,-2 22,-3-69,42 734,38 49,-74-738,-3 0,-3 0,-3 0,-7 39,8-96,0-1,-1 1,-1-1,0 0,0 0,-1 0,0 0,-1-1,0 0,-1 0,0 0,-1 0,1-1,-2 0,0-1,0 1,0-2,-1 1,0-1,0 0,-1-1,-7 4,-72 11,-1-16</inkml:trace>
  <inkml:trace contextRef="#ctx0" brushRef="#br0" timeOffset="60508.672">227 3321,'0'0,"6"4,12 5,12 5,12 3,9 0,5-1,1-4,1-3,-2-3,-3-3,-4-3,-4-2,-7-4,-6-5,-9 0</inkml:trace>
  <inkml:trace contextRef="#ctx0" brushRef="#br0" timeOffset="60790.432">545 3127,'0'0,"-2"5,-4 11,-4 11,-1 13,1 10,1 7,3 5,3 2,3-3,2-11</inkml:trace>
  <inkml:trace contextRef="#ctx0" brushRef="#br0" timeOffset="62719.274">1921 3192,'-27'3,"15"-1,1 1,0 1,-1 0,1 0,1 1,-1 0,1 1,0 0,0 1,1 0,0 1,0 0,1 0,-1 1,2 0,0 0,0 1,0-1,1 2,1-1,0 1,0 0,1 0,0 0,1 0,0 1,1-1,1 1,0 0,0 0,1-1,0 1,1 0,1 0,0-1,0 1,2 3,1-3,0-1,1 0,0 0,1-1,0 0,1 0,0 0,0-1,1 0,0-1,1 0,0-1,0 1,0-2,5 3,-7-5,0 0,-1-1,1 0,0 0,1-1,-1 1,0-2,1 1,-1-1,1-1,-1 0,1 0,-1 0,1-1,-1-1,1 1,-1-1,0-1,0 1,0-1,0-1,5-2,-6 1,0 1,0-2,-1 1,0-1,0 0,0 0,0 0,-1-1,0 0,-1 0,1 0,-1-1,-1 1,1-1,-2 0,1 0,-1 0,0-1,0 1,-1 0,0-1,-1 0,0-6,0 1,-1 0,0-1,-1 1,-1 0,-1 0,0 0,0 0,-1 1,-1-1,-1 1,-4-7,3 7,0 0,-1 1,-1 0,0 0,0 1,-1 1,0 0,-1 0,0 1,-1 1,0 0,0 1,0 0,-1 1,0 0,-1 1,1 1,-14-3,25 7,0-1,0 1,-1 0,1 0,0 0,0 0,0 0,0 1,0-1,0 1,0 0,0 0,0 0,1 0,-3 2,5-3,-1 1,1 0,-1 0,1-1,-1 1,1 0,0 0,-1 0,1-1,0 1,0 0,-1 0,1 0,0 0,0 0,0-1,0 1,0 0,0 0,1 0,-1 0,0 0,0 0,1-1,-1 1,0 0,1 0,-1 0,1-1,-1 1,1 0,-1-1,1 1,-1 0,1-1,0 1,13 15</inkml:trace>
  <inkml:trace contextRef="#ctx0" brushRef="#br0" timeOffset="63019.472">2380 3179,'0'0,"-2"7,0 13,-2 15,2 15,1 12,2 7,2 4,2 0,1-5,2-8,2-11,1-11,-1-11</inkml:trace>
  <inkml:trace contextRef="#ctx0" brushRef="#br0" timeOffset="63509.726">2685 3101,'5'7,"175"232,66 51,-239-283,27 40,-33-46,0 1,0 0,0-1,-1 1,1 0,-1 0,1 0,-1-1,1 1,-1 0,0 0,0 0,0 0,0 0,-1 0,1-1,0 1,-1 0,1 0,-1 0,0-1,1 1,-1 0,0-1,0 1,0 0,-1 0,-55 42,38-32,-362 263,328-237</inkml:trace>
  <inkml:trace contextRef="#ctx0" brushRef="#br0" timeOffset="63828.016">1334 2973,'0'0,"-1"5,-1 13,-2 16,1 15,0 15,4 15,4 13,5 9,6 5,6 1,0-19</inkml:trace>
  <inkml:trace contextRef="#ctx0" brushRef="#br0" timeOffset="64615.909">3182 2934,'0'-9,"-1"-18,1-1,2 0,0 1,2 0,1-1,2 2,0-1,4-5,22-17,-31 48,-1 0,0 0,0 0,0 0,1 0,-1 0,0 0,1 1,-1-1,1 0,-1 1,1 0,-1-1,1 1,-1 0,1-1,-1 1,1 0,-1 0,1 0,-1 1,1-1,0 0,-1 1,1-1,-1 1,0-1,1 1,-1-1,1 1,-1 0,0 0,1 0,-1 0,0 0,0 0,5 5,-1 1,0-1,-1 1,0 0,0 0,0 1,-1-1,0 1,0 0,-1 0,1 6,-1-7,30 122,-1 33,-12-62,-6-34,101 567,-113-621,5 27,-1 1,-2 38,-3-67,0 0,-1-1,-1 1,0-1,0 1,-1-1,0 0,-1 0,0 0,-1 0,0-1,0 1,-3 2,-18 18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25.31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0 184,'0'0,"3"-4,80-154,-83 157,0 0,1 0,-1 0,0-1,1 1,0 0,-1 0,1 0,0 0,-1 0,1 1,0-1,0 0,0 0,0 0,0 1,0-1,0 0,0 1,0-1,0 1,0-1,0 1,0 0,0-1,0 1,1 0,-1 0,0 0,0 0,0 0,1 0,-1 0,0 0,0 0,0 1,0-1,1 0,-1 1,0-1,0 1,0-1,0 1,0 0,0-1,0 1,0 0,0 0,9 10,-1 0,0 0,-1 1,0 0,0 0,-1 2,6 8,6 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25.89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1,'0'0,"0"0,0 0,0 0,0 0,4 4,7 10,9 11,7 14,5 11,3 14,-1 11,-2 10,-8 9,-9 8,-13 6,-14-1,-3-19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26.60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192 1,'0'0,"-6"8,-10 17,-8 17,-6 20,-2 14,2 13,5 8,7 8,8 5,10 5,10 6,11 5,12 1,1-20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24.4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1,'0'0,"0"0,0 0,15 0,0 0,0 2,0 0,-1 0,1 1,-1 1,0 1,0 0,0 0,-1 2,1-1,-1 2,9 7,-16-9,0 1,0 0,-1 0,1 1,-2-1,1 1,-1 0,0 1,-1-1,0 1,0 0,-1-1,0 1,0 0,-1 0,0 0,-1 1,0-1,-1 0,1 0,-2 0,1 0,-1 0,-1 0,0-1,0 1,0-1,-4 5,-81 155,88-167,-1 0,1-1,0 1,-1 0,1-1,0 1,0 0,-1 0,1 0,0-1,0 1,0 0,0 0,0 0,0-1,0 1,0 0,0 0,1 0,-1-1,0 1,0 0,1 0,-1-1,0 1,1 0,-1-1,1 1,-1 0,1-1,-1 1,1-1,-1 1,1-1,0 1,-1-1,1 1,0-1,0 1,-1-1,1 0,0 0,0 1,36 6,1-6,0-2,-1-2,23-4,-12 1,118-15,-120 14</inkml:trace>
  <inkml:trace contextRef="#ctx0" brushRef="#br0" timeOffset="297.745">13 376,'0'0,"0"0,6-1,12-3,14-1,14-2,11 1,9 0,5 0,3 0,-3 0,-14 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22.75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533 78,'0'0,"0"0,0 0,-2 5,-5 7,-6 9,-5 8,-3 4,-2 3,-1-1,1-2,2-2,1-3,4-6,5-7,4-6</inkml:trace>
  <inkml:trace contextRef="#ctx0" brushRef="#br0" timeOffset="255.316">189 168,'0'0,"0"0,5 3,8 4,8 5,8 6,3 4,2 2,0 3,-1 0,-2-3,-1-5,-7-5</inkml:trace>
  <inkml:trace contextRef="#ctx0" brushRef="#br0" timeOffset="901.636">507 0,'-57'9,"24"-3,0 2,0 1,1 2,1 1,0 2,1 1,-18 11,34-17,0 0,1 1,1 0,0 1,0 0,1 1,1 0,0 0,0 2,1-1,1 1,0 0,1 1,1 0,0 0,1 0,0 1,3-9,1 0,-1 1,1-1,1 1,-1-1,1 1,0 0,1-1,0 1,0-1,1 0,-1 1,2-1,-1 0,1 0,0 0,1 0,-1-1,1 1,1-1,-1 0,1 0,0 0,0-1,1 0,5 4,5 0,0-1,1-1,-1-1,1 0,1-1,-1-1,1-1,0 0,0-1,0-1,0-1,0-1,0 0,5-2,8 1,0-2,0-2,-1 0,18-8,-35 10,0 0,-1-2,1 1,-1-2,-1 1,0-2,1 0,-2 0,0-1,0 0,8-9,-13 11,0 0,-1 0,1-1,-1 0,0 0,-1 0,0 0,-1 0,1-1,-1 1,-1-1,0 1,0-1,-1 0,0 0,0 1,-1-1,0 0,-1 1,1-1,-2 1,1-1,-1 1,-1 0,1 0,-2 0,1 1,-1 0,0-1,0 1,-4-3,-1 0,0 1,0 0,0 1,-1 0,0 0,-1 2,0-1,0 1,0 1,-1 0,1 1,-1 1,0-1,-1 2,1 0,0 1,-1 0,1 1,0 0,-1 1,1 1,0 0,-3 1,-11 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21.26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408 324,'0'0,"0"0,0 0,0 0,-1 1,-19 34,-2 0,-2-2,-6 6,3-4,17-22,-193 242,155-209,30-32</inkml:trace>
  <inkml:trace contextRef="#ctx0" brushRef="#br0" timeOffset="363.029">0 441,'0'0,"0"0,0 0,4 4,7 9,7 8,7 8,6 6,4 3,1 2,0 1,0 0,-1-2,-2-2,-3-5,-5-8</inkml:trace>
  <inkml:trace contextRef="#ctx0" brushRef="#br0" timeOffset="991.856">0 209,'3'-6,"71"-174,-74 179,0 0,0 0,0 0,1 0,-1 0,0 0,1 0,-1 0,0 0,1 0,-1 0,1 0,0 1,-1-1,1 0,0 0,-1 1,1-1,0 0,0 1,0-1,0 0,-1 1,1 0,0-1,0 1,0-1,0 1,0 0,0 0,0 0,0-1,0 1,0 0,0 0,0 0,0 1,0-1,0 0,0 0,0 0,0 1,0-1,0 1,7 5,0 0,0 1,-1 0,0 0,-1 1,0 0,0 0,4 8,-2-4,43 62,-26-40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30.88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270 12,'0'0,"0"0,-6 3,-20 10,2 1,0 2,1 0,0 1,1 1,1 1,1 1,-13 17,28-32,1 1,-1 0,1-1,0 1,0 1,1-1,0 0,0 1,0 0,1-1,0 1,0 0,1 0,-1 1,2-1,-1 0,1 0,0 0,1 1,-1-1,2 0,-1 0,1 0,0 0,0 0,1-1,2 6,-1-6,1 0,0 0,1-1,-1 1,1-1,0-1,0 1,1-1,0 0,-1 0,1-1,0 0,0 0,1-1,1 1,7 1,0-1,1 0,-1-1,1-1,0 0,8-2,-9 1,0-1,0-1,-1 0,1-1,-1-1,0 0,0-1,0-1,0 0,-1-1,0-1,-1 0,1 0,-2-2,1 0,-1 0,-1-1,0 0,0-1,7-12,-14 17,0-1,-1 0,0-1,-1 1,0 0,0-1,0 1,-1-1,-1 0,0 1,0-1,0 0,-1 1,0-1,-1 0,0 1,0 0,-1-1,0 1,-1 0,1 0,-1 1,-1-1,0 1,0 0,0 0,-1 0,0 1,0 0,0 0,-1 1,0 0,0 0,-1 0,-2-1,-3 0,1 1,-1 0,0 0,0 2,0-1,0 2,-1 0,1 0,-1 1,1 1,-1 0,0 1,1 0,-1 1,1 1,0 0,0 1,0 0,0 1,0 1,7-3,1 0,-1 0,1 1,0 0,0 0,0 0,1 0,-1 1,1 0,0 0,0 0,3-3,-1 0,1 1,0-1,0 1,0-1,0 0,0 1,1-1,-1 1,1 0,-1-1,1 1,0-1,0 1,0 0,1-1,-1 1,1-1,-1 1,1-1,0 1,0-1,0 1,0-1,0 0,1 1,1 1,4 4,1-1,0 1,1-2,0 1,0-1,0 0,1-1,-1 0,2-1,-1 0,0 0,1-1,-1 0,3-1,146 29,-81-22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31.36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224 26,'-2'-4,"0"2,1 0,0 1,-1-1,1 1,-1-1,1 1,-1 0,0 0,1-1,-1 1,0 0,0 1,0-1,0 0,0 0,0 1,0-1,0 1,0 0,0 0,0-1,0 1,0 1,0-1,0 0,0 0,0 1,0-1,-2 2,-56 27,51-21,0 0,0 1,1 0,0 0,1 0,0 1,0 0,1 1,0-1,1 1,0 0,1 1,0-1,0 4,2-8,1 0,-1 0,1 0,1 1,0-1,0 0,0 0,1 1,0-1,0 0,1 0,0 0,0 0,0 0,1-1,0 1,1-1,-1 1,1-1,0 0,1-1,0 1,0-1,1 2,7 2,-1-1,1-1,1 0,-1 0,1-1,0-1,1 0,-1-1,1-1,0 0,0-1,0-1,0 0,0-1,0 0,0-2,0 1,0-2,-1 0,1-1,8-3,-14 4,0-1,0 0,-1 0,1-1,-1 0,0-1,0 1,-1-2,0 1,0-1,0 0,-1 0,3-6,-5 8,-1 0,0 0,0-1,0 1,-1-1,0 0,0 0,-1 0,1 0,-1 0,-1 0,1 0,-1 0,0 0,0 0,-1 0,0 0,0 0,0 0,-1 0,-2-5,-2 0,0-1,-1 1,-1 1,0 0,0 0,-1 0,-1 1,1 0,-1 1,-1 0,1 1,-1 0,-1 1,1 0,-1 0,0 2,0-1,-1 1,1 1,-1 0,0 1,0 1,0 0,0 0,0 1,-1 1,-4 1,8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31.75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1,'0'0,"1"0,144 49,208 64,-339-109,-3-1,-1 0,0 0,1 1,-1 1,-1 0,1 0,-1 1,2 1,-8-4,-1 0,0 1,0-1,0 0,-1 1,1-1,-1 1,0-1,0 1,0 0,0 0,-1-1,1 1,-1 0,0 0,0 0,-1-1,1 1,-1 0,1 0,-1-1,-1 1,1 0,0-1,-1 1,0-1,1 0,-1 1,-1-1,1 0,-1 1,-27 45,-2-2,-3-1,-2 0,19-23,-25 31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32.16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0,'0'0,"0"0,0 0,0 0,1 7,2 14,2 16,1 17,3 14,1 12,1 8,1 6,-2 3,0-1,-3-16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33.07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16,'51'-2,"776"-10,-784 11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33.59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36,'8'-8,"19"-19,-26 27,-1 0,1 1,0-1,0 1,-1-1,1 1,0-1,-1 1,1-1,-1 1,1 0,-1-1,1 1,-1 0,1-1,-1 1,1 0,-1 0,0 0,0-1,1 1,-1 0,0 0,0 0,0-1,0 1,0 0,0 0,0 0,0 0,0 0,0-1,-1 1,1 0,-5 188,4-179,-1 38,2 1,2-1,7 37,-2-53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33.96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19 0,'0'0,"0"0,0 0,0 0,0 5,-1 10,-1 10,-1 12,-1 8,0 6,1 5,1 2,3 1,3-2,0-4,1-10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34.47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1,'0'0,"6"3,199 131,52 10,-243-136,-8-6,0 1,0 0,0 1,-1-1,1 1,-1 1,0-1,0 0,-1 1,3 3,-6-7,-1 0,1 1,0-1,-1 1,1-1,-1 1,0-1,1 1,-1-1,0 1,0-1,0 1,0-1,0 1,0-1,-1 1,1-1,0 1,-1-1,1 1,-1-1,0 1,1-1,-1 0,0 1,0-1,0 0,0 1,-33 31,34-33,-73 55,-3-4,-4-2,52-31,-121 71,79-50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34.89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 0,'-2'30,"1"-1,2 0,0 1,3-1,0 0,2 0,1-1,1 0,10 23,2 14,18 75,-21-76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37.69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1 317,'0'-4,"1"-13,1-1,2 1,-1-1,2 1,0 0,2 1,-1-1,2 1,0 0,1 1,1 0,0 1,1 0,0 0,1 1,6-5,-14 14,-2 1,0 0,1 0,-1 1,1-1,0 0,0 1,0 0,0 0,0 0,0 0,1 0,-1 1,1-1,-1 1,1 0,-1 0,3 0,-3 2,0 1,-1 0,1 0,-1 0,1 1,-1-1,0 1,0-1,0 1,0-1,-1 1,1 0,-1 0,1 0,-1 0,0 0,0 0,0 1,-1-1,1 0,-1 0,0 0,0 2,1-3,30 199,-30-198,32 195,4 162,-33-224,-5 0,-20 134,16-231,-3 0,-1 0,-1-1,-11 24,-2-9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28.0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1152 128,'0'-5,"-24"-118,22 153,-1 136,13 95,20 28,-25-232</inkml:trace>
  <inkml:trace contextRef="#ctx0" brushRef="#br0" timeOffset="396.457">478 1200,'0'0,"1"0,478-16,-303 10,68-4,72 15,-269-2</inkml:trace>
  <inkml:trace contextRef="#ctx0" brushRef="#br0" timeOffset="839.272">999 1537,'0'10,"10"125,17 81,-2-15,-21-174,-1 1,-2 0,-1-1,-1 1,-1-1,-4 11,6-34,-1 0,0 0,-1 0,1 0,-1-1,0 1,0 0,0-1,0 1,-1-1,1 0,-1 1,0-1,0 0,0-1,0 1,0-1,-1 1,1-1,-1 0,0 0,0-1,1 1,-1-1,0 1,-1-1,-14 2,-1 0,1-1,-1-1,1-1,-1-1,0 0,-7-3,-29-11,36 5</inkml:trace>
  <inkml:trace contextRef="#ctx0" brushRef="#br0" timeOffset="1281.091">949 1627,'0'0,"5"-1,9-2,11-1,12-2,10 0,8 0,8 0,6 1,3 0,1 1,-11 1</inkml:trace>
  <inkml:trace contextRef="#ctx0" brushRef="#br0" timeOffset="1754.823">1306 2001,'7'3,"20"8,-10-6,-1 0,1 2,-2 0,1 1,-1 0,0 1,-1 1,0 0,-1 1,0 1,6 6,-17-15,0 0,0 1,-1-1,1 1,0-1,-1 1,0 0,0 0,0-1,-1 1,1 0,-1 0,0 0,0 0,0 0,0 0,-1-1,0 1,0 0,0 0,0-1,0 1,-1 0,1-1,-1 1,0-1,0 0,-1 0,1 1,-2 0,-13 15,0 0,-1-2,-1 0,-14 9,-18 16,48-39,-25 31,28-33,1 0,-1 0,0 0,1 0,-1 0,1 0,-1-1,1 1,-1 0,1 0,0-1,-1 1,1 0,0-1,-1 1,1 0,0-1,0 1,0-1,0 1,0-1,-1 0,1 1,0-1,0 0,0 0,0 0,0 0,0 1,0-1,0 0,0-1,0 1,0 0,0 0,1 0,28 0,1 0,0-2,20-5,-13 3,148-19,-100 13</inkml:trace>
  <inkml:trace contextRef="#ctx0" brushRef="#br0" timeOffset="8395.366">286 102,'-18'9,"1"0,0 1,1 1,0 0,1 1,0 1,1 0,1 1,0 1,1 0,0 0,1 1,1 1,-5 11,2-2,2 1,1 0,1 1,1 0,1 0,2 1,1-1,0 28,4 53,14 101,-10-169,66 721,-60-603,4 76,26 111,-37-321,1 0,1 0,2-1,0 0,1 0,2 0,0-1,2-1,0 0,2 0,-2-7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59.22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1,'0'0,"0"0,0 1,9 27,-2 0,-1 0,-1 1,-1 0,-2 0,0-6,9 131,-8 44,-3-140,15 194,-11-207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4:59.62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17,'0'0,"0"0,0 0,0 0,8 0,16 1,21-1,19 0,18-1,13 1,11-2,9-1,4-1,3 0,-2 2,-7 0,-12 2,-22 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01.97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232 237,'-1'-5,"-4"-10,-2-10,-2-1,0 1,-2 1,-1 0,0 0,-11-13,22 35,0 0,0 0,0 0,-1 1,1-1,0 0,-1 0,0 1,1-1,-1 1,0-1,0 1,1 0,-1 0,0-1,0 2,-1-1,1 0,0 0,0 1,0-1,-1 1,1-1,0 1,0 0,-1 0,1 0,0 0,0 1,-1-1,1 0,0 1,0 0,0-1,-2 2,0 3,-1 0,1 0,-1 0,2 1,-1-1,0 1,1 0,0 0,1 1,-1-1,1 1,1-1,-1 1,0 2,-7 42,1 0,3 0,2 1,3 42,32 445,-25-454,70 850,-37 31,-36-827,-4-138,0 0,0 0,0 0,1 0,-1 0,0 0,0-1,1 1,-1 0,1 0,-1 0,1 0,-1 0,1-1,-1 1,1 0,0 0,-1-1,1 1,0-1,0 1,-1 0,1-1,0 1,0-1,0 0,0 1,0-1,0 0,0 1,-1-1,1 0,0 0,0 0,0 0,0 0,0 0,0 0,0 0,0 0,0-1,0 1,0 0,0-1,0 1,0 0,-1-1,1 1,0-1,0 0,0 1,-1-1,1 1,0-1,-1 0,30-13,1-3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07.27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128 0,'0'0,"0"0,0 0,-1 1,-26 77,2 0,5 2,2 0,3 11,5-17,3 0,3 1,4-1,3 1,3-1,3 0,4 0,2-2,6 6,13 26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08.01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217 1,'-5'3,"-14"10,2 1,0 1,1 0,0 1,1 1,1 1,1 0,0 0,1 1,-6 15,12-23,0 1,0-1,2 1,-1 0,2 0,0 0,0 1,1-1,0 1,1-1,1 1,0 0,0-1,2 1,-1 0,2-1,-1 0,2 1,0-1,0 0,1-1,1 1,1 2,1-4,1 0,0 0,0-1,1 0,0-1,1 0,0-1,0 0,0-1,1 0,0 0,0-2,0 1,1-2,0 1,0-2,-1 0,1 0,1-1,-1-1,0 0,0-1,0 0,0-1,0 0,-1-1,1-1,-1 0,1-1,-1 0,6-4,-12 5,1-1,-2 1,1-1,-1 0,1-1,-1 1,-1-1,1 0,-1 0,0 0,0-1,-1 1,0-1,0 0,-1 0,1 0,-1 0,-1-1,0 1,0 0,0-1,-1 1,0-1,0 1,-1-1,0 1,-2-6,-3-4,0-1,-1 1,-2 0,1 0,-2 1,0 0,-1 1,-1 0,0 1,-1 0,0 1,-1 0,-1 1,0 1,0 0,-1 1,0 1,-3 0,6 2,0 0,0 2,-1 0,0 0,0 1,-1 1,1 0,-1 1,1 0,-15 1,-10 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08.46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192 1,'-8'5,"-9"6,0 1,1 1,0 0,2 1,-1 1,2 0,0 1,-3 5,10-13,0 1,1 0,1 0,-1 0,1 1,1-1,-1 1,2 0,0 0,0 0,0 1,1-1,1 0,0 0,0 1,1-1,1 4,0-6,0-1,1 0,0 0,0 1,0-2,1 1,0 0,1-1,-1 0,1 0,0 0,1-1,-1 1,1-1,0 0,1-1,-1 0,1 0,-1 0,1-1,0 0,6 2,3 0,-1-1,1 0,0-1,0 0,0-2,0 0,0 0,0-2,0 0,8-2,-11 1,-1 0,0-2,0 1,0-2,0 1,0-2,-1 1,0-2,0 1,-1-2,-5 5,0-1,-1 1,0-1,0 0,0-1,-1 1,1-1,-1 1,0-1,0 0,-1 0,1 0,-1-1,0 1,-1 0,1-1,-1 0,0 1,0-1,-1 0,0 1,0-1,0-1,-1-1,-1 0,0 0,0 0,-1 1,0-1,0 1,-1-1,0 1,0 0,-1 0,0 1,0-1,0 1,-1 0,0 1,0-1,0 1,-7-4,0 1,0 0,0 1,-1 0,0 1,0 1,0 0,-1 0,0 2,-10-2,-18 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08.98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1,'6'7,"39"36,1-1,3-3,1-2,1-2,2-2,2-3,0-2,2-2,15 2,-36-15,-21-8,1 0,-1 1,0 1,-1 1,6 4,-18-11,-1 0,1 0,-1 0,0 0,1 0,-1 0,0 1,0-1,0 1,1-1,-2 1,1-1,0 1,0-1,0 1,-1 0,1 0,-1-1,1 1,-1 0,0 0,0-1,0 1,0 0,0 0,0 0,0 0,-1-1,1 1,0 0,-1 0,0-1,1 1,-2 1,-40 52,-108 79,108-99,-39 33,8-5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02.71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1138 516,'0'0,"-4"4,-9 10,-9 10,-11 12,-6 11,-4 9,-1 5,1 3,4-1,3-5,4-6,8-12</inkml:trace>
  <inkml:trace contextRef="#ctx0" brushRef="#br0" timeOffset="252.36">616 605,'0'0,"0"0,6 2,9 7,13 9,12 11,12 10,9 10,6 6,5 5,2 0,-2-3,-14-12</inkml:trace>
  <inkml:trace contextRef="#ctx0" brushRef="#br0" timeOffset="713.159">820 269,'5'-6,"185"-221,-188 224,-1 1,1 0,-1-1,1 1,0 0,0 0,0 0,0 0,1 0,-1 0,0 1,1-1,0 1,-1 0,1-1,-1 1,1 0,0 1,0-1,0 0,0 1,-1 0,1-1,0 1,0 1,0-1,0 0,0 0,0 1,-1 0,1 0,0 0,4 4,0 2,-1-1,1 1,-1 0,-1 0,1 1,-2-1,1 1,0 2,5 8,18 27,-2-1</inkml:trace>
  <inkml:trace contextRef="#ctx0" brushRef="#br0" timeOffset="3730.66">271 205,'0'0,"0"0,-6 4,-10 10,-14 13,-11 16,-7 18,0 18,6 17,13 14,19 10,24 6,29 4,29 0,28-6,25-11,-9-23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04.98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13 545,'6'3,"14"5,-1 2,0 0,0 1,-1 1,0 1,-1 0,-1 2,0 0,-1 0,6 9,-16-17,0 0,-1 0,0 0,0 0,-1 1,0 0,0-1,-1 1,1 0,-2 0,1 0,-1 1,-1-1,0 0,0 0,0 1,-1-1,0 0,-1 0,0 0,-2 8,-49 92,53-107,-1 0,1 1,-1-1,1 0,-1 0,1 0,0 1,-1-1,1 0,0 0,0 0,0 1,0-1,0 0,0 0,1 1,-1-1,0 0,1 0,-1 0,0 1,1-1,0 0,-1 0,1 0,0 0,-1 0,1 0,0 0,0 0,0 0,0-1,0 1,0 0,0 0,0-1,0 1,0-1,0 1,0-1,1 1,-1-1,13 4,0-1,-1-1,1 0,0-1,0 0,1-1,5-1,-5 1,196-15,-148 8</inkml:trace>
  <inkml:trace contextRef="#ctx0" brushRef="#br0" timeOffset="239.362">0 880,'0'0,"0"0,0 0,10 0,21-2,24-1,22-3,-3 0</inkml:trace>
  <inkml:trace contextRef="#ctx0" brushRef="#br0" timeOffset="587.451">25 337,'15'-16,"116"-134,-130 148,1 1,-1-1,1 0,0 0,-1 1,1-1,0 1,0-1,0 1,0 0,0 0,0 0,0 0,1 0,-1 1,0-1,0 0,1 1,-1 0,0 0,1-1,-1 2,0-1,1 0,-1 0,0 1,1-1,-1 1,0-1,0 1,1 0,-1 0,0 0,0 0,0 1,12 11,-1 1,-1 0,0 0,-1 2,-1-1,6 12,-4-8,13 21</inkml:trace>
  <inkml:trace contextRef="#ctx0" brushRef="#br0" timeOffset="979.929">993 1,'0'0,"0"0,7 7,12 16,11 20,10 22,5 21,-1 21,-6 15,-12 14,-16 8,-20 6,-23 3,-24-4,-28-6,-27-12,-24-15,11-28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03.77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415 157,'0'0,"0"0,0 0,0 0,0 0,-3 5,-5 8,-8 10,-7 10,-3 6,-3 4,-1-2,5-7</inkml:trace>
  <inkml:trace contextRef="#ctx0" brushRef="#br0" timeOffset="285.242">149 220,'0'0,"4"4,8 8,11 10,9 7,8 6,-2-3</inkml:trace>
  <inkml:trace contextRef="#ctx0" brushRef="#br0" timeOffset="691.156">326 1,'-7'0,"-5"0,-1 2,1 0,0 0,-1 1,1 1,1 0,-1 0,0 1,1 1,0 0,1 0,-1 1,1 1,0 0,1 0,0 0,0 1,-2 5,-2 0,2 1,0 0,0 1,2 0,0 1,1 0,0 0,2 1,0 0,-3 17,6-25,2 0,-1 0,1 0,1 0,0 0,0 0,1 0,0 0,1 0,0 0,1 0,0 0,0-1,1 1,0-1,1 0,0-1,0 1,1-1,0 0,1 1,2 0,1-1,0 1,0-2,1 1,0-2,0 1,1-1,-1-1,1 0,1-1,-1 0,1-1,-1 0,13 0,-7-1,-1-1,1 0,-1-2,1 0,-1-1,1 0,-1-2,0 0,0-1,12-5,-18 5,-1 1,0-2,0 1,-1-1,1-1,-1 0,-1 0,1-1,-1 0,-1 0,1-1,-1 0,-1 0,0 0,0-1,-1 0,0-1,-1 1,0-1,0 1,-2-1,1 0,-1-1,-1 1,0 0,0 0,-1-1,-1-3,-2 0,0-1,-1 1,-1 1,0-1,-1 1,-1 0,0 0,-1 0,0 1,-1 0,0 1,-1 0,-1 1,0 0,0 0,-1 1,-1 1,1 0,-1 1,-1 0,0 1,0 0,0 1,-1 1,0 0,0 1,0 1,0 0,-1 1,1 1,-1 0,1 1,-16 2,-9 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00.14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304 0,'-1'7,"3"55,1 0,12 55,-12-100,27 165,23 64,-46-220,-3-14,-1 0,-1 0,0 0,0 1,-1-1,0 10,-1-20,0-1,-1 1,1-1,0 0,0 1,-1-1,1 0,0 1,-1-1,0 0,1 1,-1-1,0 0,1 0,-1 0,0 0,0 0,0 0,0 0,0 0,0 0,0 0,-1 0,1-1,0 1,0 0,-1-1,1 1,0-1,-1 1,1-1,0 0,-2 0,-48-5,0-12,1-3,0-1,-45-27,18 1,50 27</inkml:trace>
  <inkml:trace contextRef="#ctx0" brushRef="#br0" timeOffset="345.121">253 66,'0'0,"10"-1,17-2,19-3,19-2,14 1,7 1,3 2,-4 2,-16 3</inkml:trace>
  <inkml:trace contextRef="#ctx0" brushRef="#br0" timeOffset="723.64">661 286,'61'15,"-44"-9,1 0,-1 1,0 1,-1 0,0 1,1 2,-13-8,0-1,0 1,0 0,0 1,-1-1,1 1,-1 0,0 0,0 0,-1 0,1 0,-1 0,0 1,0-1,0 1,0 0,-1 0,0-1,0 1,0 0,-1 0,1 0,-1 0,-1 0,1 0,-2 4,0-1,0 0,-1 0,0 0,0-1,-1 1,0-1,-1 0,1 0,-1 0,-1 0,1-1,-2 1,-85 71,86-73,-59 49,64-53,0 0,0-1,0 1,1 0,-1 0,0 0,0 0,1 0,-1 0,1 0,-1 0,0 0,1 0,0 0,-1 0,1 0,0 0,-1 0,1 0,0 0,0 1,0-1,0 0,0 0,0 0,1 0,-1 0,0 0,0 1,1-1,-1 0,1 0,-1 0,1 0,-1 0,1 0,0 0,-1 0,1 0,5 2,0 1,0-1,1 0,-1 0,0-1,1 0,-1 0,1-1,0 0,6 1,-10-2,148 16,-72-11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09.94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3,'0'0,"0"0,0 0,0 0,0 0,7 0,11 0,17-1,15 0,16 0,15 1,7 1,-11-1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23.20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75,'8'-1,"52"-10,0 4,43 0,-47 3,141-4,78 11,1084 7,-761-13,844 12,209-24,-1339 2,583-15,-489 43,-313-13,-57-3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11.55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50 863,'0'0,"3"-4,6-7,5-8,6-7,2-3,1-3,0 0,0 3,-3 3,-1 5,-2 7,1 8,1 11,3 13,4 16,5 14,-2-1</inkml:trace>
  <inkml:trace contextRef="#ctx0" brushRef="#br0" timeOffset="1992.311">2558 1005,'0'0,"3"-5,5-6,8-9,6-6,7-4,3 0,2 1,-1 4,-3 6,-3 6,-1 8,-4 10,0 10,2 11,4 9,3 5,-4-3</inkml:trace>
  <inkml:trace contextRef="#ctx0" brushRef="#br0" timeOffset="2432.659">4609 888,'0'0,"0"0,1 8,0 13,-1 18,1 15,-1 13,1 8,1 4,2-1,0-13</inkml:trace>
  <inkml:trace contextRef="#ctx0" brushRef="#br0" timeOffset="2731.392">5029 914,'0'0,"0"0,2 5,2 11,1 15,2 14,-1 13,1 11,2 7,2 2,2-1,-1-14</inkml:trace>
  <inkml:trace contextRef="#ctx0" brushRef="#br0" timeOffset="3504.868">4036 927,'0'0,"0"7,0 14,2 19,2 20,1 18,2 14,2 11,5 7,2 3,0-19</inkml:trace>
  <inkml:trace contextRef="#ctx0" brushRef="#br0" timeOffset="1427.796">2623 1174,'78'21,"-62"-16,0 1,0 1,-1 0,1 1,-2 1,1 0,-1 1,0 0,-1 1,-1 1,0 0,0 0,-1 1,0 1,-1 0,-7-7,-1-1,0 1,0-1,0 1,0 0,-1 0,0 0,-1 0,0 0,0 0,0 0,-1 0,0 0,0-1,-1 1,0 0,-5 16,-1-2,-2 1,0-1,-2 1,6-10,4-8,1-3,0 0,0 1,0-1,0 1,0-1,0 1,0-1,1 1,-1 0,0-1,1 1,0 0,-1-1,1 1,0 0,0 0,0 0,0-1,0 1,0 0,1 0,-1-1,1 1,-1 0,1-1,-1 1,1 0,0-1,0 1,0 0,3 0,0 0,0 0,0-1,0 1,0-1,0 0,0 0,0 0,1 0,-1-1,0 0,3 0,46 0,1-2,-1-3,35-8,-26 3</inkml:trace>
  <inkml:trace contextRef="#ctx0" brushRef="#br0" timeOffset="1680.123">2481 1508,'0'0,"22"-1,37-1,35-2,1-1</inkml:trace>
  <inkml:trace contextRef="#ctx0" brushRef="#br0" timeOffset="297.74">1781 1263,'0'0,"0"0,0 0,-2 6,-5 11,-7 12,-6 11,-7 6,-3 1,4-8</inkml:trace>
  <inkml:trace contextRef="#ctx0" brushRef="#br0" timeOffset="550.068">1515 1379,'0'0,"0"0,5 4,9 7,11 9,10 8,8 6,4 1,-7-5</inkml:trace>
  <inkml:trace contextRef="#ctx0" brushRef="#br0" timeOffset="941.549">1655 1121,'-10'4,"-8"3,0 2,0 0,1 1,1 0,0 2,0 0,1 0,1 2,0 0,1 0,0 1,1 1,1 0,0 1,1 0,1 0,1 1,-1 5,5-13,1 0,1 0,0 0,0 0,1 1,0-1,0 0,2 1,-1-1,1 0,1 0,-1 1,2-1,0 0,0-1,0 1,1 0,1-1,0 0,0 0,1 0,0-1,0 0,6 5,2-1,0 0,1-1,1-1,0 0,0-2,1 0,0 0,0-2,1 0,-1-1,1 0,1-2,-1 0,1-1,-1-1,1-1,-1-1,1 0,-1-1,3-2,-9 3,0 0,-1-2,1 1,-1-2,0 1,0-1,0-1,-1 0,1-1,-1 0,0 0,-1-1,1 0,-2-1,1 0,-1-1,0 1,-1-2,0 1,0-1,-1 0,0 0,-1-1,0 1,-1-1,0 0,0-1,0-3,-3 4,-1 1,1-1,-2 1,1-1,-2 1,1-1,-1 1,-1 0,0 0,0 0,-1 0,0 0,-1 1,0-1,-1 1,0 1,0-1,0 1,-1 0,-1 0,1 1,-2 0,-4-4,0 1,0 0,-1 1,-1 1,1 0,-1 1,-1 0,1 1,-1 1,0 1,-1 0,1 1,-11-1,-33 5,11 6</inkml:trace>
  <inkml:trace contextRef="#ctx0" brushRef="#br0" timeOffset="-601.399">470 1121,'0'0,"0"0,0 0,-1 5,-3 10,-3 11,-7 12,-8 9,-7 5,-8 4,-3-1,-3-3,0-5,3-6,9-11</inkml:trace>
  <inkml:trace contextRef="#ctx0" brushRef="#br0" timeOffset="-347.077">0 1263,'0'0,"0"0,0 0,0 0,5 4,8 10,12 10,13 12,13 10,10 7,8 4,1-3,-11-10</inkml:trace>
  <inkml:trace contextRef="#ctx0" brushRef="#br0" timeOffset="3191.679">5436 734,'10'8,"108"85,89 51,97 24,-216-114,-86-53,-1 0,1 1,0-1,0 1,-1-1,1 1,0-1,-1 1,0 0,1 0,-1 0,0 0,0 0,0 0,0 0,-1 0,1 1,0-1,-1 0,0 0,1 1,-1-1,0 0,0 0,0 1,-1-1,1 0,-1 1,1-1,-1 0,1 0,-1 0,0 0,0 0,0 0,-1 0,1 1,-8 9,-1 0,0-1,0 0,-1-1,-7 6,-245 188,197-156</inkml:trace>
  <inkml:trace contextRef="#ctx0" brushRef="#br0" timeOffset="4340.639">6290 333,'2'-7,"10"-31,2-1,1 2,17-30,-25 56,0 0,0 0,1 0,0 1,1 0,0 1,0 0,1 0,0 1,1 0,0 1,0 0,11-4,-19 9,0 0,1 1,-1-1,0 1,1 0,0 0,-1 0,1 1,-1-1,1 1,0 0,-1 0,1 0,0 0,-1 1,1-1,-1 1,1 0,-1 0,1 0,-1 1,0-1,3 2,-1 3,-1-1,0 1,0-1,0 1,-1 0,0 1,0-1,0 1,-1-1,0 1,0 0,-1 0,0 0,0-1,-1 1,1 6,-1-13,6 96,-5 68,-1-70,3 208,3 64,-37 286,21-553,-4-1,-5 0,-4-1,-16 36,3-40</inkml:trace>
  <inkml:trace contextRef="#ctx0" brushRef="#br1" timeOffset="15879.456">115 2543,'-13'-1,"9"1,0 0,0-1,0 1,0 0,0 1,0-1,1 1,-1 0,0 0,0 0,0 0,1 1,-1-1,-1 2,5-3,0 1,0-1,-1 0,1 1,0-1,0 1,0-1,0 1,0-1,-1 0,1 1,0-1,0 1,0-1,0 1,0-1,0 1,1-1,-1 1,0-1,0 0,0 1,0-1,0 1,1-1,-1 0,0 1,0-1,1 0,-1 1,0-1,1 0,-1 1,0-1,1 0,-1 1,0-1,1 0,-1 0,1 0,-1 1,0-1,1 0,-1 0,1 0,-1 0,1 0,-1 0,1 0,-1 0,0 0,1 0,-1 0,1 0,-1 0,17 3,1-1,-1-1,0 0,1-1,12-2,-17 1,415-19,347 23,-222 3,500-5,106-23,-687 10,764-23,-960 25,-202 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35.7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1139 0,'0'0,"0"0,0 0,0 1,-1 109,5 0,13 64,-12-123,24 273,-26-274</inkml:trace>
  <inkml:trace contextRef="#ctx0" brushRef="#br0" timeOffset="792.519">1166 1512,'-12'8,"1"0,0 0,1 1,0 1,1-1,-1 2,2-1,0 1,0 1,1-1,0 1,1 1,0-1,1 1,1 0,-1 1,2 1,-1-1,2 1,0 0,1 0,0-1,1 1,1 0,1 0,0-1,0 1,2 0,-1-1,5 8,-5-12,2 0,-1-1,1 1,0-1,1 0,0 0,1 0,0-1,0 0,1 0,0-1,0 0,0-1,1 1,0-2,1 1,-1-1,1-1,0 1,3-1,-7-2,1 0,-1-1,0 1,1-2,-1 1,0-1,1 0,-1 0,1-1,-1 1,1-1,-1-1,0 0,0 1,0-2,0 1,0-1,0 0,-1 0,1 0,-1-1,0 0,0 0,0-1,0 1,-1-1,0 0,0 0,0 0,-1-1,0 1,2-5,0-5,0 0,-2 0,0 0,-1 0,0 0,-1-1,-1 1,0-1,-2 1,1 0,-2 0,0-1,-1 2,0-1,-1 0,-1 1,0 0,-1 0,0 1,-2-1,1 2,-3-2,6 6,-1 0,0 1,0 0,-1 0,0 0,0 1,-1 0,0 1,0 0,0 0,0 0,-1 1,0 1,1-1,-1 1,-1 1,1 0,0 0,-1 1,1 0,-6 0,-32 8,6 4</inkml:trace>
  <inkml:trace contextRef="#ctx0" brushRef="#br0" timeOffset="1438.31">1382 2895,'-17'-5,"9"3,0 1,1 1,-1-1,0 2,0-1,0 1,0 0,0 0,0 1,1 0,-1 0,1 1,-1 0,1 1,0-1,0 1,1 1,-1-1,-2 3,-1 2,1 0,0 0,0 0,0 1,2 1,-1 0,1 0,1 0,0 0,0 1,-1 7,2-5,0 0,2 1,0-1,0 1,1 0,1 0,1 0,0-1,1 1,0 0,1 0,1-1,0 1,1-1,1 0,0 0,1 0,0 0,1-1,1 0,0-1,1 0,0 0,0-1,2 0,-1-1,1 0,1 0,0-1,3 1,-9-6,0-1,0 1,1-1,-1-1,1 1,0-1,0-1,0 1,0-1,0 0,0-1,0 1,0-1,0-1,0 0,0 0,0 0,0 0,0-1,0-1,-1 1,1-1,-1 0,1 0,-1-1,0 0,-1 0,1 0,-1-1,1 0,-1 0,1-2,-1-1,0-1,0 1,0-1,-1 0,-1 0,0 0,0-1,0 1,-2-1,1 0,-1 1,0-1,-1 0,0-3,-1-6,-1 1,-1 1,0-1,-1 0,-1 1,-1 0,-3-7,2 8,0 1,-2 0,1 0,-2 1,0 1,0-1,-1 1,-1 1,-8-7,11 12,1 1,-1 0,0 0,0 0,0 1,-1 1,0 0,0 0,0 1,0 0,0 0,-1 1,1 1,-1 0,-8 0,11 2,1-1,0 1,-1 1,1-1,0 1,0 0,0 1,0 0,0 0,-5 4,-19 14</inkml:trace>
  <inkml:trace contextRef="#ctx0" brushRef="#br0" timeOffset="2053.181">1432 4238,'-15'9,"1"1,0 1,0 0,1 1,0 1,1 0,1 0,0 1,0 1,2-3,0 1,1 1,1-1,0 1,0 0,2 1,0-1,0 1,1 0,1 0,1 1,0-1,1 1,0-1,2 1,0-1,0 1,1-1,1 0,1 0,2 6,-1-7,0-1,1 0,1 0,0 0,0-1,1 0,1-1,0 0,1 0,0-1,0 0,1-1,0 0,1-1,0 0,0 0,1-2,0 0,0 0,0-1,1 0,3-1,-11-2,0-1,-1 0,1-1,0 0,0 0,0 0,-1 0,1-1,0 0,0 0,-1-1,1 1,-1-1,1-1,-1 1,0-1,0 1,0-2,0 1,-1 0,1-1,-1 0,0 0,0 0,0-1,0 1,-1-1,0 0,0 0,0 0,-1 0,1-1,-1 1,0-4,0 0,-1-1,0 1,-1-1,0 0,0 1,-1-1,-1 1,1-1,-1 1,-1-1,0 1,0 0,-1 0,-4-8,-3-2,0 1,-1-1,-1 2,0 0,-1 1,-4-3,-74-60,74 63</inkml:trace>
  <inkml:trace contextRef="#ctx0" brushRef="#br0" timeOffset="3192.147">1419 51,'7'9,"83"133,4 22,-1 21,-8 4,34 121,-26-46,-12 4,-12 3,28 243,-59-178,-15 1,-15 103,-9-282,-8 0,-6-1,-7 0,-7-1,-6-2,-8-2,-9 9,-58 94,60-154</inkml:trace>
  <inkml:trace contextRef="#ctx0" brushRef="#br0" timeOffset="4502.72">466 91,'-23'34,"-34"50,3 3,3 2,3 7,4 17,4 1,6 2,5 1,5 2,-8 112,12-7,11 0,9 0,15 70,26 107,45 157,-38-297,12-2,11-2,69 155,-90-296,4-2,40 58,-27-64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51.19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31 0,'0'0,"0"0,0 0,0 0,0 0,0 7,0 11,-1 16,1 14,-2 13,-2 8,-1 6,0 3,0 1,0-4,2-14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51.80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1,'0'0,"0"0,0 0,8 2,32 4,1-2,0-1,1-2,10-2,74-8,-95 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52.07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21,'0'0,"0"0,0 0,0 0,7 0,14 0,18 0,19 0,15 0,11-2,9-2,2-3,-16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54.60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242 1,'0'0,"0"0,0 0,0 0,0 0,-101 195,75-135,2 1,3 1,3 0,2 2,3 0,3 1,3 0,2 26,8 11,5 0,4 0,4-2,5 0,19 51,-7-39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52.77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306 284,'-5'1,"-17"8,0 1,1 1,1 1,-1 0,2 2,0 0,0 1,2 1,-11 13,-37 48,62-71,-1-1,1 1,0 0,0 0,1 0,0 0,0 0,0 1,1-1,0 0,0 1,1-1,0 1,0 1,1-4,-1-1,1 1,0-1,0 1,1-1,-1 1,1-1,-1 0,1 0,0 0,0 0,1 0,-1-1,1 1,-1 0,1-1,0 0,0 0,0 0,0 0,0 0,3 1,2 0,1 1,0-1,0-1,0 0,0 0,0 0,1-1,2-1,3 1,1-2,-1 0,1-1,-1 0,0-1,0-1,0-1,0 0,-1 0,0-2,0 0,-1 0,1-1,-2-1,1 0,-1-1,-1-1,0 1,0-2,-1 1,8-12,-15 18,1-1,-1 1,0 0,0-1,-1 0,0 0,0 0,0 0,0 0,-1 0,0 0,-1 0,1-1,-1 1,0 0,-1 0,1-1,-1 1,-1 0,1 0,-1 0,0 0,0 0,-1 0,0 1,0-1,0 1,-1 0,1 0,-1 0,-4-4,1 4,0 0,0 1,-1 0,1 0,-1 0,0 1,0 0,0 1,0 0,0 0,-1 1,1-1,-1 2,1 0,0 0,-1 0,1 1,-2 0,-9 2,1 1,0 1,0 0,0 1,1 1,0 1,-13 7,-18 15,9 0</inkml:trace>
  <inkml:trace contextRef="#ctx0" brushRef="#br0" timeOffset="392.009">294 1149,'0'0,"0"0,0 0,0 5,0 10,-1 9,1 11,0 7,-1 6,-1 4,-1 3,0 0,1-3,0-9</inkml:trace>
  <inkml:trace contextRef="#ctx0" brushRef="#br0" timeOffset="1117.611">637 0,'0'7,"4"22,2-1,0 0,2-1,4 8,-4-7,40 117,-7-23,-4 3,-6 0,2 48,-26-107,-3-1,-3 1,-3 0,-2-1,-4 1,-2-1,-3-1,-12 34,-8 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50.20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13,'0'0,"0"0,0 0,6 71,-2 114,-4-99,4 0,5 13,-6-79</inkml:trace>
  <inkml:trace contextRef="#ctx0" brushRef="#br0" timeOffset="610.418">179 0,'0'0,"0"0,0 0,0 0,1 1,11 21,1-1,1 0,1-1,0 0,2-1,0-1,1-1,1-1,1 0,0-1,1-1,9 4,101 47,-130-65,0 0,1 1,-1-1,1 1,-1-1,0 1,0-1,1 1,-1 0,0 0,0 0,0 0,0-1,0 2,0-1,0 0,0 0,0 0,-1 0,1 0,0 1,-1-1,1 0,-1 1,1-1,-1 0,0 1,1-1,-1 1,0-1,0 0,0 1,0-1,0 1,0-1,-1 1,1-1,0 0,-1 1,1-1,-1 0,1 1,-1-1,0 0,0 0,-9 12,-1 0,-1-1,0 0,-1-1,0-1,-4 2,-6 6,-80 61,-46 24,101-73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58.47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1,'0'0,"0"0,0 0,0 1,8 20,0 0,1 0,1 0,1-1,1-1,1 0,0-1,1 0,1-1,1-1,0 0,2-1,-1-1,2 0,0-2,0 0,3 0,70 40,-90-51,-1 1,1-1,-1 0,1 1,-1-1,0 1,0-1,1 1,-1 0,0-1,0 1,-1 0,1 0,0 0,-1 0,1-1,-1 1,1 0,-1 0,0 0,0 0,0 0,0 0,0 0,0 0,-1 0,1 0,-1 0,1 0,-1 0,-1 1,-3 7,-1-1,0 1,-1-1,0 0,0-1,-1 0,-7 6,5-3,-219 214,185-181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58.8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0,'0'0,"0"13,1 24,2 26,1 20,1 14,-1 6,1 2,-1-4,2-10,-2-20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59.33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15,'0'0,"0"0,6-1,11-2,12 0,13 0,10 1,6 1,-7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59.58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0,'0'0,"0"0,0 0,9 1,14 0,18-1,2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59.89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1,'0'0,"0"0,0 0,2 5,2 10,1 11,1 10,-1 7,0 5,-2 2,-1-2,-1-5,-1-9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00.33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0,'0'0,"1"1,107 59,76 28,-102-50,-69-32,-6-3,0 0,-1 0,0 1,1-1,-1 1,0 1,-1-1,1 1,0 1,-5-3,0-1,0 1,0-1,-1 1,1 0,-1-1,1 1,-1 0,0-1,0 1,-1 0,1-1,0 1,-1 0,1-1,-1 1,0 0,0-1,0 1,-1-1,1 0,0 1,-1-1,1 0,-1 0,0 0,0 0,0 0,-1 1,-37 41,-1-2,-2-2,-1-2,-13 6,11-8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00.63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20 0,'0'0,"0"0,0 6,-1 10,0 13,-1 13,-1 10,0 9,0 6,-1 0,1-11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02.50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1,'0'0,"0"0,0 0,1 6,1 12,1 14,0 11,1 9,2 4,1 1,1-3,-1-12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02.94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1,'0'0,"7"4,235 165,-132-100,-108-68,0 0,1 1,-1-1,0 0,0 1,0-1,-1 1,1 0,0 0,-1-1,1 1,-1 0,1 0,-1 0,0 1,0-1,0 0,0 0,0 1,-1-1,1 1,-1-1,1 0,-1 1,0-1,0 1,0-1,0 1,0-1,-1 0,1 1,-1-1,0 1,1-1,-1 0,-1 2,-7 9,-1-1,0-1,0 0,-2 0,1-1,-1 0,-4 2,-8 7,-154 128,139-116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03.27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35 0,'0'0,"0"0,0 0,0 8,-3 15,-2 21,-2 20,-1 19,2 16,2 12,2-12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04.08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1,'0'0,"8"0,12 1,14 2,14 2,10 1,7 4,2 0,-3 1,-11-2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04.33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0,'0'0,"0"0,0 0,0 0,9 2,17 2,20 2,17 1,-3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05.70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0,'0'0,"5"8,9 14,10 19,10 20,6 18,5 17,1 14,1 12,-3 9,-4 6,-6 5,-9 2,-10-1,-15-2,-17-4,-18-8,-3-25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07.93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252 1,'-6'6,"-17"20,1 2,2 0,1 1,1 0,1 2,2 0,1 1,1 0,1 6,-7 25,3 0,3 2,3-1,2 1,3 1,4 17,3 23,5-1,5-1,15 56,0-37,6-2,5-1,5-1,42 77,-39-103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08.5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49 0,'-8'25,"-1"1,1 1,1 0,1 0,2 1,0-1,2 1,1 0,2 0,0-1,2 1,1 0,3 9,-2-20,1 0,1-1,0 0,1 0,1 0,0-1,11 11,-15-18,1-2,0 1,0-1,1 0,-1 0,1-1,1 0,-1 0,1 0,0-1,0-1,0 1,0-1,1-1,-1 1,6-1,-9-1,0 0,0-1,0 0,0-1,0 1,0-1,0 0,0 0,0 0,-1-1,1 1,0-1,-1 0,1-1,-1 1,0-1,1 0,-1 0,-1 0,1-1,0 1,-1-1,0 0,3-3,0-2,-1-1,0 1,0-1,-1 0,0 0,0-1,-1 1,-1-1,0 1,0-1,-1-2,0 2,0-1,-1 0,0 1,-1-1,0 0,-1 1,0-1,-1 1,-1 0,1 0,-2 0,1 0,-2 1,1 0,-1 0,-1 0,0 1,0 0,-1 0,0 1,-1 0,1 0,-2 1,1 0,-1 0,0 1,0 1,-1 0,1 0,-1 1,-3 0,-36-4,5 7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08.76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0,'0'0,"2"6,0 11,1 14,-1 12,-1 9,-1 4,0-8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09.2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0,'0'0,"0"0,5 9,7 19,11 23,8 25,6 25,3 20,2 20,-1 18,-3 14,-8 13,-10 11,-15 8,-17 6,-19 2,-21-3,-1-37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06.6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392 168,'0'0,"0"0,-2 7,-5 13,-6 12,-6 11,-5 7,-4 2,-2-2,0-6,5-11</inkml:trace>
  <inkml:trace contextRef="#ctx0" brushRef="#br0" timeOffset="270.28">37 271,'0'0,"0"0,5 4,12 8,13 6,13 9,7 3,6 2,-7-4</inkml:trace>
  <inkml:trace contextRef="#ctx0" brushRef="#br0" timeOffset="775.464">392 1,'-18'0,"4"3,0 1,0 1,1-1,-1 2,1 0,0 1,1 0,-1 1,2 0,-1 1,1 1,0-1,-2 5,-6 5,0 1,1 1,1 0,2 1,0 1,1 1,1 0,1 1,2 0,0 0,2 1,0 1,2-1,-2 24,6-38,1 1,1-1,0 1,0-1,1 1,1-1,0 1,1-1,0 0,1 0,0 0,1-1,0 1,1-1,1-1,-1 1,2-1,-1 0,1 0,1-1,0 0,0-1,0 0,1 0,2 0,4 0,0 0,1-1,0 0,1-2,-1 0,1-1,0 0,0-2,0 0,1-1,-1-1,0-1,0 0,0-1,0-1,0-1,0-1,0 0,-1-1,0-1,-1-1,1 0,-2-1,1-1,-1 0,0-1,-1-1,6-7,-8 9,-1-2,0 0,-1 0,0-1,-1 0,-1 0,0-1,0-1,-2 1,0-1,0 0,-2 0,0-1,0 1,-2-1,0 0,0 0,-2 0,0 0,-1 0,0 0,-1 0,-1 1,-1-1,0 1,-1-1,-6-12,3 14,-1 0,0 0,-1 1,-1 0,0 1,-1 0,0 1,-1 0,0 1,0 0,-1 1,-1 1,1 0,-12-3,6 2,-2 1,1 2,-1 0,0 1,0 1,0 1,-1 1,1 1,-1 1,-11 2,-14 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04.86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609 155,'-2'6,"-7"27,0-7,2 1,1-1,2 1,-1 9,5-27,0-1,0 0,0 0,1 1,0-1,1 0,0 0,0 0,1 0,0-1,0 1,1-1,0 1,0-1,1 0,3 3,-1-2,0-1,1 0,0 0,0-1,1 0,-1 0,1-1,1 0,-1-1,1 0,-1 0,1-1,0 0,1-1,-1 0,0-1,1 0,-3 0,0-1,0 0,0 0,1 0,-1-1,-1-1,1 1,0-1,0-1,0 1,-1-1,0-1,1 1,-1-1,-1-1,1 1,0-1,-1 0,0-1,0 1,-1-1,2-2,-4 3,0-1,0 1,0-1,-1 0,1 0,-2 0,1 0,0 0,-1 0,0-1,-1 1,0 0,0-1,0 1,0 0,-1-1,0 1,0 0,-1 0,0 0,0 0,-1 0,1 0,-1 0,0 1,-1-1,1 1,-1 0,0 0,0 1,-1-1,0 1,-2-2,-1-1,-1 0,1 1,-1 0,-1 1,1 0,-1 0,0 1,0 0,0 1,0 0,-1 1,1 0,-1 0,0 1,1 1,-1 0,-4 1,-25 4</inkml:trace>
  <inkml:trace contextRef="#ctx0" brushRef="#br0" timeOffset="343.085">851 1086,'0'0,"0"6,2 11,0 14,2 12,0 10,0 5,0 4,3 0,0-4,0-12</inkml:trace>
  <inkml:trace contextRef="#ctx0" brushRef="#br0" timeOffset="1353.048">175 1,'0'0,"-1"1,-24 50,2 1,2 1,2 1,-10 51,12-30,2 1,4 1,3 0,4 0,3 1,3-1,4 1,3-1,4-1,2 0,5-1,2-1,26 56,-24-75,3-2,3 0,1-2,3-1,2-2,41 43,20 7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01.09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487 104,'0'0,"0"0,0 0,0 0,-2 5,-6 7,-7 10,-5 8,-4 5,-2 2,1 0,2-3,2-4,5-9</inkml:trace>
  <inkml:trace contextRef="#ctx0" brushRef="#br0" timeOffset="235.397">219 117,'0'0,"0"0,3 6,6 9,6 10,5 8,5 5,3 0,2-3,-4-8</inkml:trace>
  <inkml:trace contextRef="#ctx0" brushRef="#br0" timeOffset="774.484">359 1,'-10'1,"-10"4,-1 2,1-1,0 2,1 1,0 0,0 2,1 0,0 1,1 1,1 0,0 1,0 1,2 0,-13 17,18-20,1 0,1 1,-1-1,2 2,0-1,1 1,0 0,1 0,0 0,0 11,3-17,0 1,1-1,0 1,0-1,1 1,0-1,1 1,-1-1,2 0,-1 0,1 0,1 0,-1 0,1 0,0-1,1 0,0 0,0 0,1 0,5 3,1-1,0 1,1-2,-1 0,2 0,-1-1,1-1,0 0,0-1,1-1,-1 0,1-1,0 0,0-1,0-1,1 0,-1-1,0-1,0-1,0 0,0 0,0-2,-1 0,1 0,-1-2,0 0,11-6,-11 4,-1-1,0 0,-1 0,0-1,0-1,-1 0,0-1,-1 0,-1 0,0-1,0 0,4-12,-8 15,-1 1,0-1,0 0,-1 0,0 0,-1 0,0 0,-1 0,0-1,-1 1,0-1,-1 1,1 0,-2-1,0 1,0 0,-1 0,0 0,-3-7,1 9,0-1,-1 0,1 1,-2 0,1 1,-1-1,0 1,0 1,-1-1,0 1,0 0,-1 1,1 0,-1 1,-1-1,1 2,0-1,-1 1,1 1,-1 0,-1 0,-9-2,-1 2,1 1,-1 0,1 1,-1 2,1 0,0 1,-1 1,-14 5,-13 7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5:57.10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13,'0'0,"0"0,0 0,0 0,0 0,2 6,1 10,2 11,1 12,1 7,-2 4,0 3,-2 1,-2-3,-2-3,-1-6,-1-10</inkml:trace>
  <inkml:trace contextRef="#ctx0" brushRef="#br0" timeOffset="680.249">153 1,'0'0,"4"0,16 0,0 1,0 1,0 1,0 1,-1 1,2 1,-17-6,-4 0,0 0,0 0,1-1,-1 1,0 0,1 0,-1 0,0 0,1 0,-1 0,0 0,0 0,1 0,-1 0,0 0,1 0,-1 1,0-1,1 0,-1 0,0 0,0 0,1 0,-1 1,0-1,0 0,1 0,-1 0,0 1,0-1,0 0,1 0,-1 1,0-1,0 0,0 0,0 1,0-1,0 0,1 0,-1 1,0-1,0 0,0 1,0-1,-11 74,8-19,3 0,4 34,-3-66,1 21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14.91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1,'0'0,"0"0,0 0,5 1,9 3,10 2,11 1,8 0,8-1,6-1,4-1,3 0,0 0,-3-2,-4 0,-7 1,-12-1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15.18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1,'0'0,"0"0,0 0,0 0,8 2,15 5,21 3,22 1,21-1,-5-2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18.49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974 168,'0'0,"4"7,7 14,9 16,8 17,8 16,6 17,3 13,2 12,-2 12,-3 8,-8 6,-12 4,-14 1,-14-6,-6-28</inkml:trace>
  <inkml:trace contextRef="#ctx0" brushRef="#br0" timeOffset="-1435.286">18 247,'1'6,"0"52,-2-1,-6 41,2-39,0 7,3-1,3 1,2-1,4 0,2 0,3 0,8 17,-2-27,3-1,1 0,4-2,1-1,2-2,3 0,2-2,2-2,19 18,-3-9</inkml:trace>
  <inkml:trace contextRef="#ctx0" brushRef="#br0" timeOffset="-834.33">477 363,'-4'7,"-6"12,0 0,0 0,2 1,1 1,0-1,2 1,0 0,1 1,1-1,2 1,-1 8,3-22,0-1,1 0,-1 0,1 0,1-1,-1 1,1 0,0-1,1 0,0 1,0-2,0 1,0 0,1-1,0 0,0 0,1 0,-1 0,1-1,0 0,0 0,0-1,1 0,-1 0,1 0,0-1,0 0,0 0,0-1,0 0,0 0,5 0,-5-1,1 0,-1 0,1 0,0-1,-1 0,1-1,-1 0,0 0,0 0,0-1,0 0,0-1,0 1,-1-1,1 0,-1-1,0 0,-1 0,1 0,-1 0,0-1,0 0,-1 0,0-1,0 1,0-1,-1 0,0 1,0-2,0 1,-1 0,0-3,-1 2,-1 0,0 0,0 0,0 0,-1 0,-1 0,1 1,-1-1,-1 0,1 1,-1-1,0 1,-1 0,0 0,0 0,-1 1,1-1,-1 1,-1 0,1 1,-1-1,0 1,0 0,-1 0,0 1,1 0,-1 0,-1 1,1 0,0 0,-1 0,0 1,1 0,-1 1,-6-1,-23 2,5 5</inkml:trace>
  <inkml:trace contextRef="#ctx0" brushRef="#br0" timeOffset="-534.577">718 1202,'0'0,"0"0,0 0,0 0,0 0,1 6,1 11,2 12,1 11,2 9,2 4,3 2,1-1,2-6,-3-11</inkml:trace>
  <inkml:trace contextRef="#ctx0" brushRef="#br0" timeOffset="1418.379">465 2535,'-3'6,"-16"41,2 0,2 2,3 0,-7 48,5-7,3 1,4 1,4-1,4 1,5 0,3-1,4 0,4-1,4-1,4-1,4-1,17 32,-21-64,3-2,2 0,3-2,2-2,7 6,18 15</inkml:trace>
  <inkml:trace contextRef="#ctx0" brushRef="#br0" timeOffset="2019.298">961 2767,'-2'8,"-11"37,4-20,1 1,1 1,1-1,1 1,2 0,1 0,1 0,1 0,3 20,-3-41,1 0,1 0,-1-1,1 1,0-1,0 1,1-1,-1 0,1 0,0 0,1 0,-1 0,1-1,0 1,0-1,0 0,1 0,-1-1,1 1,0-1,0 0,0-1,1 1,-1-1,1 0,-1 0,1-1,0 1,-1-1,1 0,0-1,0 0,0 0,0 0,-1 0,1-1,1-1,0 1,-1-2,0 1,1-1,-1 1,0-2,0 1,-1-1,1 0,-1 0,0 0,0-1,0 0,0 0,-1 0,0-1,0 1,0-1,-1 0,0 0,0 0,0-2,1-3,0 0,-1 0,-1 0,0-1,0 1,-1-1,0 1,-1-1,-1 0,0 1,0-1,-3-7,2 8,0 1,-1 0,-1 0,0 0,0 0,-1 1,0-1,0 1,-1 0,0 1,-1-1,0 1,0 1,-1-1,0 1,0 1,-1 0,1 0,-2 0,1 1,0 0,-1 1,0 0,0 1,0 0,-1 0,1 1,0 1,-1-1,-1 2,-16 2</inkml:trace>
  <inkml:trace contextRef="#ctx0" brushRef="#br0" timeOffset="2303.08">1165 3722,'0'0,"0"0,0 6,-1 9,1 12,1 11,1 9,1 4,1 3,-1 1,0-1,1-3,1-7,0-10</inkml:trace>
  <inkml:trace contextRef="#ctx0" brushRef="#br0" timeOffset="2774.341">1329 2535,'0'0,"5"17,9 32,9 35,8 31,4 23,3 15,-1 9,-4 3,-4 0,-7-1,-8-5,-11-7,-14-10,-12-15,-12-18,0-28</inkml:trace>
  <inkml:trace contextRef="#ctx0" brushRef="#br0" timeOffset="3638.042">1228 1,'93'143,"31"71,-40-51,-8 2,-6 4,-8 3,30 142,-31-51,-12 2,-11 3,-12 0,-12 2,-12 0,-11 0,-13 2,-1-63,-10-1,-38 118,32-185,-6-1,-6-3,-6-2,-12 11,-6-7</inkml:trace>
  <inkml:trace contextRef="#ctx0" brushRef="#br0" timeOffset="5087.732">2132 2314,'0'0,"6"2,10 3,11 3,11 5,8 2,5 1,2 0,2-3,-3-2,-9-3</inkml:trace>
  <inkml:trace contextRef="#ctx0" brushRef="#br0" timeOffset="5356.018">2335 2586,'0'0,"0"0,0 0,0 0,7 4,13 5,16 3,12 1,-2-2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16.61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747 413,'-4'6,"-10"12,1 0,1 1,0 1,1 0,1 0,1 1,1 1,1 0,1-1,1 2,1-1,0 1,2 5,2-23,0 0,0 0,1 0,0 0,0 0,0 0,1 0,0 0,0-1,0 1,0 0,1-1,-1 0,1 1,0-1,1 0,-1-1,1 1,-1 0,1-1,0 0,1 0,-1 0,0-1,1 1,0-1,-1 0,1-1,0 1,0-1,3 1,-1-1,1 0,-1-1,0 0,1 0,-1-1,0 0,1 0,-1-1,0 0,0 0,0-1,0 0,-1 0,1 0,-1-1,0 0,0 0,0-1,0 0,-1 0,0 0,0 0,0-1,-1 0,1 0,-2 0,1 0,-1-1,1 0,-2 1,1-1,-1 0,0-1,-1 1,1-4,-1 1,0 0,-1-1,0 1,-1 0,0-1,-1 1,0 0,0 0,-1 0,0 0,-1 1,0-1,-1 1,0 0,0 0,-1 0,0 1,-1 0,1 0,-2 1,1 0,-1 0,0 0,0 1,-1 1,0-1,0 1,0 1,-1 0,1 0,-2 0,-47-8,38 10</inkml:trace>
  <inkml:trace contextRef="#ctx0" brushRef="#br0" timeOffset="2780.701">1015 2830,'0'0,"0"0,0 0,0 0,0 0,0 7,-1 14,0 15,-1 13,0 11,0 6,2 4,2 1,3-6,2-7,0-11,0-14</inkml:trace>
  <inkml:trace contextRef="#ctx0" brushRef="#br0" timeOffset="6353.469">123 1,'0'0,"0"1,-43 558,15-264,-19 299,43-350,10 0,10 0,11-1,11-1,44 139,-9-118,13-3,10-4,15 5,-8-43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27.8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116 34,'0'0,"3"-3,24-27,-38 57,-12 31,3 0,2 2,3 0,-6 56,0 69,8 0,10 160,3-220,14 873,-1-752,20 79,-15-209,4-1,6-1,38 98,0-51,-1-20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24.38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102 298,'-11'10,"0"0,1 1,0 1,1 0,0 0,1 1,0 0,0 1,5-8,0 1,1 0,-1 0,2 0,-1 0,0 1,1-1,1 0,-1 0,1 1,0-1,1 0,0 1,0-1,1 0,-1 0,2 2,0-1,1 0,0-1,0 1,1-1,0 0,0-1,0 1,1-1,0 0,0 0,1-1,-1 0,1 0,0 0,1-1,-1 0,1-1,0 1,0-2,0 1,0-1,1 0,-2 0,0-1,1 0,-1 0,0-1,0 0,0 0,0-1,0 0,0 0,0 0,0-1,0 0,0-1,0 1,-1-1,1-1,-1 1,0-1,0 0,-1 0,1-1,-1 0,0 0,0 0,0 0,0-2,0-1,-1 0,-1 0,1 0,-1-1,0 1,-1-1,0 0,0 0,-1 0,0 0,-1 0,0 0,0 0,-1 0,0 0,-1 0,0 1,0-1,-1 0,0 1,-1 0,1-1,-2 1,1 1,-1-1,0 1,-1-1,1 2,-1-1,-1 0,1 1,-1 1,-1-1,1 1,-1 0,1 1,-1-1,-1 2,1-1,0 1,-1 0,0 1,-1 0,0 0,-1 1,1 0,0 1,0 0,-1 1,1 0,-6 2,-26 7</inkml:trace>
  <inkml:trace contextRef="#ctx0" brushRef="#br0" timeOffset="536.571">320 1125,'0'0,"0"1,-20 25,2 2,0 0,3 1,0 0,2 2,0-1,3 2,0 0,8-20,1-1,0 0,0 1,1-1,0 0,1 1,1-1,0 0,0 0,1 0,0 0,3 6,-3-11,-1 0,1-1,0 1,1-1,-1 0,1 0,0 0,0 0,1-1,-1 0,1 0,0 0,0 0,1-1,-1 1,1-2,-1 1,1 0,0-1,0 0,0-1,0 1,2-1,-2 0,-1-1,1 0,-1 0,1-1,-1 1,1-1,-1 0,0-1,1 1,-1-1,0 0,0-1,0 1,0-1,-1 0,1 0,-1 0,1-1,-1 0,0 1,-1-1,1-1,-1 1,1 0,-1-1,-1 0,1 0,-1 0,0 0,0 0,0 0,-1-1,1 1,-1-1,0-6,0 0,0 0,-1 0,0-1,-2 1,1 0,-1 1,-1-1,0 0,-1 1,0-1,0 1,-1 0,-1 0,0 1,0 0,-1 0,-1 0,0 1,0 0,0 1,-1 0,0 0,-1 0,0 1,0 1,0 0,-1 0,0 1,0 1,-11-4,-12 2</inkml:trace>
  <inkml:trace contextRef="#ctx0" brushRef="#br0" timeOffset="1075.136">395 2364,'0'0,"-15"8,6-2,0 0,0 0,1 1,0 0,1 1,0-1,0 2,0-1,1 1,0 0,1 0,0 0,0 1,1 0,1 0,-1 0,2 0,-1 0,1 1,1-1,0 1,0-1,1 1,1 0,0-1,1 8,1-10,0 0,0-1,0 1,1-1,0 0,1 0,0 0,0 0,0-1,1 0,0 0,0 0,0-1,1 0,0 0,0 0,0-1,0 0,1-1,0 0,0 0,0 0,0-1,0 0,0-1,0 0,1 0,-1-1,0 0,1 0,-1-1,0 0,0-1,1 1,-1-2,0 1,-3-1,0 0,0 0,0-1,-1 1,1-1,-1 0,0 0,0-1,0 1,0-1,-1 0,0 0,0 0,0-1,-1 1,0-1,0 1,0-1,-1 0,1 1,-1-1,0-3,-1 0,1-1,-1 0,0 0,-1 1,0-1,-1 0,0 1,-1-1,0 1,0 0,-1-1,0 2,-2-4,0 2,-1 0,-1 0,0 1,0-1,-1 2,0-1,0 1,-1 1,0 0,-1 0,1 1,-2 0,-29-13</inkml:trace>
  <inkml:trace contextRef="#ctx0" brushRef="#br0" timeOffset="1422.731">536 3438,'0'0,"1"13,2 21,2 24,1 18,-1 11,0 2,1-6,-1-16</inkml:trace>
  <inkml:trace contextRef="#ctx0" brushRef="#br0" timeOffset="2462.515">574 0,'3'6,"151"295,-82-145,-6 2,-7 4,-8 2,14 92,-26-47,-9 2,-9 1,-10 1,-8-1,-17 96,-86 610,79-777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38.61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401 1,'-3'6,"-37"83,4 3,-17 71,-19 105,11 4,13 1,11 3,2 205,19-57,19 1,36 209,-1-346,13-1,13-3,95 261,-65-278,11-3,106 183,-62-192,-85-159</inkml:trace>
  <inkml:trace contextRef="#ctx0" brushRef="#br0" timeOffset="1089.128">872 324,'0'0,"-1"1,-13 10,1 1,0 1,1 0,0 1,1 0,1 1,0 0,1 0,1 1,0 1,1-1,0 3,6-14,0-1,-1 1,2 0,-1-1,0 1,1 0,0-1,0 1,1 0,-1-1,1 1,0 0,0-1,0 1,1-1,0 0,0 1,0-1,0 0,1 0,-1 0,1 0,0-1,0 1,1-1,-1 0,1 0,-1 0,1 0,0-1,1 1,5 1,1-2,-1 1,1-1,0-1,-1 0,1 0,0-1,0-1,0 0,-1 0,1-1,0 0,-1-1,0 0,1-1,-1 0,0-1,1-1,-3 3,1-1,-1 0,0-1,0 0,0 0,-1-1,0 0,0 0,0-1,-1 0,0 0,0 0,-1-1,0 0,0 0,-1 0,0-1,-1 1,1-1,-2 0,1 0,-1 0,-1 0,1-1,-2 1,1 0,-1-1,-1-2,0 4,-1 0,1 0,-2 0,1 1,-1-1,0 1,-1 0,0 0,0 0,-1 0,1 1,-1-1,-1 1,1 0,-1 1,0-1,0 1,-1 1,0-1,0 1,0 0,0 1,0-1,-1 1,1 1,-1 0,0 0,0 0,0 1,0 0,0 0,0 1,0 0,0 1,0 0,0 0,0 1,0 0,-4 2,1 1,0 0,0 1,1 1,0-1,0 2,-2 1,-22 21</inkml:trace>
  <inkml:trace contextRef="#ctx0" brushRef="#br0" timeOffset="1689.062">1152 1603,'-27'17,"1"0,2 2,-1 0,2 2,-15 17,25-25,1 1,1 0,0 0,1 1,0 1,2-1,-3 6,9-15,-1-1,1 1,0 0,1 0,0-1,-1 1,2 0,-1 0,1 0,0 1,0-1,0 0,1 0,0 0,1-1,-1 1,1 0,0 0,0-1,1 1,0-1,0 0,1 3,5 1,0-1,1 0,-1 0,2-1,-1 0,1 0,0-1,0-1,1 0,-1-1,1 0,0 0,0-1,1-1,-1 0,1-1,-1 0,1-1,-1-1,12-1,-15 2,0 0,0-1,0 0,0-1,-1 0,1 0,0-1,-1 0,1-1,-1 0,0 0,0-1,-1 0,0 0,1 0,-1-1,-1 0,0-1,1 0,-2 0,1 0,-1 0,0-1,-1 0,0 0,0 0,-1-1,3-7,-6 6,1-1,-2 0,1 1,-2-1,1 0,-1 1,-1-1,0 1,-1 0,1 0,-2 0,0 1,0-1,0 1,-1 0,-1 1,1-1,-2 1,1 1,-1-1,0 1,0 1,-1-1,0 1,0 1,0 0,-1 0,0 1,0 0,0 0,-6 0,3 1,0 1,0 1,0 0,-1 0,1 1,0 1,0 0,-1 1,-36 8</inkml:trace>
  <inkml:trace contextRef="#ctx0" brushRef="#br0" timeOffset="2336.889">1330 3115,'-15'9,"0"1,0 0,1 1,1 1,0 0,-1 1,3-2,1-1,-1 1,2 1,0 0,0 0,1 1,1 0,0 0,0 1,2-1,0 1,0 1,1-1,1 1,1 0,0 0,0 0,2 0,0-1,0 1,2 3,1-4,1 0,1 0,0 0,1 0,0-1,1 0,1-1,0 1,0-1,2-1,-1 0,1 0,1-1,0 0,0 0,1-2,0 1,1-2,-1 1,2-2,-1 0,1 0,-1-1,2-1,-1-1,0 0,1 0,0-1,-8-2,0 0,0 0,0-1,0 1,0-1,0-1,-1 0,1 0,0 0,-1 0,0-1,1 0,-1-1,0 1,-1-1,1 0,-1-1,0 1,0-1,0 0,0 0,-1-1,0 0,0 1,0-1,-1 0,0-1,0 0,0-3,0-1,-1 1,0-1,-1 1,0-1,0 1,-2-1,1 0,-1 1,-1-1,1 1,-2 0,0-1,0 1,-1 0,0 1,0-1,-1 1,-3-4,2 2,-1 0,-1 1,0 0,0 0,-1 0,-1 1,1 1,-1 0,-1 0,1 1,-2 0,1 1,0 0,-1 1,-10-3,12 5,0 1,0 0,0 1,-1 0,1 1,0 0,-1 1,1 0,0 0,0 1,0 0,0 1,0 0,0 1,-7 4,-26 15</inkml:trace>
  <inkml:trace contextRef="#ctx0" brushRef="#br0" timeOffset="2810.216">1393 4770,'0'0,"0"0,0 0,0 0,1 5,3 10,1 11,2 12,0 12,0 10,1 9,0 8,2 6,2 6,1 3,3 0,2-5,-3-18</inkml:trace>
  <inkml:trace contextRef="#ctx0" brushRef="#br0" timeOffset="4138.267">1483 15,'0'0,"0"0,0 0,5 6,50 64,-3 2,-4 2,-2 3,16 41,50 137,51 180,-59-106,-14 4,-15 4,7 147,-44-168,-13 1,-13 106,-14-191,-9 0,-11-1,-10-1,-18 39,10-117,-6-1,-7-3,-7-2,-6-2,3-18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7:00.34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1 186,'0'0,"0"0,1-5,4-9,3-9,2-7,4-1,1 0,1 4,1 10,0 10,1 13,4 14,3 14,4 12,6 10,5 3,-6-8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7:00.94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9 1,'-2'4,"1"-2,0 1,0-1,0 0,1 0,-1 0,0 1,1-1,0 0,0 0,-1 1,1-1,0 0,1 1,-1-1,0 0,1 1,-1-1,1 0,0 0,0 0,0 0,0 0,0 0,0 0,1 0,-1 0,0 0,1 0,0-1,-1 1,2 0,10 6,0-1,0-1,1 0,0 0,0-2,0 0,0 0,2-1,-5-1,134 29,-128-27,-17-4,-1 0,1 0,0 0,0 0,0 1,0-1,0 0,-1 0,1 0,0 0,0 0,0 0,0 1,0-1,0 0,0 0,0 0,-1 0,1 0,0 1,0-1,0 0,0 0,0 0,0 0,0 1,0-1,0 0,0 0,0 0,0 1,0-1,0 0,0 0,0 0,1 0,-1 1,0-1,0 0,0 0,0 0,0 0,0 0,0 1,0-1,1 0,-84 6,-82 23,161-28,1-1,1 1,0-1,0 1,0-1,0 1,0 0,0 0,0 0,0 0,0 0,0 0,0 1,0-1,1 0,-2 2,3-2,0 0,0 0,0 0,1 0,-1 0,0 0,1 0,-1 0,0 0,1 0,-1 0,1 0,-1 0,1-1,0 1,-1 0,1 0,0-1,0 1,0 0,-1-1,1 1,0-1,0 1,0-1,0 1,0-1,0 0,0 1,0-1,23 10,1-2,0-1,0 0,1-2,-1-1,21 1,14 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59.74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1,'0'0,"1"0,17 5,1 1,-1 1,0 1,0 0,-1 1,0 1,-1 0,0 1,0 1,-1 1,-1 0,0 1,-1 0,9 14,-18-21,0 1,-1-1,0 1,0 0,-1 0,0 0,0 0,0 0,-1 1,-1-1,0 0,0 1,0-1,-1 0,0 1,-1-1,0 0,0 0,0 0,-1 0,-1-1,-3 8,-7 9,0 0,-2-1,-1 0,-1-1,-1-1,-3 1,-11 19,32-40,1 0,-1-1,1 1,0 0,-1 0,1-1,0 1,0 0,0 0,0 0,-1-1,1 1,0 0,0 0,0 0,1-1,-1 1,0 0,0 0,0-1,1 1,-1 0,0 0,1-1,-1 1,0 0,1-1,-1 1,1 0,-1-1,1 1,0-1,-1 1,1-1,-1 1,1-1,0 1,-1-1,1 1,0-1,0 0,-1 0,2 1,36 5,-37-5,241 5,-217-4,10 0,0-1,-1-2,23-4,-28 0</inkml:trace>
  <inkml:trace contextRef="#ctx0" brushRef="#br0" timeOffset="251.859">25 234,'0'0,"9"2,17 3,20 3,19 2,17 0,7 1,-11-4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6:57.17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298 592,'-4'22,"-11"18,0-1,-3-1,-1 0,-2-1,-1-1,-2-1,-2-2,-16 17,5-2,-11 13,48-61,0 0,0 0,0 0,0 0,0-1,0 1,0 0,0 0,0 0,0 0,0-1,0 1,0 0,0 0,0 0,0 0,-1-1,1 1,0 0,0 0,0 0,0 0,0 0,0 0,0-1,-1 1,1 0,0 0,0 0,0 0,0 0,0 0,-1 0,1 0,0 0,0 0,0 0,0 0,-1 0,1 0,0 0,0 0,0 0,0 0,-1 0,1 0,0 0,0 0,0 0,0 0,-1 0,1 0,0 0,0 0,0 0,0 0,0 1,1-12</inkml:trace>
  <inkml:trace contextRef="#ctx0" brushRef="#br0" timeOffset="284.27">17 539,'0'0,"0"0,0 0,0 0,1 6,1 9,4 13,4 10,5 11,6 7,6 4,6 3,5 2,3 2,1-3,0-3,-2-7,-9-13</inkml:trace>
  <inkml:trace contextRef="#ctx0" brushRef="#br0" timeOffset="850.781">82 282,'122'-264,"-122"263,0 1,0-1,0 0,0 0,0 1,1-1,-1 0,0 1,0-1,1 0,-1 1,0-1,1 0,-1 1,0-1,1 1,-1-1,1 0,-1 1,1-1,-1 1,1 0,-1-1,1 1,0-1,-1 1,1 0,0-1,-1 1,1 0,0 0,-1 0,1-1,0 1,0 0,-1 0,1 0,0 0,-1 0,1 0,0 1,0-1,-1 0,1 0,0 0,-1 1,1-1,0 0,-1 1,1-1,-1 0,1 1,0-1,-1 1,1-1,-1 1,1-1,-1 1,1 0,-1 0,43 87,-25-48,10 18,2-2,3-1,3-1,3 0,-3-8</inkml:trace>
  <inkml:trace contextRef="#ctx0" brushRef="#br0" timeOffset="1421.262">1150 668,'-4'6,"-85"119,-33 30,89-121,33-34,-1 1,1-1,0 0,-1 0,1 1,-1-1,1 0,0 0,-1 0,1 0,-1 1,1-1,-1 0,1 0,-1 0,1 0,-1 0,1 0,0 0,-1 0,1 0,-1 0,1 0,-1-1,1 1,-1 0,1 0,0 0,-1-1,1 1,-1 0,1 0,0-1,-1 1,1 0,0-1,-1 1,1 0,0-1,0 1,-1-1,1 1,0 0,0-1,0 1,-1-1,1 1,0-1,0 1,0-1,0 1,0 0,0-1,0 1,0-1,-2-30,2 30,3-60,0 36,-2 0,-1 0,-1 0,-1 0,-5-22,4 38,1-3,9 19,27 39,-11-12,1-1,2-1,2-2,11 10,-34-35,0-1,1 1,-1-1,1 0,0 0,0-1,1 0,-1 0,1 0,-1-1,1 0,0 0,3-1,12 0</inkml:trace>
  <inkml:trace contextRef="#ctx0" brushRef="#br0" timeOffset="2006.217">1227 605,'-37'-51,"25"36,0 1,-1 1,-1 0,0 1,0 1,-6-3,13 9,-1 1,1-1,-1 2,0-1,0 1,0 1,-1-1,1 1,-1 1,1-1,-1 2,1-1,-1 1,-6 1,1 2,1 1,0 0,0 1,0 1,1 0,-1 0,2 2,-1-1,1 1,0 1,0 0,1 1,1 0,-1 0,2 1,-1 0,2 0,-1 1,2 0,-1 1,2-1,0 1,0 2,0 2,0 1,2-1,0 1,1 0,1 0,0 0,2 0,0 0,1 0,0 0,2 0,0-1,1 0,1 0,0 0,2 0,0-1,0 0,2-1,0 0,0 0,2-1,-1 0,2-1,0-1,0 0,1-1,1 0,0-1,0 0,1-2,0 0,3 0,-10-3,0-1,1-1,-1 0,1 0,0-1,0 0,0-1,0 0,0 0,0-1,0-1,1 0,-1 0,0-1,-1 0,1 0,0-1,-1-1,1 0,-1 0,0 0,0-2,-1 1,1-1,-1 0,-1 0,2-2,-1-2,-1 0,0-1,0 1,-1-1,-1 0,0-1,0 0,-1 1,-1-1,0 0,-1-1,0 1,0 0,-2-1,1-4,-2-13,-1 0,-1 0,-1 0,-2 0,-8-23,9 30,-2 1,0 0,-1 0,-1 0,-2 2,0-1,0 1,-2 1,-1 0,0 0,-1 2,-1 0,-1 1,-14-11,-13 8,36 22,6 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7:01.6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275 1,'-1'1,"-32"52,2 2,2 0,3 2,-7 28,3 10,4 0,5 2,3 0,5 1,5 1,3 0,5 0,6 24,2-9,6 0,4 0,6-2,4-1,5-1,5-1,5-2,4-3,27 39,1-16,76 96,-40-76</inkml:trace>
  <inkml:trace contextRef="#ctx0" brushRef="#br0" timeOffset="1815.733">682 390,'-5'3,"-12"9,0 1,0 0,1 1,1 1,1 1,0 0,0 2,10-13,1 1,0 0,1 0,-1 0,1 1,1-1,-1 1,1-1,0 1,0-1,1 1,0 0,0-1,1 1,0-1,0 1,0-1,1 1,0-1,0 1,0-1,1 0,0 0,0-1,1 1,0-1,0 1,2 1,3 5,0-1,1 0,1-1,0 0,0 0,1-2,0 1,0-1,1-1,0 0,1-1,-1 0,1-1,8 1,-18-5,0 1,0-1,1-1,-1 1,0 0,1-1,-1 0,0 0,1-1,-1 1,0-1,1 0,-1 0,0 0,0-1,0 1,0-1,0 0,0 0,0 0,-1-1,1 0,-1 1,0-1,0 0,0 0,0-1,0 1,1-2,-2-1,0 1,0-1,0 0,-1 1,0-1,0 0,0 0,-1 0,0 0,0 0,0 0,-1 0,0 0,0 0,-2-5,-1-4,-1 1,-1-1,0 1,-1 0,-6-7,7 9,-2 0,0 0,0 1,-1 1,0-1,-1 1,0 1,-1 0,0 0,0 1,-1 0,0 1,-7-3,17 9,1 1,-1-1,1 1,-1-1,0 1,1-1,-1 1,0 0,1 0,-1 0,0 0,1 0,-1 0,0 1,1-1,-1 0,0 1,-1 0,-3 5</inkml:trace>
  <inkml:trace contextRef="#ctx0" brushRef="#br0" timeOffset="2917.336">834 1707,'0'0,"-2"6,-1 11,-3 13,1 12,1 10,2 9,1 6,3 5,4 2,3 0,4-3,3-6,0-14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7:03.99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2 441,'0'0,"0"7,-1 16,1 17,0 16,1 15,2 11,3 10,5 5,0-14</inkml:trace>
  <inkml:trace contextRef="#ctx0" brushRef="#br0" timeOffset="1295.576">295 2028,'-7'6,"-6"2,1 1,0 1,0 0,1 0,0 1,1 1,0 0,1 0,0 1,1 0,1 0,0 1,1 0,0 1,1-1,1 1,0 0,1 0,0 0,2 0,-1 13,3-17,1 1,0-1,0 0,1 0,1 0,0-1,0 1,1-1,0 0,7 9,-9-13,2 0,-1-1,0 0,1 0,0 0,0-1,1 1,-1-1,1 0,0-1,0 1,0-1,0-1,1 1,-1-1,1 0,0 0,3 0,-6-2,0 1,0-1,0 0,0 0,0-1,0 1,0-1,0 0,0 0,0 0,0-1,0 1,-1-1,1 0,-1 0,1 0,-1-1,0 1,0-1,0 0,0 1,0-1,2-4,-1 1,1-1,-1-1,0 1,-1-1,1 1,-2-1,1 0,-1 0,0 0,-1-1,1-1,-1-5,-1 0,0 1,-1-1,0 0,-1 1,-1 0,-1-1,0 1,0 0,-6-11,-9-15,-3 0,-21-31,20 34,7 10</inkml:trace>
  <inkml:trace contextRef="#ctx0" brushRef="#br0" timeOffset="1970.293">295 1,'115'217,"-27"-33,-9 4,-7 3,-9 3,-8 2,-9 3,11 140,-41-221,-6 0,-4 1,-6 0,-5 0,-9 30,-8-19,-1-21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7:15.77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371 347,'4'3,"-1"-1,0-1,0 1,-1 0,1 0,0 0,-1 0,1 1,-1-1,0 1,1 0,-1-1,-1 1,1 0,0 0,-1 0,1 0,-1 1,0-1,0 0,0 0,-1 1,1-1,-1 1,0-1,0 0,0 1,0-1,0 1,-1-1,0 0,1 1,-1-1,-1 0,1 1,-9 9,0-1,0 0,-1 0,-1-1,0-1,0 0,-12 8,12-10,4-2,1 0,0 0,-1-1,1 0,-1 0,0-1,0 0,0-1,-7 2,4-3</inkml:trace>
  <inkml:trace contextRef="#ctx0" brushRef="#br0" timeOffset="298.729">180 334,'0'0,"0"0,0 0,0 0,0 0,2 4,3 11,4 10,5 10,5 8,5 4,3 0,1-4,-4-9</inkml:trace>
  <inkml:trace contextRef="#ctx0" brushRef="#br0" timeOffset="788.445">435 217,'-72'-78,"66"74,0 1,0 0,0-1,0 2,-1-1,1 1,-1 0,0 0,1 1,-1 0,0 0,0 1,0 0,0 0,0 0,1 1,-1 0,0 0,0 1,1 0,-1 0,1 0,-1 1,0 1,-7 3,1 0,0 1,0 1,1 0,0 1,0 0,1 1,1 0,0 1,-4 6,6-7,0 1,1 0,0 1,1-1,1 1,0 1,1-1,0 1,1-1,0 1,1 0,1 0,0 0,1 1,1-1,0 0,0 0,2 0,0-1,0 1,1-1,1 1,1-1,-1 0,5 6,0-3,0 0,2-1,-1 0,2 0,0-1,0-1,2 0,-1-1,2-1,-1 0,2-1,-1 0,1-2,1 0,-1-1,1-1,1 0,-1-1,1-1,-1-1,16 0,-24-3,-1 0,0-1,0 0,1-1,-1 0,0 0,0-1,-1 0,1-1,0 0,-1 0,0-1,0 0,-1 0,1-1,-1 0,0 0,-1-1,1 0,-1 0,-1 0,1-1,-1 0,3-7,-1-1,0 1,-1-1,-1-1,-1 1,0-1,-1 0,-1 0,-1 0,0 0,-1 0,-1 0,0 0,-2 0,0 0,0 0,-2 1,-1-4,-3-6,-2 0,0 1,-2 0,0 1,-2 0,-1 1,-1 0,0 2,-2 0,-5-3,10 10,-1 0,-1 1,0 1,-1 0,0 1,-1 1,0 1,0 1,-1 0,0 1,0 1,-4 1,3 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7:20.67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1,'7'1,"66"9,1-4,57-3,11 1,13 4,-143-8</inkml:trace>
  <inkml:trace contextRef="#ctx0" brushRef="#br0" timeOffset="250.358">216 117,'0'0,"-4"2,-5 5,-1 4,3 2,8 1,11 0,13-1,14-2,13-2,12-2,10-3,-6-1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7:18.12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72 403,'-5'11,"-4"7,2 1,0 1,1-1,1 1,1 0,1 0,1 0,0 0,2 2,0-12,0 1,1-1,0 1,1-1,0 1,1-1,0 0,0 0,1 0,1 0,0-1,0 0,1 0,0 0,0-1,1 1,0-2,3 3,-5-5,0 0,1-1,-1 0,1 0,0 0,0-1,1 0,-1 0,1 0,0-1,-1 0,1-1,0 1,0-1,0-1,0 1,0-1,0 0,0-1,0 0,0 0,0 0,0-1,0 0,0 0,-1-1,1 0,-1 0,0 0,0-1,5-4,-5 3,-1-1,0 1,0-2,-1 1,1 0,-1-1,0 0,-1 0,0 0,0 0,-1 0,1-1,-2 1,1-1,-1 1,0-1,-1 0,1 0,-2-3,1-1,-2-1,1 2,-1-1,-1 0,0 0,-1 1,0-1,-1 1,0 0,-1 1,0-1,-2-1,0 2,-1 0,0 1,0 0,0 0,-1 1,0 1,-1-1,0 2,0 0,-1 0,1 1,-1 0,0 1,0 0,-1 1,1 0,-1 1,0 1,1 0,-1 1,0 0,-7 1,-32 5</inkml:trace>
  <inkml:trace contextRef="#ctx0" brushRef="#br0" timeOffset="903.676">60 1965,'0'0,"0"0,0 0,0 0,6 0,12 2,13 2,12 1,8 1,-5-1</inkml:trace>
  <inkml:trace contextRef="#ctx0" brushRef="#br0" timeOffset="1198.889">595 1836,'0'0,"0"0,0 0,1 5,0 9,2 12,1 11,1 10,1 6,1 2,-1-8</inkml:trace>
  <inkml:trace contextRef="#ctx0" brushRef="#br0" timeOffset="1820.235">608 0,'0'0,"0"2,235 744,-193-593,-7 3,-6 1,-8 0,-6 2,-7 0,-10 112,-5-189,-2 0,-5 0,-2-1,-5-1,-2-1,-5-1,-34 70,26-80,7-16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7:17.12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249 1,'0'0,"0"0,-4 6,-29 42,3 2,1 2,3 0,3 2,1 0,3 2,3 0,2 1,2 0,3 1,3 0,2 1,2-1,4 5,5 61,5 0,7 0,4-2,6 0,5-2,5-2,5-1,6-2,4-3,33 45,61 78,-84-144</inkml:trace>
  <inkml:trace contextRef="#ctx0" brushRef="#br0" timeOffset="390.05">758 92,'0'0,"0"0,0 0,0 0,2 7,1 14,2 17,1 17,2 12,2 11,2 5,1 2,2 0,-2-16</inkml:trace>
  <inkml:trace contextRef="#ctx0" brushRef="#br0" timeOffset="1618.3">1319 1693,'-4'4,"-23"19,14-15,1 1,0 0,1 1,0 0,0 1,1 0,1 0,0 1,0 1,2-1,-1 1,1 1,1-1,1 1,0 0,-1 5,5-7,1 0,1 1,0-1,0 0,1 0,0 0,1 0,1 0,0-1,0 1,1-1,1 0,0-1,0 1,1-1,0 0,1-1,0 0,1 0,0-1,0 0,1 0,0-1,0 0,0-1,1 0,8 3,-14-7,0 0,1 1,0-2,-1 1,1-1,0 1,0-2,0 1,0-1,0 0,0 0,0 0,0-1,-1 0,1 0,0-1,0 1,-1-1,1 0,-1-1,1 0,-1 0,0 0,0 0,0-1,-1 1,1-1,-1 0,0-1,0 1,0-1,-1 0,0 0,3-5,-3 2,0 0,-1 0,0 0,-1-1,0 1,0 0,0-1,-1 1,-1-1,1 1,-1-1,-1 1,1-1,-2 1,1 0,-1 0,-1-2,-3-7,-2 0,1 0,-2 1,0 1,-1 0,-1 0,-5-5,8 11,0-1,0 1,-1 1,0 0,-1 0,0 1,0 0,-9-4,-2 8,21 3,1 0,0 1,-1-1,1 0,0 1,0-1,-1 0,1 1,0-1,0 0,0 1,-1-1,1 0,0 1,0-1,0 1,0-1,0 0,0 1,0-1,0 1,0-1,0 0,0 1,0-1,0 1,0-1,0 0,0 1,0-1,1 1,-1-1,0 0,0 1,0-1,1 0,-1 1,0-1,0 0,1 1,-1-1,0 0,1 0,-1 1,0-1,1 0,-1 0,1 0,-1 0,1 1,18 18,6 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7:40.49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125 0,'-5'2,"-4"2,1 0,0 0,1 1,-1 0,1 1,0-1,0 1,1 1,-1-1,1 1,1 0,0 0,0 1,0 0,1 0,0 0,0 0,1 1,0 0,2-5,1-1,-1 0,1 1,0-1,1 1,-1-1,1 1,-1-1,1 1,0-1,0 0,0 1,1-1,-1 0,1 0,0 0,0 0,0 0,0-1,0 1,1-1,-1 1,1-1,-1 0,1 0,0 0,0 0,1 0,5 3,-1-1,1 0,0-1,0 0,1-1,-1 1,0-2,1 1,8-1,-7 0,1-1,-1 0,1 0,-1-1,1-1,-1 0,0-1,1 0,-1 0,0-1,-1-1,1 0,-1 0,0-1,0 0,-1-1,0 0,4-5,-10 10,0-2,-1 1,0 0,0 0,0-1,0 1,0-1,-1 0,1 1,-1-1,0 0,-1 0,1 0,0 0,-1 0,0 0,0 0,0 1,-1-1,1 0,-1 0,0 0,0 0,0 0,0 1,-1-1,0 0,0 1,0 0,0-1,0 1,0 0,-1 0,0 0,-4-3,0 1,0 0,-1 1,0-1,1 2,-1-1,-1 1,1 0,0 1,-1 0,1 0,-1 1,0 0,0 0,1 1,-1 0,0 1,1 0,-1 0,-2 1,-38 7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7:42.09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157 0,'-6'5,"-11"6,-1 1,0 1,0 1,1 0,-4 7,17-17,0 1,0 0,0-1,1 1,0 1,0-1,0 0,0 1,1-1,0 1,0 0,1 0,0 0,0 0,0 0,1 0,-1 0,2 2,0 0,0-1,1 0,1 1,-1-1,1 0,0 0,0-1,1 1,0-1,0 0,1 1,0-2,0 1,0-1,1 1,-1-2,1 1,1-1,-1 1,0-2,1 1,0-1,0 0,0 0,0-1,0 0,1 0,-1-1,1 0,-1 0,1-1,0 1,3-1,1 1,0-2,-1 1,1-2,-1 1,1-2,-1 1,8-4,-14 4,0 0,0 0,-1-1,1 1,0-1,-1 0,0 0,0-1,0 1,0-1,-1 0,1 0,-1 0,0 0,0-1,0 1,-1-1,0 0,0 0,0-1,0 1,-1-1,0 0,0 1,0-1,-1 0,0 0,0 0,0 0,-1 1,0-1,0 0,0 0,-1 1,0-1,0 1,-1 0,1-1,-1 1,0 0,0 0,-1 1,-1-2,-3-4,-2 0,1 1,-2 0,1 0,-1 1,0 1,-1-1,1 2,-3-1,-29-12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7:58.41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47 0,'-2'4,"-3"2,0 0,0 1,1-1,0 1,1 0,0-1,0 2,0-1,1 0,0 1,0-1,1 1,0-1,0 1,1 0,0-1,0 1,1 0,0-1,0 1,1 0,0-1,0 0,1 1,-1-1,2 0,-1-1,1 1,3 3,-1-4,0 0,1-1,-1 0,1 0,0-1,1 1,-1-2,1 1,0-1,0 0,0-1,0 1,1-2,-1 1,0-1,1-1,-1 1,1-1,-1-1,1 0,-1 0,0 0,1-1,-1-1,3-1,-6 2,0 0,0-1,-1 0,1 0,-1 0,0-1,0 1,0-1,0 0,-1 0,0-1,0 1,0-1,0 1,-1-1,1 0,-1 0,0 0,-1 0,1-1,-1 1,0 0,0-1,-1 1,0 0,0-1,0 1,0-1,-1 1,0 0,0-1,-1 1,1 0,-1 0,0 0,-1 0,1 0,-1 1,0-1,0 1,0-1,-1 1,1 0,-1 0,0 1,0-1,0 1,-1 0,1 0,-2 0,-1 0,-1 1,1-1,-1 2,0-1,1 1,-1 0,0 1,0 0,0 0,1 0,-1 1,0 0,0 1,1 0,-1 0,1 1,-1 0,1 0,-6 4,-21 11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7:59.61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0 157,'0'0,"0"0,0 0,5 1,7 4,10 2,10 3,7 1,4 0,5-1,2-4,1-2,-8-3</inkml:trace>
  <inkml:trace contextRef="#ctx0" brushRef="#br0" timeOffset="252.327">599 0,'0'0,"0"0,0 0,0 0,0 0,0 0,2 7,3 14,4 18,0 18,1 17,1 17,-1-8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7:23.27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246 1,'-3'5,"-26"55,2 0,3 2,3 1,3 0,-20 92,7 1,7 1,7 2,7-1,7 2,7-1,6-1,26 119,-5-108,7 0,8-3,7-1,7-4,78 150,-46-140,6-5,103 130,-106-171</inkml:trace>
  <inkml:trace contextRef="#ctx0" brushRef="#br0" timeOffset="16637.248">1100 325,'26'-11,"-19"8,43-27,-50 30,1 0,-1-1,0 1,0-1,1 1,-1-1,0 1,0-1,0 1,1-1,-1 0,0 1,0-1,0 1,0-1,0 1,0-1,0 1,-1-1,1 1,0-1,0 1,0-1,0 0,-1 1,1 0,0-1,0 1,-1-1,1 1,0-1,-1 1,1-1,-1 1,1 0,0-1,-1 1,1 0,-1 0,1-1,-1 1,1 0,-1 0,1 0,-1-1,1 1,-1 0,1 0,-1 0,0 0,1 0,-1 0,1 0,-1 0,1 0,-1 0,1 1,-1-1,1 0,-1 0,1 0,-1 1,1-1,-1 0,1 0,-1 1,-8 1,0 0,0 1,0 0,0 0,0 1,1 0,0 0,0 1,0 0,0 1,1 0,0 0,0 0,0 1,1 0,-4 6,7-9,0-1,0 0,1 1,-1 0,1-1,0 1,0 0,0 0,1 0,-1 0,1 1,0-1,0 0,1 0,-1 1,1-1,0 0,0 1,0-1,1 0,0 1,0-1,0 0,0 0,0 1,1-1,0 0,0-1,0 1,0 0,3 2,3 0,1 0,0-1,0 0,1-1,-1 0,1 0,0-1,0-1,0 1,0-2,1 1,-1-1,1-1,-1 0,0 0,1-1,9-2,-10 2,0 0,0-1,0 0,0 0,-1-1,1 0,-1-1,0 0,0-1,0 1,0-2,-1 1,0-1,0-1,2-1,-9 5,1 1,0-1,-1 1,1-1,-1 0,0 1,1-1,-1 0,-1 0,1 0,0 0,-1 0,0 0,1 0,-1 0,0 0,-1 0,1 0,0 0,-1 0,0 1,1-1,-1 0,0 0,-1 0,1 1,0-1,-1 0,0 1,1-1,-1 1,0 0,0 0,-1 0,1 0,0 0,-1 0,1 0,-7-4,1 0,-1 0,-1 1,1 0,-1 1,0 0,0 0,0 1,-1 0,1 1,0 0,-1 1,0 0,1 1,-1 0,0 0,-4 2,12-2,1 1,-1-1,0 1,1 0,-1-1,1 1,-1 0,1 1,0-1,-1 0,1 1,0-1,0 1,0 0,-1 1,-4 9</inkml:trace>
  <inkml:trace contextRef="#ctx0" brushRef="#br0" timeOffset="18148.302">1202 1385,'-4'3,"-6"6,1-1,0 2,1-1,0 1,0 0,1 0,0 1,1 0,0 1,4-7,0-1,0 1,1 0,-1-1,1 1,0 0,1 0,-1 0,1 0,0 0,0 0,0 0,1 0,0 0,0 0,0-1,0 1,1 0,0-1,0 1,0-1,1 1,-1-1,2 1,3 3,1 0,0-1,0-1,0 1,1-1,0-1,0 0,1 0,-1-1,1 0,0 0,0-1,0 0,1-1,-1-1,1 1,-1-1,1-1,-1 0,1-1,-1 0,6-1,-12 1,1 1,-1-1,1 0,-1 0,0 0,1-1,-1 1,0-1,0 0,0 0,0-1,0 1,-1-1,1 0,-1 0,0 0,1 0,-2-1,1 1,0-1,-1 0,1 0,-1 0,0 0,0 0,-1 0,1 0,-1-1,0 1,0-1,0 1,-1-1,0 1,0-4,-2-4,-1-1,-1 1,0 0,-1 1,0-1,0 1,-2 0,1 0,-1 1,-1 0,0 0,0 1,-1 0,0 0,0 1,-1 0,-5-2,6 3,-1 1,0 1,0-1,-1 1,1 1,-1 0,-8-1,14 4,1 0,-1 0,1 0,-1 1,0 0,1-1,-1 2,0-1,1 1,-1-1,1 1,-1 1,1-1,-1 1,1-1,0 1,0 0,0 1,0-1,-1 1,-12 14</inkml:trace>
  <inkml:trace contextRef="#ctx0" brushRef="#br0" timeOffset="34403.899">1456 2676,'10'50,"69"362,-72-369</inkml:trace>
  <inkml:trace contextRef="#ctx0" brushRef="#br0" timeOffset="35946.813">1749 3672,'0'0,"0"0,-9 0,0 1,0-1,0 1,1 1,-1-1,0 1,1 1,-1 0,1 0,0 1,0 0,0 0,1 1,0 0,-1 0,0 2,5-5,1 1,0 0,-1 0,1 0,0 0,1 1,-1-1,0 0,1 1,0-1,0 1,0-1,0 1,0 0,1-1,0 1,0 0,0-1,0 1,0 0,1-1,-1 1,1 0,0-1,1 1,-1-1,0 1,1-1,0 0,0 0,0 1,0-1,0-1,0 1,3 2,4 3,1-1,0 0,1 0,0-1,0 0,0-1,1 0,-1-1,1 0,0-1,1-1,-1 1,0-2,1 0,-1 0,1-1,-1-1,1 0,4-2,-13 3,0 0,0-1,0 1,0-1,0-1,0 1,0 0,0-1,0 0,0 0,-1 0,1 0,-1 0,1-1,-1 0,0 0,0 0,0 0,0 0,-1 0,1-1,-1 1,0-1,0 0,0 1,-1-1,1 0,-1-2,-1-2,-1 1,0-1,-1 1,1-1,-2 1,1 0,-1 0,0 0,0 0,-1 0,0 1,0-1,0 1,-1 0,0 1,-1-1,-2-1,0-2,0 1,0 0,-1 1,0 0,-1 1,1 0,-1 0,0 1,-1 0,1 1,-1 0,0 0,-2 1,2 2,7 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7:24.51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2178 0,'5'6,"60"70,24 40,-78-101,71 106,-6 3,-5 3,-5 4,-7 2,-5 3,35 137,-34-55,-8 1,-10 3,-10 1,-10 0,-9 84,-16 32,-14 0,-16-2,-52 202,54-364</inkml:trace>
  <inkml:trace contextRef="#ctx0" brushRef="#br0" timeOffset="24689.941">1 91,'0'0,"0"0,0 0,0 0,0 0,0 0,0 0,0 0,0 5,2 11,0 9,1 11,0 6,1 5,2 2,1-1,1-2,0-9</inkml:trace>
  <inkml:trace contextRef="#ctx0" brushRef="#br0" timeOffset="25364.718">1350 182,'-11'9,"0"2,1-1,0 1,1 1,0 0,1 0,-1 4,7-12,0 1,0-1,0 1,0-1,1 1,0 0,0 0,0 0,1 0,-1 0,1 0,0-1,1 1,-1 0,1 0,0 0,0 0,1 0,-1-1,1 1,0-1,0 1,1-1,3 4,0-1,1 0,0-1,0 1,1-1,0-1,0 1,0-2,0 1,1-1,0 0,0-1,0 0,0 0,0-1,1 0,-1-1,1 0,-1 0,1-1,0 0,-1-1,1 0,-1-1,1 1,7-4,-12 4,0 0,-1-1,1 1,0-1,-1 0,1 0,-1 0,0-1,0 1,0-1,0 0,0 0,0-1,-1 1,0-1,1 0,-1 0,-1 0,1 0,-1 0,1-1,-1 1,0-1,-1 1,1-1,-1 0,0 0,0 1,-1-1,1 0,-1 0,0 0,0 0,-1 0,0 0,1 0,-2-1,-2-2,0 0,0 0,-1 0,0 1,0 0,-1 0,0 0,-1 0,1 1,-1 0,0 1,0-1,-1 1,0 1,0 0,0 0,0 0,-6-1,-26-9</inkml:trace>
  <inkml:trace contextRef="#ctx0" brushRef="#br0" timeOffset="26547.142">217 1487,'-8'11,"-3"2,1 0,0 0,1 1,0 1,1 0,1 0,1 0,0 1,1 0,0 0,1 0,1 3,3-14,0 0,1 0,-1 0,1-1,0 1,0 0,1 0,-1-1,1 1,0-1,0 0,1 1,-1-1,1 0,0 0,0-1,0 1,1 0,-1-1,1 0,0 0,0 0,0-1,0 1,0-1,1 0,-1 0,1 0,-1-1,5 2,-2-1,1 0,0 0,0-1,0 0,1-1,-1 1,0-2,0 1,0-1,0 0,0-1,0 1,0-2,0 1,0-1,-1 0,0-1,2-1,-5 3,-1-1,1 0,-1 0,0-1,0 1,0-1,0 1,-1-1,0 0,1 0,-1 0,0 0,-1-1,1 1,-1 0,0-1,0 1,0-1,-1 1,0-1,0 0,0 1,0-1,0 1,-1-1,0 1,0-1,0 1,-1-1,0 1,0 0,0 0,0 0,0 0,-1 0,-3-6,0 1,0 0,-1 0,0 0,-1 1,0 0,0 1,-1-1,0 2,0-1,-1 1,1 1,-1 0,-1 0,1 1,-1 0,1 1,-1 0,0 1,-1 0,-11 2,8 3</inkml:trace>
  <inkml:trace contextRef="#ctx0" brushRef="#br0" timeOffset="27004.522">1109 1655,'0'0,"0"0,0 0,5 1,9 2,11 0,9 1,8 1,5 0,3 0,2 0,1-1,0-3,-2-2,-9-1</inkml:trace>
  <inkml:trace contextRef="#ctx0" brushRef="#br0" timeOffset="27287.29">1846 1448,'0'0,"0"0,0 0,0 0,2 6,4 13,3 15,4 17,1 14,0 13,-3-7</inkml:trace>
  <inkml:trace contextRef="#ctx0" brushRef="#br0" timeOffset="37198.56">574 2702,'-35'22,"22"-14,0 0,1 1,0 0,0 1,1 0,1 1,-1 0,2 1,0 0,0 1,1 0,-2 5,9-15,0 1,0-1,0 1,0 0,1-1,0 1,0 0,0-1,0 1,0 0,1-1,0 1,0 0,0-1,0 1,0-1,1 1,-1-1,1 0,0 0,0 0,0 0,0 0,1 0,-1 0,1-1,0 1,0-1,0 0,1 1,6 4,0-1,1 0,-1-1,1 0,0-1,1 0,-1 0,1-1,0-1,0 0,0-1,0 0,0-1,0 0,0-1,-1 0,1-1,0 0,0-1,10-4,-18 6,0-1,1 0,-1 0,-1 0,1 0,0-1,0 0,-1 1,0-1,1-1,-1 1,0 0,-1-1,1 1,-1-1,1 0,-1 0,0 0,-1 0,1 0,-1-1,1 1,-1 0,0-1,-1 1,1-1,-1 1,0-1,0 1,-1-1,1 1,-1-2,-2-3,0 0,0 0,-1 0,0 0,0 1,-1 0,0 0,-1 0,1 0,-2 1,1 0,-1 0,0 1,-6-5,-3-1,0 1,0 1,-1 0,-1 1,1 1,-15-4,21 8,1 0,-1 1,1 1,-1 0,0 0,0 1,0 1,0 0,-7 0,-4 4</inkml:trace>
  <inkml:trace contextRef="#ctx0" brushRef="#br0" timeOffset="37718.27">2000 2715,'-7'3,"-7"3,1 1,0 0,0 1,0 1,1-1,0 2,1 0,0 0,1 1,0 0,-4 8,12-15,0 0,0 0,1 0,-1 0,1 1,0-1,0 0,1 1,-1-1,1 1,0-1,0 1,1-1,-1 1,1-1,0 0,0 1,0-1,1 0,0 0,0 0,0 0,0 0,0 0,1-1,-1 1,1-1,0 1,0-1,1 0,-1 0,1-1,-1 1,1-1,3 2,1 1,0-1,0 0,1-1,-1 0,1 0,0-1,-1 0,1-1,0 1,0-2,7 1,-10-1,-1 0,0-1,1 0,-1 1,0-1,0-1,0 1,0-1,0 0,0 0,0-1,-1 1,1-1,-1 0,1 0,-1-1,0 1,0-1,-1 0,3-2,-4 3,0-1,0 0,0 1,-1-1,1 0,-1 0,0 0,0 0,0 0,0 0,-1 0,1 0,-1 0,0 0,-1 0,1 0,-1 0,0 0,1 0,-2 0,1 0,0 0,-1 0,0 1,0-1,0 1,0-1,-3-2,-1-2,-1 0,1 0,-2 1,1 0,-1 0,0 1,-1 0,0 0,1 1,-2 0,0 1,-7-3,-1 1,0 1,0 0,-14 0,-15-1</inkml:trace>
  <inkml:trace contextRef="#ctx0" brushRef="#br0" timeOffset="38395.05">828 3684,'-8'3,"1"-1,-17 5,0 1,0 1,1 1,0 1,1 1,-17 12,36-22,0 0,0 0,0 1,0-1,0 1,1-1,-1 1,1 0,0 0,-1 0,2 0,-1 1,0-1,0 0,1 1,0-1,0 1,0 0,0-1,1 1,-1 0,1-1,0 1,0 0,0 0,0-1,1 1,0 0,0 3,5 1,0 0,1 0,0 0,0-1,1 0,0 0,0-1,0 0,1 0,0-1,0 0,0-1,1 0,-1 0,1-1,0 0,9 1,-6-1,-1 0,1-1,-1-1,1 0,0 0,1-1,-11 0,1 0,0-1,-1 1,1-1,0 1,-1-1,1 0,-1-1,1 1,-1-1,0 1,0-1,1 0,-1 0,0 0,-1-1,1 1,0-1,-1 1,1-1,-1 0,0 0,0 0,0-1,-1 1,0 0,0-1,0 1,0 0,-1-1,1 1,-1-1,0 1,0-1,0 0,-1 1,1-1,-1 1,0 0,0-1,0 1,0 0,0-1,-1 0,-42-59,29 49,0 0,-1 1,0 1,-1 0,0 1,-1 1,0 0,-1 2,1 0,-2 1,-15-3,30 8,1 1,-1 0,0 0,1 1,-1-1,0 1,0 0,0 0,1 0,-4 2,7-2,1 0,-1 1,1-1,0 1,-1-1,1 0,0 1,0-1,-1 1,1-1,0 1,0-1,0 1,0-1,0 1,-1 0,1-1,0 1,0-1,0 1,0-1,1 1,-1-1,0 1,0-1,0 1,0-1,0 1,1-1,-1 1,0-1,0 1,1-1,-1 1,0-1,1 0,-1 1,1-1,-1 0,0 1,1-1,-1 0,1 1,-1-1,1 0,-1 0,1 0,-1 1,1-1,0 0,-1 0,19 15</inkml:trace>
  <inkml:trace contextRef="#ctx0" brushRef="#br0" timeOffset="38980.524">2102 3696,'-3'3,"-9"7,1 1,0 0,1 0,0 1,0 0,2 1,-1 0,2 0,0 1,0 0,1 0,1 1,1 0,0-1,0 5,3-10,1 0,1 0,0 0,0 0,0 0,1 0,1-1,-1 1,2-1,-1 1,1-1,0 0,0 0,1-1,0 1,1-1,0 0,0-1,0 1,1-1,0 0,0-1,0 0,1 0,0 0,0-1,0 0,0-1,1 0,-1 0,1-1,0 0,0 0,0-1,0 0,0-1,8 0,-11-1,0 0,-1 0,1-1,0 1,-1-1,1 0,-1-1,1 1,-1-1,0 0,0 0,0-1,-1 1,1-1,-1 0,0-1,0 1,0-1,-1 0,0 1,1-1,-2-1,1 1,-1 0,1-1,-1 1,-1-1,1 0,-1 0,0 0,-1 1,1-1,-1 0,0 0,-1 0,1 0,-1 0,-1-4,-1 0,0 0,-1 1,0-1,0 1,-1 0,0 0,0 1,-1-1,0 1,-1 0,0 1,-2-2,-24-22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0:46.41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1,'0'0,"0"0,0 0,0 4,2 11,2 14,1 15,2 14,1 13,1 11,0-9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0:47.5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0,'0'0,"0"0,0 0,6 1,12 1,15 2,15 1,11 1,10-2,4-1,-12-2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0:47.81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12 2223,'0'0,"0"0,0 0,0 0,0 7,-1 13,-2 14,1 13,0 10,0 3,0-7</inkml:trace>
  <inkml:trace contextRef="#ctx0" brushRef="#br0" timeOffset="764.956">38 0,'6'10,"101"153,-8 5,-7 4,6 33,-33-48,-6 2,-8 3,-6 1,-8 3,-3 29,-16-74,-6-1,-4 2,-7-1,-4 1,-6-1,-5 0,-16 57,-23 20,-3-26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0:51.14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1 258,'2'-5,"77"-179,-47 132,-31 51,1-1,-1 1,1-1,-1 1,1 0,0 0,0 0,0 0,0 0,0 0,0 0,0 0,0 1,0-1,0 1,0 0,0-1,0 1,0 0,0 0,0 1,1-1,-1 0,0 1,0-1,0 1,0 0,10 4,-1 1,1 0,-2 0,1 2,-1-1,0 1,2 3,0-1,23 19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0:52.14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254 0,'-6'8,"-26"38,3 1,1 2,3 0,2 2,2 1,2 0,3 2,2 0,2 0,-3 44,7-11,3 1,5-1,3 1,4-1,3 0,18 62,10 9,7-3,7-1,19 25,1-13,82 134,-86-184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0:52.80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116 1,'-4'5,"-10"12,0 0,2 1,0 1,1 0,1 1,0 0,-4 15,11-25,0 1,0-1,1 0,1 1,-1-1,2 1,-1-1,2 1,-1-1,1 1,1-1,0 1,0-1,1 0,1 0,0 0,0 1,4 0,-1 0,1-1,1 0,-1-1,2 0,-1 0,2-1,-1 0,1-1,0 0,0 0,1-1,-1-1,2 0,-1-1,0 0,1-1,0 0,-1-1,1 0,0-1,0-1,0 0,12-2,-19 2,0 0,-1-1,1 1,-1-1,1-1,-1 1,1-1,-1 1,0-2,0 1,0 0,0-1,0 0,-1 0,1-1,-1 1,0-1,0 0,0 0,0 0,-1-1,0 1,0-1,0 0,0 0,-1 0,0 0,0-1,1-3,-3-2,-1 0,0 1,0-1,-1 0,-1 1,0 0,0-1,-1 1,-1 0,1 1,-2-1,1 1,-1 0,0 0,-1 1,0 0,-1 0,0 0,-7-8,-1 0,0 2,-1 0,-1 1,0 0,-1 2,0 0,0 1,-1 1,-1 1,-4-1,11 6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0:53.07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0,'0'0,"3"10,7 16,4 23,3 19,1 18,-1 15,0 10,-3-14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0:53.4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0,'0'0,"0"0,0 0,0 0,2 8,3 13,3 17,3 14,-1 10,1 6,-3 0,-2-12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0:53.94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45 0,'-4'7,"-3"7,1-1,0 1,1 0,1 0,0 0,1 1,1-1,-1 8,3-16,-1 0,2 0,-1 0,0 0,1 0,0 0,1 0,0 0,-1 0,2-1,-1 1,1-1,0 1,0-1,0 0,0 0,1 0,0-1,0 1,1-1,-1 0,1 0,3 1,0 0,1 0,-1-1,1 0,0-1,0 0,0 0,0-1,1 0,-1-1,0 0,1 0,-1-1,1 0,-1-1,1 0,-1 0,0-1,1-1,-1 1,0-1,0-1,-1 0,1 0,-1 0,7-6,-12 8,0-1,0 0,-1 0,1 0,0 0,-1-1,0 1,0-1,0 1,0-1,-1 0,1 0,-1 1,0-1,0 0,0 0,-1 0,1-1,-1 1,0 0,0 0,-1 0,1 0,-1 0,0 0,0 0,0 0,-1 0,1 1,-1-1,-1-1,-4-7,-1 0,0 1,-1 0,0 0,0 1,-2 0,-5-5,-12-8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0:54.38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0,'6'8,"33"47,65 103,-7 4,-7 4,37 105,-80-159,-6 1,-5 3,-4 1,2 45,-21-87,-5 0,-2 1,-4 0,-3 0,-4 0,-2-1,-12 42,-25 55,-6-24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0:51.41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0,'0'0,"8"0,14 1,16 1,12 1,9 1,-6-1</inkml:trace>
  <inkml:trace contextRef="#ctx0" brushRef="#br0" timeOffset="255.317">115 169,'0'0,"0"0,5 2,9 4,13 3,15 2,1-2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0:50.4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356 69,'7'-3,"40"-21,-32 16,0 1,0 0,0 1,0 1,5-1,-20 6,1-1,-1 1,1 0,-1 0,1-1,0 1,-1 0,1 0,-1 0,1 0,-1 0,1 0,0 0,-1 0,1 0,-1 0,1 0,0 0,-1 0,1 0,-1 0,1 1,-1-1,1 0,-1 0,1 1,-1-1,1 0,-1 1,1-1,-1 1,1-1,-1 0,0 1,1-1,-1 1,0-1,1 1,-1-1,0 1,0 0,1-1,-1 1,0-1,0 1,0-1,0 1,0 0,0-1,0 1,0-1,0 1,0 0,0-1,0 1,-14 33,-158 250,50-91,98-162</inkml:trace>
  <inkml:trace contextRef="#ctx0" brushRef="#br0" timeOffset="282.789">1 30,'0'0,"0"0,0 0,0 0,5 4,10 11,11 12,12 13,8 11,8 10,5 6,4 2,3-1,2-3,-3-6,-12-14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0:56.0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1 335,'4'-9,"22"-48,3 1,2 1,33-42,-62 93,1 0,-1 0,1 0,0 0,0 0,0 1,1-1,-1 1,1 0,0 0,0 1,0-1,0 1,0 0,0 0,1 0,-1 0,1 1,-1 0,1 0,0 0,-1 0,1 1,0 0,4 0,0 3,-1 1,0 0,0 0,0 1,0 0,-1 1,0-1,0 2,0-1,-1 0,5 8,-5-8,78 87,-46-49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0:55.43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14,'0'0,"59"-5,-9 0,1 2,-1 2,1 3,-1 1,33 9,-70-10,-1 2,1-1,-1 2,0 0,0 0,-1 1,2 1,-9-5,-1 1,1-1,-1 1,0 0,1 0,-1 0,-1 0,1 0,0 1,-1-1,0 1,1 0,-2 0,1 0,0 0,-1 0,0 0,1 0,-2 0,1 1,0-1,-1 4,-2 6,-1-1,0 1,-1-1,-1 0,0 0,-1-1,0 0,-1 0,0 0,-1-1,0 0,-1 0,-5 5,-64 71,45-53,2 2,-19 28,25-8,25-54,-1 1,1-1,0 0,0 0,0 0,0 0,1 0,-1 1,0-1,1 0,0 0,-1 0,1 0,0 0,0 0,0 0,1 0,-1-1,0 1,1 0,-1-1,1 1,-1-1,1 1,0-1,1 1,8 4,0-1,0-1,0 0,0 0,1-1,-1-1,1 0,0 0,0-2,6 1,-13-1,66 5,0-4,0-4,57-8,-76 3</inkml:trace>
  <inkml:trace contextRef="#ctx0" brushRef="#br0" timeOffset="222.405">115 402,'0'0,"9"0,18 2,21 1,21 0,16-1,8-3,-11-1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0:57.10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1,'0'0,"0"0,0 0,0 0,5 2,10 5,13 2,14 4,11 0,8-2,5-1,0-3,-5-3,-13-1</inkml:trace>
  <inkml:trace contextRef="#ctx0" brushRef="#br0" timeOffset="168.573">192 221,'0'0,"-3"1,0 4,1 3,7 2,16 2,18-1,19-2,0-3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00.0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52 1,'-3'6,"-6"12,1 1,1 0,0 1,2-1,-4 21,8-33,0 1,0 0,1-1,0 1,1-1,-1 1,1-1,1 1,0-1,0 0,0 1,1-1,0 0,0 0,1-1,-1 1,5 4,-1-3,1 0,0-1,0 0,0-1,1 0,0 0,0-1,1 0,-1 0,1-1,0 0,0-1,1 0,-1-1,1 0,-1-1,1 0,-1 0,1-1,0-1,-1 1,1-2,-1 0,1 0,-1-1,0 0,5-2,-10 3,0 0,0-1,-1 1,1-1,-1 0,1-1,-1 1,0-1,0 1,-1-1,1 0,-1-1,0 1,0 0,0-1,-1 0,1 0,-1 0,0 0,-1 0,1 0,-1 0,0 0,0-1,-1 1,1 0,-1-1,0 1,-1 0,1-1,-1 0,-1-2,0-1,-1 1,0 0,0 0,-1 0,1 1,-2-1,1 1,-1 0,0 0,-1 0,1 1,-2 0,1 0,0 0,-1 1,-6-4,1 1,-2 1,1 0,-1 1,0 0,0 1,-1 1,1 0,-1 1,-10 0,-24-2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01.26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1,'0'0,"0"0,6 1,10 2,12 3,12 4,10 2,7 2,4 0,3-1,0-4,-10-3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01.5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1,'0'0,"0"0,0 0,2 8,0 16,3 21,1 23,3 21,3 20,3 15,3 6,-3-19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0:57.9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310 1,'0'0,"0"0,-46 69,4 2,-19 44,31-46,3 2,2 1,4 0,4 2,2 0,4 1,3 0,3 1,4-1,3 12,9 22,5-1,5 0,5-2,4-1,5-1,4-1,5-3,55 94,-27-69,72 94,-39-77</inkml:trace>
  <inkml:trace contextRef="#ctx0" brushRef="#br0" timeOffset="1419.751">692 337,'0'0,"0"0,0 0,0 0,0 0,0 0,0 0,2 6,3 11,2 13,3 12,1 11,1 8,2 5,1 2,1-2,-1-13</inkml:trace>
  <inkml:trace contextRef="#ctx0" brushRef="#br0" timeOffset="2903.368">1061 1940,'-4'3,"-8"7,1 0,1 1,0 0,0 1,1 0,1 0,0 1,0 0,-3 11,7-16,1 0,1 1,-1-1,1 1,1-1,0 1,0 0,0-1,1 1,1 0,-1 0,2-1,-1 1,1 0,0-1,1 1,1 2,0-2,1 0,0 0,1 0,0-1,0 0,1 0,0 0,0-1,1 0,0-1,0 0,0 0,1-1,0 1,0-2,0 0,1 0,-1 0,1-1,0-1,0 0,0 0,0-1,2 0,-7-1,-1 0,1 0,0 0,-1-1,1 0,-1 0,1 0,-1 0,1-1,-1 0,0 0,0 0,0 0,0-1,0 0,0 1,0-1,-1-1,0 1,0 0,0-1,0 0,0 0,-1 1,1-2,-1 1,0 0,0 0,0-4,0-4,-1 0,-1 0,0 1,0-1,-1 0,-1 0,0 1,-1-1,0 1,0 0,-1 0,-1 0,0 0,0 1,-1 0,-1 0,0 0,0 1,0 0,-1 0,-1 1,-5-5,7 6,-1 1,1 1,-1-1,0 1,-1 0,1 1,-1 0,0 0,0 1,0 0,0 1,-1 0,1 0,-9 0,-1 5,6 2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30.61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1 352,'10'-41,"50"-188,-59 225,-1-1,2 1,-1 0,0 0,1 0,0 0,0 0,0 1,0-1,1 1,-1-1,1 1,0 0,0 0,0 0,0 0,1 0,-1 1,1 0,0 0,-1 0,1 0,0 0,0 1,0-1,4 0,2 5,-1-1,1 1,-1 1,0 0,0 0,0 0,-1 1,1 1,-1-1,-1 1,1 1,-1 0,0 0,0 0,4 7,-9-12,38 42,-4-2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29.57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0,'3'6,"14"44,-2 0,-2 2,-2-1,-2 1,0 44,-4-55,34 270,18 17,-46-278</inkml:trace>
  <inkml:trace contextRef="#ctx0" brushRef="#br0" timeOffset="393.485">689 39,'0'0,"0"0,0 0,0 7,0 14,0 16,2 18,3 13,3 11,3 8,1 2,1 0,2-2,1-3,0-7,-2-7,-2-11,-4-15</inkml:trace>
  <inkml:trace contextRef="#ctx0" brushRef="#br0" timeOffset="677.241">167 620,'0'0,"9"-1,18-1,20-1,19-1,13-2,-6-1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33.39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 0,'0'0,"0"8,0 15,-1 18,-1 18,1 15,0 12,2 5,1 4,5-3,0-16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33.99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14,'0'0,"0"0,6 0,12 0,14-1,12 0,10 0,5 0,4-1,-1 1,-2 0,-6-1,-8 0,-12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34.24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0,'0'0,"0"0,0 0,0 0,0 0,7 1,14 1,3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35.24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0,'4'8,"15"35,3-1,1-1,2-1,2-1,2-2,1 0,1-2,3-2,0 0,2-3,16 9,46 32,-96-70,0 0,0 0,0 1,0-1,-1 0,1 0,0 1,-1-1,1 1,-1 0,0-1,1 1,-1 0,0 0,0 0,0-1,0 1,-1 0,1 0,0 1,-1-1,1 0,-1 0,0 0,0 0,0 0,0 0,0 1,0-1,-1 0,1 0,-1 0,1 0,-2 2,-3 3,-1-1,0 0,0 0,0 0,-1-1,0 1,-3 0,-6 6,-202 158,175-137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35.5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25,'0'0,"1"-3,2-4,0-1,1 1,1 7,1 14,-1 16,0 21,-3 20,0 21,-2 17,-1 16,1 9,1 2,1-23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34.49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1 181,'0'0,"5"-1,11 0,13-1,14 1,14 1,11 0,4 0,-10 0</inkml:trace>
  <inkml:trace contextRef="#ctx0" brushRef="#br0" timeOffset="206.953">370 1,'0'0,"0"0,0 0,-3 5,-5 9,-4 13,-4 12,-1 9,2 6,2-7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32.65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248 157,'-7'1,"-7"1,1 1,0 1,1 0,-1 1,1 0,0 1,0 0,0 1,1 1,0-1,1 2,-1-1,2 2,-1-1,1 1,1 1,0-1,0 2,1-1,-5 11,10-16,-1 1,1-1,0 1,1 0,0-1,0 1,0 0,1 0,0 0,0 0,1 0,-1-1,2 1,-1 0,1-1,0 1,0-1,1 1,0-1,0 0,0 0,1 0,0 0,0-1,1 0,-1 0,1 0,0 0,0-1,5 4,3 0,0 0,0-1,0-1,1 0,0-1,0 0,0-1,1-1,-1 0,1-1,0-1,0 0,0-1,-1 0,1-1,0-1,0 0,-1-1,1-1,-1 0,2-2,-10 3,1 1,-2-1,1 0,0-1,-1 1,1-1,-1 0,0-1,0 1,-1-1,1 0,-1 0,0 0,-1-1,1 1,-1-1,0 0,0 0,-1 0,0-1,0 1,0 0,-1-1,0 1,0-1,-1 1,1-1,-2 0,1 1,-1-1,0 1,0-1,-1 1,-3-10,-2 1,0 0,-1 0,0 1,-2 0,1 0,-2 1,1 1,-2-1,0 2,0 0,-1 0,0 1,-1 1,-2-1,-65-29,49 29</inkml:trace>
  <inkml:trace contextRef="#ctx0" brushRef="#br0" timeOffset="427.857">604 1,'7'3,"79"47,3-4,19 3,3 2,-35-5,-74-44,1 0,-1 1,0-1,1 1,-1 0,0-1,-1 1,1 0,0 0,-1 0,0 1,0-1,0 0,0 0,0 1,0-1,-1 0,0 1,0-1,0 1,0-1,0 0,-1 1,0 2,-3 6,-1 1,0 0,-1-1,-1 0,0 0,0-1,-1 0,-4 4,7-9,-243 313,210-275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37.51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2,'0'0,"6"0,9-1,11 1,12-1,8 1,9 1,6-1,2 0,2 0,-10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37.74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0,'0'0,"0"0,9 3,16 2,21 2,2-1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40.93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1 390,'0'0,"8"0,14 0,18 0,16 2,12 3,-6-1</inkml:trace>
  <inkml:trace contextRef="#ctx0" brushRef="#br0" timeOffset="253.324">396 350,'0'0,"0"0,-2 6,-1 10,-4 12,-3 10,0-1</inkml:trace>
  <inkml:trace contextRef="#ctx0" brushRef="#br0" timeOffset="1117.051">549 1,'0'0,"2"14,2 26,1 34,1 33,-2-1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40.00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101 14,'-7'3,"1"-1,0 2,0-1,0 1,1 0,-1 0,1 0,0 1,0 0,1 0,-1 0,1 0,0 1,0 0,1 0,0 0,0 0,0 0,1 1,0-1,0 1,0-1,1 1,0 0,1 0,-1-1,1 1,1 0,-1 0,1 0,0-1,1 1,-1 0,3 4,3 0,0-1,1 0,0 0,0-1,1 0,0-1,0 0,1 0,0-1,1 0,-1-1,1 0,1-1,-1 0,1 0,0-2,0 1,0-2,0 1,0-2,1 1,-1-2,4 0,-11 0,1 0,-1 0,0 0,0-1,0 0,1 0,-1 0,0-1,0 1,-1-1,1-1,0 1,-1-1,1 1,-1-1,0 0,0-1,0 1,0-1,-1 0,1 0,-1 0,0 0,0-1,0 1,-1-1,0 1,0-1,0 0,0-2,-1 1,0-2,0 1,-1 0,0 0,-1 0,0 0,0 0,0 0,-1 0,0 1,0-1,0 0,-1 1,0 0,-1-1,1 1,-1 0,0 1,-4-5,-2-2,-2 0,1 1,-1 0,-1 1,0 0,0 1,-1 0,-1 1,-57-24,48 25</inkml:trace>
  <inkml:trace contextRef="#ctx0" brushRef="#br0" timeOffset="328.633">585 38,'6'6,"128"80,-92-61,0 2,26 23,-64-48,-1 1,1-1,-1 1,0 0,0 0,0 0,0 1,0-1,-1 0,1 1,-1 0,0 0,0 0,0 0,-1 0,1 0,-1 0,0 0,0 0,-1 1,1-1,-1 0,0 1,0-1,0 0,-1 1,0-1,0 3,-6 3,1 0,-2 0,1-1,-1 0,-1 0,0-1,0 0,0-1,-1 0,0 0,-1-1,0-1,1 1,-5-1,-30 18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46.30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370 530,'0'0,"0"0,1 1,9 20,0 1,-1 1,-2 0,0 0,0 6,-6-27,98 453,-83-388</inkml:trace>
  <inkml:trace contextRef="#ctx0" brushRef="#br0" timeOffset="1471.683">0 2223,'0'0,"0"0,6 1,11 0,12 0,12-2,11-1,6-6,2-4,-9-1</inkml:trace>
  <inkml:trace contextRef="#ctx0" brushRef="#br0" timeOffset="1723.519">586 2016,'0'0,"0"0,0 6,1 10,0 12,2 13,0 9,0 7,2 5,1-2,1-5,-1-11</inkml:trace>
  <inkml:trace contextRef="#ctx0" brushRef="#br0" timeOffset="2255.614">663 1,'7'10,"178"281,-119-173,-5 2,-6 3,-5 2,-6 2,19 94,-40-122,-6 1,-3 1,-5 0,-4 1,-5-1,-4 1,-16 89,-1-76,-6-2,-4 0,-20 37,3-24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43.23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1 414,'2'22,"23"339,64 370,-83-686</inkml:trace>
  <inkml:trace contextRef="#ctx0" brushRef="#br0" timeOffset="1675.547">51 0,'0'0,"0"0,0 0,0 0,0 0,0 1,-16 225,9-80,6 0,6 1,19 94,24 64,60 194,-87-419,3-1,4-1,4-2,5 5,-17-42,2 0,2-1,2-1,1-2,1 0,3-2,0-1,13 8,34 18,-8-12</inkml:trace>
  <inkml:trace contextRef="#ctx0" brushRef="#br0" timeOffset="2526.276">637 219,'0'0,"0"0,0 1,0 79,3 0,4 0,3-1,4 0,7 17,-9-55</inkml:trace>
  <inkml:trace contextRef="#ctx0" brushRef="#br0" timeOffset="3825.806">1032 1810,'0'0,"0"0,-5 3,-2 2,-1 1,1 0,0 0,1 0,0 1,0-1,0 2,1-1,0 1,0-1,1 1,0 1,0-1,1 0,0 1,0 0,1 0,1 0,-1 0,1 0,1 0,0 0,0 0,1 0,0 3,1-4,0-1,0 1,0-1,1 0,0 0,1 0,0 0,0 0,0 0,1-1,0 0,0 0,0-1,1 1,0-1,0 0,5 2,-12-7,1 0,0 0,0 0,0-1,0 1,0 0,0 0,0 0,0-1,0 1,0 0,0 0,0 0,0 0,0-1,0 1,0 0,0 0,0 0,0-1,0 1,0 0,0 0,0 0,0-1,0 1,0 0,0 0,0 0,0 0,1-1,-1 1,0 0,0 0,0 0,0 0,0 0,1 0,-1 0,0-1,0 1,0 0,0 0,1 0,-1 0,0 0,0 0,0 0,1 0,-1 0,0 0,0 0,0 0,1 0,-1 0,0 0,0 0,0 0,1 0,-1 0,0 0,0 0,0 1,0-1,-6-16,-9-39,13 39</inkml:trace>
  <inkml:trace contextRef="#ctx0" brushRef="#br0" timeOffset="4110.046">968 1706,'0'0,"-1"6,0 9,-1 12,-2 10,-1 10,1 7,2 4,0 3,3 1,0-1,2-4,0-7,1-13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51.09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337 1320,'0'0,"0"0,0 0,0 0,1 0,170 19,141-2,-307-17</inkml:trace>
  <inkml:trace contextRef="#ctx0" brushRef="#br0" timeOffset="426">312 1422,'15'7,"0"1,1-2,-1 0,1-1,0 0,0-2,1 0,-1 0,1-2,0 0,-1-1,1 0,14-3,1 2,17 0,-4 0</inkml:trace>
  <inkml:trace contextRef="#ctx0" brushRef="#br0" timeOffset="1562.965">159 0,'-22'41,"3"1,1 0,3 2,1 0,-6 34,2 10,4 0,4 1,3 0,6 85,10-11,7-1,15 46,15 23,10-2,10-2,9-4,11-2,100 182,-107-252</inkml:trace>
  <inkml:trace contextRef="#ctx0" brushRef="#br0" timeOffset="3135.277">784 142,'0'0,"0"0,0 0,0 0,0 0,0 0,0 0,2 7,3 11,5 14,2 13,3 12,2 11,0 9,0 6,-2 1,-2-14</inkml:trace>
  <inkml:trace contextRef="#ctx0" brushRef="#br0" timeOffset="3734.699">1050 1810,'-16'19,"0"0,2 0,0 2,1 0,1 0,-6 19,8-20,2 0,0 1,2 0,0 0,1 0,2 1,0 0,0 18,3-30,0 0,0 0,1 0,1 0,0 0,0 0,1-1,0 1,1-1,0 0,0 0,1 0,0-1,0 1,1-1,0 0,1-1,0 0,0 0,4 3,-6-6,0 0,0 0,1 0,-1-1,1 0,-1 0,1-1,0 1,0-1,0-1,1 1,-1-1,0 0,1 0,-1-1,1 0,-1 0,0-1,1 1,-1-1,0-1,0 1,1-1,-1 0,0 0,-1-1,1 0,0 0,-1 0,1-1,3-4,-4 3,0 0,-1-1,0 0,0 0,0 0,-1 0,0-1,0 0,0 1,-1-1,0 0,-1 0,0 0,0 0,0 0,-1-1,0 1,0 0,-1-7,-2-2,1 1,-2-1,0 0,-1 1,-1 0,0 0,-1 1,-4-7,-82-116,68 104</inkml:trace>
  <inkml:trace contextRef="#ctx0" brushRef="#br0" timeOffset="4268.349">1318 39,'20'30,"47"89,-4 2,-6 3,-5 2,-6 2,16 81,-10-18,-8 2,-9 2,-9 1,-2 109,-22-206,-4-1,-5 1,-4-1,-4-1,-4-1,-22 61,7-56,4-21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58.67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1,'0'0,"0"0,0 0,0 0,0 0,0 0,0 0,0 0,3 5,4 9,4 12,3 11,0 11,1 10,-1 9,0 9,-3-9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02.74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1770,'0'0,"0"0,0 0,0 1,11 47,-2 2,1 31,-8-57,16 223,-15-191</inkml:trace>
  <inkml:trace contextRef="#ctx0" brushRef="#br0" timeOffset="829.356">117 1,'34'84,"82"160,89 205,-146-305,-7 3,-7 1,15 100,-44-165,-4 1,-4 0,-4 0,-3 1,-4 0,-3-1,-11 42,-14 15,-2-21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07.49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1,'0'0,"0"0,0 0,0 0,6 1,12 2,15 1,13 1,13 1,9 0,7 1,2 0,1 0,-1 0,-6 0,-8-1,-14-1</inkml:trace>
  <inkml:trace contextRef="#ctx0" brushRef="#br0" timeOffset="283.787">153 168,'0'0,"0"0,7 0,15 0,20 1,23 1,20 3,13 1,10 1,10 1,-15-2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30.33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1,'0'0,"0"0,0 0,0 0,0 0,0 0,1 6,0 13,2 13,2 14,5 11,3 10,3 5,2 1,1-3,-3-14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30.58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0,'0'0,"6"1,12 0,16 1,17 1,15-1,13 1,8-1,2 0,-1-2,-1-1,-16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31.01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134 120,'4'10,"52"127,-7 2,24 114,-65-208,-8-44,0 0,-1-1,1 1,0 0,-1-1,1 1,-1 0,1-1,-1 1,1-1,-1 1,1-1,-1 1,0-1,1 0,-1 1,0-1,1 1,-1-1,0 0,1 0,-1 0,0 1,0-1,1 0,-1 0,0 0,0 0,1 0,-1 0,0 0,0 0,1-1,-1 1,0 0,0 0,1-1,-1 1,0 0,1-1,-1 1,0-1,1 1,-1 0,1-1,-1 0,1 1,-1-1,1 1,-1-1,1 0,-125-96,100 78,-96-85,99 79</inkml:trace>
  <inkml:trace contextRef="#ctx0" brushRef="#br0" timeOffset="268.284">159 4,'0'0,"0"0,5-1,11 0,14 0,14 2,12 4,6 3,6 2,-9 0</inkml:trace>
  <inkml:trace contextRef="#ctx0" brushRef="#br0" timeOffset="663.228">427 224,'5'5,"18"17,10 8,-1 1,-1 2,-2 1,-2 1,14 25,-37-55,0 0,-1 0,0 1,0 0,0-1,-1 1,0 0,0 0,0 0,-1 1,0-1,0 0,-1 0,1 1,-1-1,-1 0,1 1,-1-1,0 0,-1 0,1 0,-1 1,-1-2,1 1,-1 0,0 0,0-1,-4 5,1-5,-1 0,1 0,-1 0,0-1,-1-1,1 1,-1-1,-6 2,9-3,14 2,59-1,1-3,-1-3,2-3,8-2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55.88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1668,'8'0,"53"12,-1 2,35 14,-34-10,165 49,-221-65,-2-1,0-1,1 1,-1 1,0-1,-1 0,1 1,0 0,0-1,-1 1,1 0,-1 0,1 1,1 1,-4-3,0 0,0 0,-1 0,1 0,0-1,0 1,-1 0,1 0,0 0,-1 0,1 0,-1 0,1-1,-1 1,1 0,-1 0,0-1,1 1,-1 0,0-1,0 1,1-1,-1 1,0-1,0 1,0-1,0 0,0 1,1-1,-1 0,0 0,0 1,0-1,0 0,-1 0,-24 7,-1-1,1-1,-1-1,-18-1,-25 4,70-7,0 0,0 1,0-1,0 0,1 0,-1 0,0 1,0-1,0 0,0 0,0 0,0 1,0-1,0 0,0 0,0 0,0 1,0-1,0 0,0 0,0 0,0 1,0-1,0 0,0 0,0 0,0 1,-1-1,1 0,136 19,-74-12</inkml:trace>
  <inkml:trace contextRef="#ctx0" brushRef="#br0" timeOffset="8358.392">1121 1,'-1'8,"-30"316,9-88,11 230,17-316,6 0,7-1,28 98,-11-107,6-2,58 123,-32-106</inkml:trace>
  <inkml:trace contextRef="#ctx0" brushRef="#br0" timeOffset="32498.384">651 711,'0'0,"1"10,2 17,3 19,2 17,2 14,2 9,1 5,1 2,0-3,-2-18</inkml:trace>
  <inkml:trace contextRef="#ctx0" brushRef="#br0" timeOffset="32813.542">637 1978,'0'0,"7"0,14-1,15 0,13-1,9-1,-6 1</inkml:trace>
  <inkml:trace contextRef="#ctx0" brushRef="#br0" timeOffset="33226.953">689 2133,'1'9,"63"359,-31-75,-32-278,0-8,0 0,0 1,-1-1,-1 0,1 1,-1-1,0 0,-2 6,3-12,-1 0,1 0,-1 0,1-1,-1 1,1 0,-1 0,1-1,-1 1,0 0,1-1,-1 1,0-1,1 1,-1-1,0 1,0-1,0 1,0-1,1 0,-1 1,0-1,0 0,0 0,0 0,0 0,0 0,0 0,0 0,1 0,-1 0,0 0,0 0,0-1,0 1,0 0,0 0,0-1,-34-17,33 16,-86-69,63 47</inkml:trace>
  <inkml:trace contextRef="#ctx0" brushRef="#br0" timeOffset="33477.364">663 2211,'0'0,"0"0,3-3,6-6,10-2,10-2,11 4,9 5,5 6,-7 2</inkml:trace>
  <inkml:trace contextRef="#ctx0" brushRef="#br0" timeOffset="33843.896">892 2482,'46'47,"-18"-20,-1 2,-1 0,16 26,-38-50,-1-1,1 1,-1 0,0 0,-1 0,1 0,-1 1,0-1,0 0,-1 1,0 0,0-1,0 1,0 0,-1-1,0 1,0 0,-1 0,1-1,-1 1,-1 0,1-1,-1 1,0-1,0 0,0 1,-1-1,-3 4,-54 38,60-47,-1 0,0 0,1 1,-1-1,0 0,1 1,-1-1,0 1,1-1,-1 1,1-1,-1 1,1-1,-1 1,1 0,0-1,-1 1,1 0,0-1,-1 1,1 0,0-1,0 1,-1 0,1 0,0-1,0 1,0 0,0 0,0-1,0 1,0 0,1 0,-1-1,0 1,0 0,0-1,1 1,-1 0,0-1,1 1,-1 0,1-1,-1 1,1-1,-1 1,1 0,-1-1,1 1,-1-1,1 0,0 1,-1-1,1 0,0 1,-1-1,1 0,0 1,-1-1,1 0,0 0,0 0,0 0,17 7,1 0,-1-2,1 0,0-1,1-1,6 0,-7-1,48 7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41.40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0 866,'0'0,"0"0,2 5,4 10,1 12,2 12,-1 10,2 7,-1 1,-1-8</inkml:trace>
  <inkml:trace contextRef="#ctx0" brushRef="#br0" timeOffset="422.87">269 517,'57'27,"-1"2,-1 3,35 28,-46-30,300 193,-323-210,-11-7,0 0,0 1,0 0,-1 0,0 1,-1 1,4 3,-11-11,0 1,0-1,0 1,0-1,-1 1,1-1,0 1,-1-1,1 1,-1-1,0 1,1 0,-1-1,0 1,0 0,0-1,0 1,-1 0,1-1,0 1,0 0,-1-1,1 1,-1-1,0 1,0-1,1 1,-1-1,0 1,0-1,-38 37,-24 5,-2-3,-1-2,-29 8,34-16</inkml:trace>
  <inkml:trace contextRef="#ctx0" brushRef="#br0" timeOffset="46257.142">1237 0,'0'0,"4"5,10 9,9 12,11 17,9 17,6 20,5 19,1 19,-1 18,-3 16,-8 14,-14 12,-18 6,-24 0,-26-7,-6-33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1:38.04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318 38,'0'0,"2"10,4 19,6 22,4 18,3 14,1 4,-2-13</inkml:trace>
  <inkml:trace contextRef="#ctx0" brushRef="#br0" timeOffset="251.876">0 864,'0'0,"13"0,22-1,25 1,22-2,17 1,10 0,3 1,-5 0,-21 0</inkml:trace>
  <inkml:trace contextRef="#ctx0" brushRef="#br0" timeOffset="2525.847">1451 412,'0'0,"0"0,1 6,3 10,2 15,2 15,0 13,0 10,1 8,-3-9</inkml:trace>
  <inkml:trace contextRef="#ctx0" brushRef="#br0" timeOffset="631.859">420 1047,'7'25,"61"195,14 9,-69-194,8 33,-21-67,1 0,-1 0,0 0,0 0,0 0,0 0,0 0,0 0,0 0,0 0,0 0,0 0,0 0,-1 0,1 0,0 0,-1-1,1 1,-1 0,1 0,-1 0,1 0,-1 0,1-1,-1 1,0 0,0-1,1 1,-1 0,0-1,0 1,0-1,0 1,0-1,1 1,-1-1,0 0,0 0,0 1,0-1,0 0,0 0,0 0,0 0,0 0,0 0,0 0,0 0,0-1,0 1,0 0,0-1,0 1,0 0,0-1,-28-6,1-2,0 0,-27-14,16 7,-143-57,156 62</inkml:trace>
  <inkml:trace contextRef="#ctx0" brushRef="#br0" timeOffset="898.66">343 1033,'0'0,"0"0,8 0,12 0,17 2,15 2,13 2,-5 0</inkml:trace>
  <inkml:trace contextRef="#ctx0" brushRef="#br0" timeOffset="1262.711">675 1226,'9'4,"17"9,-1 1,0 1,-1 1,-1 1,0 1,-1 1,-1 1,2 4,-19-20,1 0,-1 0,0 1,-1 0,1 0,-1 0,0 0,0 1,-1-1,1 1,-1-1,-1 1,1 0,-1 0,0 0,0 0,0 0,-1 0,0 0,0 0,-1 0,0 0,0 0,0 0,-1 0,1 0,-6 4,0 0,0-1,-1 0,0 0,-1 0,1-1,-2 0,1-1,-1 0,0-1,-10 5,13-2,24-7,61-6,-31 0</inkml:trace>
  <inkml:trace contextRef="#ctx0" brushRef="#br0" timeOffset="49046.726">1043 0,'-1'9,"-6"51,-6 51,0 91,14-165,0 1,3-1,1 0,1-1,3 1,0-2,9 18,-2-16,2-1,2 0,1-1,2-1,1-1,1-2,2 0,30 26,42 33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33.03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209 10,'-12'0,"1"1,-1 0,1 0,-1 2,1-1,0 2,0-1,0 1,0 1,-8 4,14-5,-1-1,1 1,0-1,0 2,0-1,1 0,-1 1,1 0,0 0,0 0,1 0,0 1,-1 0,2-1,-1 1,1 0,0 0,0 1,1-1,0 0,0 2,0 0,1-1,1 1,-1-1,1 1,0 0,1-1,0 0,0 1,1-1,-1 0,2 0,-1 0,1-1,0 1,0-1,1 0,-1 0,2 0,3 4,1 0,1-1,-1 0,1 0,1-1,0-1,0 0,0-1,1 0,1 0,-5-3,1 0,0 0,0-1,0-1,0 1,0-2,0 1,0-1,0-1,0 0,1 0,-6 0,-1 0,1 0,-1 0,0-1,1 1,-1-1,0 0,0 0,0-1,0 1,0-1,-1 0,1 0,-1 0,0 0,0-1,0 1,0-1,-1 0,1 0,-1 0,0 0,0 0,0-1,-1 1,1-3,-1 1,0 0,0-1,-1 1,0 0,0-1,-1 1,1-1,-2 1,1 0,0 0,-1-1,0 1,-1 0,1 1,-4-7,-2-1,0 1,0 0,-1 0,-1 1,0 0,-10-9,5 7,-1 0,0 1,-1 1,0 0,-1 2,0 0,0 0,-1 2,0 0,-16-2,13 6,8 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33.44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1,'0'0,"1"0,203 188,-183-168,17 15,-1 2,-3 1,1 2,-31-35,1 0,-1 1,0-1,-1 1,1 0,-1 0,0 0,0 0,-1 0,0 0,0 1,-1-1,1 1,-2 0,1-1,-1 1,1 0,-2-1,1 1,-1 0,0-1,-1 1,1 0,-1-1,0 0,-1 0,-2 5,-6 3,-1-1,0-1,0 0,-2 0,1-1,-1-1,-1-1,0 0,0 0,-1-2,0 0,0-1,-15 4,-18 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33.7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1,'0'0,"0"0,0 7,2 13,0 15,3 15,1 14,1 10,3 7,2 3,1-2,2-6,-1-15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34.58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269 168,'0'0,"5"5,6 9,6 13,6 12,2 11,0 7,-1 2,-3-3,-2-7,-4-13,-4-11</inkml:trace>
  <inkml:trace contextRef="#ctx0" brushRef="#br0" timeOffset="395.942">523 14,'24'7,"23"13,0 3,-2 1,-1 2,2 5,-24-17,327 207,-260-160,-88-61,1 1,0 0,0 0,0 0,-1 0,1 0,0 1,-1-1,1 0,-1 1,0-1,1 1,-1 0,0-1,0 1,0 0,0 0,0 0,-1 0,1-1,0 1,-1 0,1 0,-1 0,0 0,0 0,0 1,0-1,0 0,0 0,-1 0,1 0,0 0,-1 0,0 1,-3 1,-1 0,1 0,-1 0,0-1,0 1,-1-1,1 0,-1-1,-3 2,8-4,-300 124,165-73,78-33</inkml:trace>
  <inkml:trace contextRef="#ctx0" brushRef="#br0" timeOffset="664.226">1 0,'0'0,"0"0,1 8,2 15,4 19,2 21,4 20,2 19,2 11,2 8,2 6,-1-19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34.09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1 103,'0'0,"6"1,13 3,14 1,15 4,12 3,8 1,5 2,0-1,-2-1,-6-3,-12-3</inkml:trace>
  <inkml:trace contextRef="#ctx0" brushRef="#br0" timeOffset="205.962">371 0,'0'0,"0"0,0 0,0 7,-1 12,-1 14,0 11,2 8,2 3,4-2,7-6,0-11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49.85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0 286,'0'0,"1"0,8-9,0 0,0-1,0 0,-2 0,1-1,-1 0,3-7,54-121,-50 104,-13 33,-1 1,0 0,0 0,0 0,0 1,0-1,1 0,-1 0,0 0,0 0,0 1,1-1,-1 0,1 0,-1 1,0-1,1 0,-1 1,1-1,0 0,-1 1,1-1,-1 1,1-1,0 1,-1-1,1 1,0 0,0-1,-1 1,1 0,0-1,0 1,0 0,0 0,-1 0,1 0,0 0,0 0,0 0,0 0,-1 0,1 0,0 0,0 1,0-1,26 43,70 173,-70-157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52.05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9 236,'-5'-17,"3"6,1-1,1 1,-1 0,2-1,0 1,0 0,1 0,0 0,1-1,0 2,1-1,0 0,0 1,1 0,1 0,2-3,-8 12,1-1,0 0,-1 0,1 1,0-1,0 1,0-1,0 1,0-1,1 1,-1-1,0 1,1 0,-1 0,1 0,-1 0,1 0,0 0,-1 0,1 0,0 1,-1-1,1 1,0-1,0 1,0-1,0 1,-1 0,1 0,0 0,0 0,0 1,0-1,0 0,-1 1,1-1,0 1,0 0,-1-1,1 1,5 6,0 0,0 0,-1 0,0 1,-1 0,1 0,3 8,4 7,59 82,-33-53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52.40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1,'0'0,"4"2,10 4,12 4,10 1,8 0,6-2,4-1,1-3,-10-2</inkml:trace>
  <inkml:trace contextRef="#ctx0" brushRef="#br0" timeOffset="189.527">141 195,'0'0,"-4"4,-6 7,-1 6,6 5,13 2,15-2,19-5,16-7,0-6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50.45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362 230,'-3'5,"-14"23,-41 69,-69 85,99-157,27-25,0 0,0-1,0 1,1 0,-1-1,0 1,0 0,1-1,-1 1,0-1,1 1,-1-1,1 0,-1 1,1-1,-1 0,1 1,-1-1,1 0,-1 1,1-1,0 0,0 0,-1 1,1-1,0 0,0 0,0 0,0 0,0 1,0-2,0 1,-16-77,12 51,-2 0,0 1,-2 0,-6-15,13 36,9 13,-3-2,177 165,-167-157,0-1,1 0,0-1,0-1,2-1,-1 0,1-1,0-1,18 5,-3-7</inkml:trace>
  <inkml:trace contextRef="#ctx0" brushRef="#br0" timeOffset="503.681">400 48,'-8'-5,"-1"0,0 0,-1 0,1 0,-1 1,0 1,0 0,-1 0,1 1,-1 0,1 1,-1 0,1 1,-1 0,0 0,1 1,-1 1,1 0,-1 0,1 1,0 0,0 1,0 0,-7 5,4 2,1 0,1 1,0 1,0 0,1 0,1 1,0 0,1 1,1-1,0 2,1-1,0 1,2 0,0 0,0 0,2 1,0-1,1 3,-1 1,1 0,1 0,0 0,2 0,0 0,2 0,0 0,1-1,1 0,0 0,2 0,0-1,1 0,1-1,1 0,0 0,1-1,1-1,1 0,0 0,0-2,1 0,1 0,1-2,-1 0,17 7,-23-13,0-1,0 0,1 0,-1-1,1-1,0 0,0 0,0-1,0 0,0-1,0-1,0 1,0-2,0 0,0 0,0 0,-1-2,1 1,-1-1,0-1,0 0,0 0,6-6,-7 3,1 0,-2-1,1 0,-1-1,-1 0,1 0,-2-1,1 0,-2 0,1 0,-2-1,1 1,-2-1,1 0,-2-1,0 1,0-5,1-5,-2-2,-1 1,-1 0,-1 0,-1 1,0-1,-2 0,-1 1,-1-1,0 2,0 1,-1-1,-1 1,-1 1,-1 0,-1 0,0 1,-2 1,0 0,0 1,-2 0,0 1,-1 1,0 1,-1 0,0 1,-1 1,-20-8,33 16,0 1,-1 1,1-1,0 1,-1 0,1 1,-1-1,1 1,-1 0,1 1,-1 0,-17 6</inkml:trace>
  <inkml:trace contextRef="#ctx0" brushRef="#br0" timeOffset="1041.246">923 73,'7'6,"10"9,3 1,-1 0,0 0,-1 2,-1 1,-1 0,0 1,-2 0,0 1,9 21,-20-34,-1 0,0 0,-1 1,0-1,0 0,0 1,-1-1,-1 0,1 1,-1-1,-1 0,1 0,-2 0,1 0,-1 0,0 0,0 0,-1-1,0 0,-1 0,0 0,0 0,0-1,-1 1,-98 96,104-103,-2 1,1-1,0 1,0 0,0 0,0 0,0 0,0 0,0 0,0 0,0 0,0 0,0 0,1 1,-1-1,1 0,-1 0,1 1,-1-1,1 1,0-1,-1 0,1 1,0-1,0 1,0-1,0 0,0 1,1-1,-1 1,0-1,1 0,-1 1,1 0,3 2,1-1,-1 1,1-1,-1 0,1-1,0 1,0-1,0 0,1 0,-1 0,0-1,3 0,3 3,49 12,2-3,-1-2,7-2,-25-5</inkml:trace>
  <inkml:trace contextRef="#ctx0" brushRef="#br0" timeOffset="1278.645">834 384,'0'0,"0"0,0 0,9 0,16 0,20 0,17 1,9 0,7-1,1-7,-13-1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49.13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606 0,'-5'2,"-31"18,1 1,1 2,1 1,2 2,0 1,-3 7,-43 38,10-7,-58 42,118-102,3-1,0-1,0 0,0 0,-1 0,1 0,-1 0,1-1,-1 0,0 0,0-1,0 1,0-1,0 0,0 0,-2 0,-7-5</inkml:trace>
  <inkml:trace contextRef="#ctx0" brushRef="#br0" timeOffset="265.848">83 15,'0'0,"5"6,8 12,11 13,10 13,7 10,8 9,4 6,2 4,2 0,0-4,1-8,-11-15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53.73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272 1,'-3'5,"-37"70,3 2,4 1,3 2,4 0,3 2,4 1,-1 33,-6 146,12 0,18 245,-3-463,19 474,34 119,-21-409,10 0,9-3,43 101,9-29,14-4,31 34,-91-210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56.77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165 34,'-6'4,"-6"2,1 0,0 1,0 0,1 1,0 0,0 0,0 1,1 1,1-1,0 2,0-1,1 1,0 0,1 0,0 1,1 0,-2 7,6-14,0 1,0-1,1 0,0 0,0 1,1-1,-1 0,1 0,0 0,0 0,1 0,-1 0,1 0,0 0,1 0,-1-1,1 1,0-1,0 0,0 0,1 0,0 0,-1 0,1-1,0 1,1-1,-1 0,1-1,4 4,1-1,0 0,1 0,-1-1,1-1,-1 1,1-2,0 0,0 0,0-1,1 0,8-1,-13 0,0 0,0-1,-1 1,1-2,0 1,0-1,0 0,-1 0,1 0,-1-1,0 0,0-1,0 1,0-1,0 0,-1-1,0 1,0-1,0 0,0-1,-1 1,0-1,0 1,-1-1,1 0,-1-1,-1 1,1-1,-1 1,1-4,-3 2,1 0,-1 0,-1 0,1 1,-2-1,1 0,-1 0,0 1,0-1,-1 1,0-1,-1 1,1 0,-1 0,-1 1,1-1,-1 1,-5-7,0 2,-1 0,0 0,-1 1,0 0,0 1,-1 0,-5-1,11 5,0 1,-1 0,0 0,0 1,0 0,-1 1,1 0,0 0,-1 0,0 1,0 1,8-1,1 1,0 0,-1 0,1 0,-1 0,1 0,0 0,-1-1,1 1,-1 0,1 0,0 0,-1 0,1 0,-1 1,1-1,0 0,-1 0,1 0,-1 0,1 0,0 1,-1-1,1 0,0 0,-1 0,1 1,0-1,-1 0,1 1,0-1,-1 0,1 1,0-1,0 0,0 1,-1-1,1 0,0 1,0-1,0 1,0-1,0 0,0 1,0-1,0 1,0-1,0 0,0 1,0-1,0 1,0-1,0 0,0 1,0-1,0 1,1-1,-1 0,0 1,0-1,10 12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57.27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203 59,'0'0,"-9"0,0 0,-1 0,1 1,0 0,-1 1,1 0,0 0,0 1,0 0,1 1,-1 0,1 0,0 1,0 0,0 0,1 1,0 0,0 0,0 1,1-1,0 2,0-1,-2 5,6-9,1 1,0-1,0 1,0 0,1-1,-1 1,1 0,0 0,0-1,0 1,0 0,1 0,0-1,-1 1,1 0,1-1,-1 1,0-1,1 0,0 1,0-1,0 0,0 0,0 0,1 0,-1 0,1-1,0 1,0-1,0 0,0 0,0 0,2 1,7 3,0 0,0-1,0-1,0 0,1-1,-1 0,1-1,0-1,0 0,0 0,0-1,0-1,-1 0,1-1,0 0,0-1,-1-1,0 0,4-2,-8 3,0-1,-1 0,0 0,0 0,0-1,-1 0,1-1,-1 1,0-1,-1 0,0-1,2-1,-5 4,0 1,0-1,0 0,0 1,0-1,-1 0,0 0,0 0,0-1,0 1,-1 0,0 0,1 0,-2 0,1-1,0 1,-1 0,0 0,0 0,0 0,0 0,-1 0,1 0,-3-3,0 0,-1 0,0 0,-1 0,1 1,-1 0,0 0,-1 1,0-1,1 1,-2 1,1-1,0 1,-1 1,0-1,0 1,-1 0,-10-3,0 1,0 1,-1 1,1 0,-1 2,-10 0,-34 5,9 3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57.89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144 1,'-6'2,"-3"2,-1 0,1 0,1 2,-1-1,1 1,0 0,0 0,1 1,-1 0,2 1,-1-1,1 1,0 1,1-1,-1 1,2 0,-4 8,7-13,0 1,0-1,0 0,0 1,1-1,0 1,0-1,0 1,0-1,1 1,0-1,0 1,0-1,0 1,1-1,-1 0,1 0,0 0,1 0,-1 0,1-1,-1 1,1-1,0 1,1-1,-1 0,3 2,3 2,1 0,0 0,0-1,0-1,1 0,0 0,0-1,0 0,1-1,1 0,0 0,0-1,1-1,-1 0,1-1,-1 0,1-1,1-1,-9 2,-1-1,0 0,0 0,0-1,0 0,0 0,0 0,0 0,-1-1,1 1,-1-1,0 0,0-1,0 1,0-1,0 0,-1 0,1 0,0-3,-2 4,0 0,-1-1,0 1,0-1,0 1,0-1,0 0,-1 1,0-1,0 0,0 0,0 1,0-1,-1 0,0 1,1-1,-1 0,-1 1,1-1,0 1,-1 0,0-1,-2-2,-1-2,-1-1,0 1,-1 0,0 1,0 0,-1 0,0 0,-2 0,-2-2,-1 1,-1 1,1 0,-1 1,-1 0,1 1,-1 0,0 1,7 3,7 3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2:58.3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97 53,'-6'4,"-3"4,1 0,0 0,0 1,0 1,1-1,1 1,-1 0,2 1,-1-1,1 1,0 3,3-9,1 0,-1 0,1 1,0-1,0 0,1 1,-1-1,1 0,1 1,-1-1,1 1,0-1,0 0,0 1,1-1,0 0,0 0,0 0,0 0,1-1,0 1,0-1,0 1,1-1,2 2,-1-1,0-1,1 1,-1-1,1 0,0-1,1 0,-1 0,1 0,-1 0,1-1,0 0,-1-1,1 0,0 0,0 0,0-1,0 0,7 0,-9-1,0 0,0 1,0-2,-1 1,1 0,0-1,-1 0,1 0,-1 0,1-1,-1 0,0 1,0-1,0-1,-1 1,1-1,-1 1,0-1,0 0,0 0,0 0,-1-1,1 1,-1 0,-1-1,1 0,0 1,0-4,-1 0,0 0,0 0,0 0,-1 0,-1 0,1 0,-1 0,0 1,-1-1,0 0,0 0,-1 1,0 0,0-1,0 1,-1 0,0 0,-1 1,-3-5,1 2,-1 0,0 0,-1 1,0 0,0 0,-1 1,1 0,-2 0,1 2,-1-1,0 1,0 1,-5-2,-28-2,7 6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3:09.38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145 0,'-10'5,"1"0,-1 0,1 1,0 0,0 1,1 0,0 0,0 1,1 0,0 0,0 1,1 0,0 0,0 0,1 1,1 0,-1 0,2 0,-2 7,3-9,1 1,0-1,1 1,0 0,1-1,0 1,0 0,0-1,1 0,1 1,-1-1,1 0,1 0,-1 0,1-1,1 1,0-1,0 0,0 0,1-1,-1 1,2-1,-1 0,1-1,0 0,0 0,0 0,1-1,-1 0,1-1,0 1,0-1,1-1,-1 0,0 0,1-1,0 0,-1 0,1-1,5 0,-8-1,0 0,0 0,1-1,-1 0,0 0,-1 0,1-1,0 0,-1 0,1-1,-1 1,0-1,0 0,-1-1,1 1,-1-1,0 0,0 0,0 0,-1 0,0-1,0 0,0 1,-1-1,0 0,0 0,0 0,-1-1,0 1,0 0,0-1,-1 1,0 0,0-1,-1 1,0 0,0 0,0-1,-1 1,0 0,0 0,-1-2,-3 0,1 1,-1 0,-1 0,1 0,-1 0,0 1,0 0,-1 1,0 0,0 0,0 0,-1 1,1 1,-1-1,0 1,0 1,0 0,-1 0,1 1,0 0,-1 0,1 1,0 0,-1 1,1 0,0 1,-1 0,-4 1,-26 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3:10.06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81 25,'-14'27,"0"2,2 0,0 0,3 1,-3 15,9-35,2-1,-1 1,1-1,1 1,0 0,0-1,1 1,0 0,0-1,1 1,1-1,0 0,0 0,0 0,1 0,1 0,-1-1,2 0,4 7,-7-11,0 0,1 0,-1 0,1-1,0 1,0-1,0 0,1 0,-1 0,1 0,0-1,0 0,-1 0,2 0,-1-1,0 0,0 0,0 0,0 0,1-1,-1 0,0 0,0 0,1-1,-1 0,0 0,0 0,0-1,0 1,0-1,2-1,-1-1,0 0,0-1,-1 1,0-1,0 0,0 0,0-1,-1 0,0 1,0-1,-1-1,1 1,-1 0,-1-1,1 0,-1 0,0 0,-1 0,2-7,-1 1,0-1,-1 0,-1 0,0 0,-1 1,0-1,-4-13,3 16,-1-1,0 1,-1-1,0 1,0 0,-1 0,-1 1,0 0,-1 0,0 0,0 1,-1 0,0 0,0 1,-1 0,0 0,-1 1,0 0,-8-4,0 9,21 15,8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3:10.61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0 117,'8'2,"33"6,1-2,-1-2,1-1,0-3,-1-1,1-2,-1-2,1-1,2-3,-34 6,-1 0,1 0,-1 0,1-1,-1-1,0 0,-1 0,1-1,-1 1,0-2,-1 1,1-1,-1-1,-1 1,1-1,-1 0,-7 8,1 0,-1 0,1 0,-1 0,1 1,-1-1,1 0,-1 0,1 0,-1 0,0 0,1 0,-1-1,1 1,-1 0,1 0,-1 0,1 0,-1-1,1 1,-1 0,1 0,-1-1,1 1,0 0,-1-1,1 1,0-1,-1 1,1 0,0-1,-1 1,1-1,0 1,0-1,-1 1,1-1,0 1,0-1,0 1,0-1,0 1,0-1,-1 1,1-1,1 1,-1-1,0 0,0 1,0-1,0 1,0-1,0 1,1-1,-1 1,0-1,0 1,1-1,-1 1,0 0,1-1,-1 1,0-1,1 1,-1 0,1-1,-1 1,0 0,1-1,-4 4,0 0,0-1,0 1,1 0,-1 0,1 0,0 1,0-1,0 0,0 1,0-1,1 1,0 0,-1 0,1 0,1-1,-1 1,1 0,-1 0,1 0,0 0,1 3,-1 37,1 1,3 0,2-1,5 17,26 93,-15-87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3:08.0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107 19,'-4'64,"4"-64,-1 0,1 0,0 1,-1-1,1 0,0 0,0 0,-1 0,1 0,0 0,-1 0,1 0,0 0,-1 0,1 0,0 0,-1 0,1 0,0 0,0 0,-1 0,1 0,0-1,-1 1,1 0,0 0,0 0,-1 0,1-1,0 1,0 0,-1 0,1-1,0 1,0 0,0 0,-1-1,1 1,0 0,0 0,0-1,0 1,0 0,0-1,0 1,0 0,0-1,0 1,0 0,0-1,0 1,0 0,0-1,0 1,0 0,0 0,0-1,0 1,0 0,0-1,1 1,-1 0,0 0,0-1,1 1,2-31,-2 30</inkml:trace>
  <inkml:trace contextRef="#ctx0" brushRef="#br0" timeOffset="711.697">55 19,'-40'-18,"40"18,-1 0,1-1,-1 1,1 0,-1 0,1 0,-1 0,1 0,-1 0,1 0,-1 1,1-1,0 0,-1 0,1 0,-1 0,1 0,-1 1,1-1,0 0,-1 0,1 1,-1-1,1 0,0 1,-1-1,1 0,0 1,0-1,-1 1,1-1,0 0,0 1,-1-1,1 1,0-1,0 1,0-1,0 1,0-1,0 1,0-1,0 0,0 1,0-1,0 1,0-1,2 28,-2-25,43 222,-36-178,1 3,2 0,11 32,-17-70,0-1,1 1,1-1,0 1,1-2,3 6,15 13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3:01.75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509 2870,'-146'80,"142"-78,0 0,0 0,1 0,-1 1,0-1,1 1,0 0,0 0,0 0,0 0,0 1,1-1,-1 1,1 0,0 0,0 0,1 0,-1 0,1 0,-1 0,2 0,-1 1,0-1,1 0,-1 1,1-1,1 0,-1 4,5 1,0 0,1 0,0 0,0 0,1-1,0 0,0-1,1 0,0 0,0 0,1-1,0 0,0-1,0 0,1 0,3 0,2 4,0-2,1 0,0-1,0-1,0-1,0 0,1-1,0 0,0-1,0-1,9-1,-23 0,1-1,0 1,0 0,-1-1,1 0,0 0,-1 0,1 0,-1-1,1 1,-1-1,0 0,0 0,0 0,0 0,0-1,0 1,0-1,-1 0,1 0,-1 0,0 0,0 0,0 0,0 0,-1-1,1 1,-1-1,0 1,0-1,0 0,0 0,-1 1,0-1,1 0,-1 0,-3-8,0 0,-1 1,0-1,-1 1,0 0,-1 0,0 1,-1-1,0 1,0 1,-1 0,-1 0,1 0,-1 1,-1 0,1 1,-1 0,-1 0,-9-4,11 6,0-1,0 2,-1-1,1 1,-1 0,0 1,0 0,0 1,-1 0,1 1,-1 0,1 0,0 1,-1 0,1 1,-1 1,0-1,10 0,0-1,-1 0,1 1,0-1,0 1,-1 0,1-1,0 1,0 0,0 0,0-1,0 1,0 0,0 0,0 0,0 0,1 0,-1 1,0-1,0 0,1 0,-1 0,1 1,-1-1,1 0,0 0,0 1,-1-1,1 0,0 1,0-1,0 0,0 1,6 19</inkml:trace>
  <inkml:trace contextRef="#ctx0" brushRef="#br0" timeOffset="566.992">2254 2999,'-8'2,"-7"1,1 0,0 1,0 1,1 0,-1 1,1 1,1 0,-1 0,1 2,0-1,1 1,-7 7,16-13,0 0,1 0,-1 0,1 0,-1 1,1-1,0 0,1 0,-1 1,0-1,1 0,0 1,0-1,0 1,0-1,0 0,1 1,0-1,-1 0,1 1,1-1,-1 0,0 0,1 0,-1 0,1 0,0 0,0 0,0-1,0 1,1-1,-1 1,1-1,-1 0,1 0,0 0,1 1,6 4,0 0,0 0,0-1,1-1,0 0,0 0,0-1,1 0,-1-1,1 0,0-1,0 0,0-1,0 0,0-1,0-1,0 0,5-1,-14 1,0 1,0-1,0 0,0 0,0 0,0-1,-1 1,1-1,0 0,-1 1,1-1,-1 0,0-1,1 1,-1 0,0 0,-1-1,1 0,0 1,-1-1,1 0,-1 0,0 1,0-1,0 0,0 0,0 0,-1-1,1 1,-1-1,-1-4,-1 0,0 0,0 0,-1 0,0 1,0-1,-1 1,0 0,0 0,-1 0,0 1,0-1,0 1,-1 0,0 1,0-1,-1 1,1 0,-1 1,0 0,-3-2,-2 0,-1 0,1 0,-1 1,0 1,0 0,0 1,-1 0,1 1,-1 0,-7 1,-21 2</inkml:trace>
  <inkml:trace contextRef="#ctx0" brushRef="#br0" timeOffset="1198.307">1019 4304,'-9'0,"-4"0,0 1,0 1,0 0,1 1,-1 0,1 1,-1 0,1 1,0 1,1 0,-5 3,11-6,0 0,0 1,1 0,-1 0,1 0,-1 0,1 1,1 0,-1 0,1 0,-1 0,2 1,-1-1,0 1,1-1,0 1,1 0,-1 0,1 0,0 0,1 0,-1 0,1 0,0 0,1 2,1 3,1 1,1-1,0 0,1-1,0 1,0-1,1 0,0 0,1 0,0-1,1 0,0 0,0-1,0 0,1-1,1 0,-1 0,1-1,0 0,1-1,-1 0,1 0,0-1,0-1,3 1,-8-3,-1 1,1-1,0 0,0 0,0 0,0-1,0 0,0 0,0-1,-1 0,1 0,0 0,0 0,-1-1,1 0,-1 0,1-1,-1 0,0 0,0 0,0 0,0-1,-1 1,1-1,-1-1,0 1,0-1,-1 1,1-3,-1 1,0-1,0 0,-1 0,0 0,0 0,-1-1,0 1,0 0,-1 0,0-1,0 1,0-1,-1 1,0 0,-1 0,0-1,0 1,-1-2,-2-5,-1-1,-1 1,0 0,-1 0,-1 1,0 0,0 0,-7-6,7 10,0 0,0 1,-1-1,1 2,-2-1,1 2,-1-1,0 1,-8-2,-6 2,26 6,-1 0,0 0,1 1,-1-1,0 0,1 0,-1 0,0 1,1-1,-1 0,0 0,0 1,1-1,-1 0,0 1,0-1,0 0,1 1,-1-1,0 0,0 1,0-1,0 1,0-1,0 0,0 1,0-1,0 1,0-1,0 0,0 1,0-1,0 0,0 1,0-1,0 1,0-1,0 0,-1 1,1-1,0 0,0 1,-1-1,1 0,0 0,0 1,-1-1,1 0,0 1,0-1,-1 0,1 0,0 0,-1 1,1-1,-1 0,1 0,0 0,-1 0,1 0,0 0,-1 0,1 0,-1 0,1 0,-1 0,25 19,7 1</inkml:trace>
  <inkml:trace contextRef="#ctx0" brushRef="#br0" timeOffset="1656.595">2444 4368,'-84'2,"78"-1,-1 0,1 0,0 0,0 1,0 0,0 1,0-1,0 1,1 0,-1 0,1 1,0 0,0 0,0 0,1 0,-1 1,1 0,0 0,0 0,1 0,0 1,0-1,0 1,0 0,1 0,0 0,0 0,1 0,-1 5,2-4,0 0,1-1,0 1,0 0,1 0,0-1,0 1,1-1,0 1,0-1,0 0,1 0,-1-1,2 1,-1-1,0 1,1-1,0-1,2 2,1 1,0-1,0 0,1 0,0-1,0 0,0-1,0 0,1 0,0-1,-1 0,1-1,8 1,-13-2,0 0,1-1,-1 1,0-1,1-1,-1 1,0-1,1 0,-1 0,0 0,0-1,0 0,0 0,0 0,0-1,-1 1,1-1,-1 0,0-1,0 1,0-1,0 0,0 0,-1 0,0 0,0 0,0-1,0 1,-1-1,0 0,0 0,0 0,0 0,-1 0,0-1,0 1,0 0,-1-5,-1 0,0 1,0-1,-1 1,0 0,0-1,-1 1,-1 0,1 0,-1 1,-1-1,0 1,-2-3,-79-96,49 68</inkml:trace>
  <inkml:trace contextRef="#ctx0" brushRef="#br0" timeOffset="2713.772">0 362,'0'0,"0"0,0 5,0 9,1 11,2 11,3 8,2 6,2 7,2 4,2 5,1 3,-1-1,-1-13</inkml:trace>
  <inkml:trace contextRef="#ctx0" brushRef="#br0" timeOffset="3904.595">1731 607,'0'0,"0"0,0 1,-14 11,1 0,0 1,1 1,1 0,0 1,1 0,-8 15,15-24,0 0,0 1,1-1,0 1,0 0,0-1,1 1,0 0,0 0,1 0,0 0,0 0,0 0,1 0,0-1,1 1,-1 0,1 0,0-1,1 1,0-1,0 1,4 2,0-1,0 1,1-1,0-1,0 1,1-2,0 1,0-1,1 0,-1-1,1 0,0-1,1 0,-1 0,1-1,0-1,-1 0,1 0,0-1,0 0,1-1,-1 0,0-1,0 0,0-1,-1 0,1-1,3-1,-8 2,0 0,-1-1,1 0,0 0,-1 0,0-1,0 1,0-1,0-1,-1 1,0-1,1 1,-2-1,1 0,0-1,-1 1,0 0,0-1,-1 0,0 0,0 0,0 0,-1 0,1 0,-2 0,1-1,-1 1,1 0,-2 0,1-1,-1 1,0-2,-1 2,0-1,0 0,0 0,-1 1,0 0,0-1,-1 1,0 0,0 1,0-1,-1 1,1-1,-1 1,-1 1,1-1,-1 1,1 0,-1 0,0 1,-5-3,0 2,0 0,0 0,0 1,0 0,0 1,-1 0,1 1,0 0,-1 1,0 0,1 1,-6 1,-43 12,6 4</inkml:trace>
  <inkml:trace contextRef="#ctx0" brushRef="#br0" timeOffset="4532.449">343 1719,'-5'3,"-7"4,0 0,1 0,0 1,0 0,1 1,0 0,0 1,1 0,0 0,1 1,1 0,-1 1,-3 8,10-16,0 0,0 0,0 0,0 1,1-1,-1 0,1 1,0-1,1 0,-1 0,1 1,0-1,0 0,0 0,0 0,1 0,0 0,0 0,0 0,0-1,0 1,1-1,-1 1,1-1,0 0,5 5,1 0,-1-1,1-1,0 1,1-1,-1-1,1 0,0 0,3 0,-1 0,1-1,-1-1,1 0,0 0,0-2,0 1,0-2,0 0,2 0,-10 0,0-1,0 1,0-1,-1 0,1 0,0-1,0 1,0-1,-1 0,1 0,-1-1,0 1,0-1,0 0,0 0,0-1,0 1,-1-1,0 0,1 0,-2 0,1 0,0 0,-1 0,0-1,0-1,0 0,0 0,-1 0,0 0,0 0,-1 0,0-1,0 1,0 0,-1 0,0 0,0 0,0 0,-1 0,0 0,0 0,-1 0,-3-7,0 0,-1 1,-1-1,0 2,-1-1,-8-9,8 12,1 0,-1 0,-1 1,1 0,-2 1,1 0,-1 0,0 1,0 1,0 0,-12-3,21 7,2 1,-1-1,0 1,0 0,-1-1,1 1,0 0,0 0,0 0,0-1,0 1,0 0,0 1,0-1,0 0,0 0,0 0,0 1,0-1,0 0,0 1,0-1,0 1,-1 0,2 5</inkml:trace>
  <inkml:trace contextRef="#ctx0" brushRef="#br0" timeOffset="4815.718">1299 1861,'0'0,"0"0,0 0,7 1,16 2,16 2,17 2,14-1,6-1,5-4,-12-1</inkml:trace>
  <inkml:trace contextRef="#ctx0" brushRef="#br0" timeOffset="5069.549">2190 1705,'0'0,"0"0,0 6,-2 12,0 16,1 18,3 16,5 16,7 10,2-10</inkml:trace>
  <inkml:trace contextRef="#ctx0" brushRef="#br0" timeOffset="10105.837">2037 1,'6'6,"61"72,-3 4,5 14,61 100,-8 5,-9 6,-9 5,-10 3,16 76,-28-45,-12 2,-10 4,-12 2,7 158,-36-93,-14 1,-30 247,7-349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3:15.13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6 492,'0'0,"0"7,-4 58,2 1,4 0,7 40,2-4,4 0,17 55,-29-142,0-1,1 0,1 1,0-1,1-1,0 1,1-1,0 0,1-1,1 0,0 0,6 6,7-3</inkml:trace>
  <inkml:trace contextRef="#ctx0" brushRef="#br0" timeOffset="317.153">364 594,'0'0,"0"0,0 0,0 0,3 6,7 12,5 14,3 16,3 12,0 12,-1 8,0 3,-1 2,-4-4,-2-6,-1-10,-1-12,-2-16</inkml:trace>
  <inkml:trace contextRef="#ctx0" brushRef="#br0" timeOffset="570.476">71 918,'0'0,"0"0,6 2,12 4,16 3,15 3,14 1,11-2,4-3,-12-4</inkml:trace>
  <inkml:trace contextRef="#ctx0" brushRef="#br0" timeOffset="870.734">314 40,'0'0,"0"0,0 0,-2 5,-3 7,-4 11,-5 9,-3 8,-4 6,-3 3,-1 1,0-4,1-5,3-8,6-9</inkml:trace>
  <inkml:trace contextRef="#ctx0" brushRef="#br0" timeOffset="1517.533">172 0,'0'0,"0"0,3 7,6 11,8 15,7 14,7 10,6 5,7 2,2-4,-6-13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3:13.58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92,'9'2,"64"11,2-3,-1-3,39-4,-60-2,1-2,-1-3,27-6,-46-1,-34 11,0-1,0 1,0 0,0-1,0 1,0 0,0-1,0 1,0-1,0 1,0 0,0-1,0 1,0 0,0-1,0 1,-1 0,1-1,0 1,0 0,0-1,-1 1,1 0,0 0,0-1,-1 1,1 0,0 0,-1 0,1-1,0 1,-1 0,1 0,0 0,-1 0,1 0,0 0,-1-1,1 1,0 0,-1 0,1 0,-1 0,1 0,0 0,-1 1,1-1,0 0,-20-4,-3 2</inkml:trace>
  <inkml:trace contextRef="#ctx0" brushRef="#br0" timeOffset="281.262">294 158,'-5'4,"-81"84,85-88,1 1,-1 0,0-1,0 1,0 0,1 0,-1 0,0 0,1-1,-1 1,1 0,-1 0,1 0,0 0,-1 0,1 0,0 0,0 1,0-1,-1 0,1 0,0 0,0 0,1 0,-1 0,0 0,0 0,0 0,1 0,-1 0,1 0,-1 0,1 0,-1 0,1 0,-1 0,1 0,0 0,-1-1,1 1,0 0,0 0,0-1,0 1,7 3,0-1,1 0,-1-1,0 0,1 0,0-1,-1 0,9-1,-2 1,56 4,1-3,-1-3,22-5,30-19,-74 9</inkml:trace>
  <inkml:trace contextRef="#ctx0" brushRef="#br0" timeOffset="546.571">790 2,'0'0,"-6"-1,-10 1,-7 1,-3 4,3 6,5 10,9 10,6 8,5 7,2 5,1 2,-4-1,-4 0,-3-3,-3-4,1-6,1-11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3:23.73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0,'0'0,"0"0,5 2,11 2,11 1,10 1,8-1,5-1,4 1,-1-2,-4 1,-7-1,-12 0</inkml:trace>
  <inkml:trace contextRef="#ctx0" brushRef="#br0" timeOffset="252.325">77 157,'0'0,"-3"2,-1 2,1 4,9 2,13 2,15-1,16-3,9-2,-4-3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3:19.5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1191 450,'3'-4,"26"-43,-2-2,6-18,-18 36,-13 26,-2 3,1 1,-1-1,1 0,-1 1,1-1,0 1,-1 0,1-1,0 1,0 0,0-1,0 1,0 0,1 0,-1 0,0 0,0 0,1 0,-1 0,1 0,-1 0,1 1,-1-1,1 1,-1-1,1 1,0-1,1 3,0-1,0 0,0 1,-1-1,1 1,0 0,-1 0,0 0,1 0,-1 0,0 1,0-1,0 2,1-2,157 211,-112-150</inkml:trace>
  <inkml:trace contextRef="#ctx0" brushRef="#br0" timeOffset="2211.584">2809 101,'0'0,"1"-4,3-7,3-6,5-4,6 0,4 4,4 7,4 12,1 13,0 14,0 18,1 17,3 16,-4-7</inkml:trace>
  <inkml:trace contextRef="#ctx0" brushRef="#br0" timeOffset="1691.132">3025 708,'0'0,"1"1,6 8,0 1,0 0,-1 0,-1 1,1 0,-2 0,0 0,0 0,-1 1,0-1,-1 1,0 0,-1 0,-1 0,1 0,-2 0,0 0,0-1,-1 1,-1 0,0-1,0 1,-1-1,-1 0,0 0,-5 8,-61 104,70-122,0 0,0 0,0 0,0 0,0 0,1 0,-1 0,0 0,1 0,-1 0,1 1,-1-1,1 0,-1 0,1 1,0-1,0 0,0 1,0-1,0 0,0 1,0-1,0 0,0 1,1-1,-1 0,0 0,1 1,-1-1,1 0,0 0,-1 0,1 1,0-1,0 0,0 0,-1 0,1 0,0-1,0 1,0 0,1 0,-1 0,0-1,0 1,0-1,2 1,11 1,1 0,-1-1,1 0,0-2,-1 0,1 0,-1-1,1-1,-4 1,24-3,0-1,-1-2,0-1,0-2,16-9,-21 6</inkml:trace>
  <inkml:trace contextRef="#ctx0" brushRef="#br0" timeOffset="1959.931">3001 902,'0'0,"0"0,6 1,12 0,14-1,13-4,0-2</inkml:trace>
  <inkml:trace contextRef="#ctx0" brushRef="#br0" timeOffset="535.621">2606 916,'-3'5,"-24"39,-3 0,-1-2,-2-2,-35 34,63-69,-2 3,-1 0,-1-1,1 0,-1 0,0-1,-1 0,0 0,-4 1,13-6,-1-1,1 1,0-1,-1 0,1 1,-1-1,1 0,0 0,-1 0,1 0,-1 0,1 0,-1 0,1 0,0-1,-1 1,1-1,0 1,-1-1,1 1,0-1,0 0,-1 1,1-1,0 0,0 0,0 0,0 0,0 0,0 0,0 0,0 0,1-1,-1 1,0 0,1 0,-1-1,-6-16</inkml:trace>
  <inkml:trace contextRef="#ctx0" brushRef="#br0" timeOffset="818.375">2236 941,'0'0,"0"0,6 5,12 8,14 10,12 11,10 5,8 4,4-2,2-4,-11-9</inkml:trace>
  <inkml:trace contextRef="#ctx0" brushRef="#br0" timeOffset="1215.82">2593 695,'-10'-2,"-9"-3,-1 2,1 0,-1 1,0 1,0 1,0 1,0 0,0 1,0 2,1 0,0 1,0 1,0 0,0 2,1 0,0 1,1 1,0 0,-5 6,11-7,0 2,1-1,0 1,1 1,0 0,1 0,0 1,1 0,1 0,0 0,0 1,2 0,-1 0,2 1,0-1,1 1,0-1,1 1,1 0,0 0,1-1,1 1,0 0,1-1,3 9,1-5,1-1,0 1,2-1,0-1,1 0,0 0,1-1,1-1,1 0,0 0,0-2,1 0,1 0,0-2,1 0,0 0,0-2,1 0,0-1,0-1,1-1,12 2,-20-5,1 0,0-1,-1 0,1-1,0 0,0-1,0 0,-1-1,1-1,-1 1,0-2,1 0,-1 0,-1-1,1 0,-1-1,0 0,0-1,-1 0,1 0,-2-1,1 0,-1-1,0 0,-1 0,0 0,2-5,-2 1,-1 0,-1-1,0 1,0-1,-2 0,0 0,0 0,-1 0,-1-1,0 1,-1-1,-1 1,0-1,-1 1,0 0,-1 0,-1 0,-2-3,0-2,-1 0,-2 1,0 0,0 0,-2 1,0 0,-1 1,0 0,-2 1,0 1,0 0,-15-10,20 17,0 1,0 0,-1 0,0 1,0 0,-1 1,-10-3,20 6,0 1,-1-1,1 0,-1 1,0-1,1 1,-1-1,1 1,-1 0,0 0,1 0,-1-1,0 2,1-1,-1 0,1 0,-1 0,0 1,1-1,-1 1,1-1,-1 1,1 0,-1 0,1 0,0-1,-1 1,1 0,0 1,0-1,-1 0,1 0,0 0,0 1,0-1,1 1,-1-1,0 1,0-1,1 1,-1 0,3 16</inkml:trace>
  <inkml:trace contextRef="#ctx0" brushRef="#br0" timeOffset="-580.463">1600 811,'-4'6,"-34"51,-3-1,-26 25,-8 10,-33 57,96-132,12-17,0 1,0 0,0 0,0-1,0 1,0 0,0 0,0-1,0 1,0 0,0 0,0 0,0-1,0 1,0 0,0 0,0-1,0 1,0 0,0 0,0 0,-1-1,1 1,0 0,0 0,0 0,0-1,-1 1,1 0,0 0,0 0,0 0,-1 0,1 0,0-1,0 1,-1 0,1 0,0 0,0 0,0 0,-1 0,1 0,0 0,0 0,-1 0,1 0,0 0,0 0,-1 0,1 0,0 0,0 1,-1-1,1 0,0 0,0 0,0 0,-1 0,1 0,0 1,0-1,2-49,1 18</inkml:trace>
  <inkml:trace contextRef="#ctx0" brushRef="#br0" timeOffset="-311.675">1243 852,'0'0,"0"0,0 0,0 0,6 7,12 12,14 18,15 15,11 15,9 10,5 4,2-2,0-8,-13-16</inkml:trace>
  <inkml:trace contextRef="#ctx0" brushRef="#br0" timeOffset="-2443.003">645 852,'-3'5,"-14"27,-44 83,-5-3,-64 81,126-187,-1 1,-1 1,0-1,0 0,-1-1,1 0,-1 0,-1 0,-4 3,-1-4</inkml:trace>
  <inkml:trace contextRef="#ctx0" brushRef="#br0" timeOffset="-2208.118">185 890,'0'0,"7"8,12 14,16 17,16 16,12 11,9 9,5 1,3-3,0-8,-14-15</inkml:trace>
  <inkml:trace contextRef="#ctx0" brushRef="#br0" timeOffset="-1055.195">505 774,'0'0,"-5"-1,-19-3,1 1,0 2,-1 0,1 2,0 0,-1 2,1 0,0 2,-19 6,26-6,1 0,0 1,0 1,0 1,1 0,0 1,1 0,0 1,1 0,-1 1,2 1,0 0,0 0,-4 9,9-11,0 1,0 0,1 0,1 0,0 0,1 1,0 0,0-1,1 1,1 0,0 0,1 0,0 1,1-1,0 0,1 0,0-1,1 1,0 0,1-1,0 1,1-1,5 8,6 7,0-1,2 0,1-2,1 0,1-1,1-1,0-1,2-1,0-1,1-1,1-1,1-1,4 0,-9-4,0-1,1-1,0-2,0 0,0-1,1-1,0-2,4 0,-17-2,0-1,0 0,1 0,-1-2,0 1,0-1,0-1,0 0,0-1,0 0,-1 0,0-1,0 0,0-1,-1 0,0-1,0 0,3-3,-3 0,-1 0,1 0,-2-1,1 0,-2 0,1-1,-2 0,1 0,-2 0,1-1,-2 0,0 0,0 0,-1 0,-1 0,0-1,0-8,-2-1,0 1,-1 0,-1 0,-1 0,-2 0,0 1,0-1,-4-3,1 5,0 0,-1 0,-2 1,0 0,-1 1,0 0,-2 1,0 1,-1 0,0 1,-1 1,-1 0,0 1,-1 2,0-1,-1 2,0 1,-1 0,0 2,-20-5,33 10,1 0,-1 0,0 1,1 0,-1 1,0-1,0 1,0 1,1 0,-1 0,0 0,1 1,-1 0,1 1,0-1,-1 2,1-1,0 1,1 0,-1 0,1 0,0 1,0 0,0 1,-1 2,-10 21</inkml:trace>
  <inkml:trace contextRef="#ctx0" brushRef="#br0" timeOffset="8159.879">224 2028,'0'0,"0"0,0 0,0 0,0 4,-1 11,1 10,0 11,2 12,4 8,3 7,5 2,5-3,0-10</inkml:trace>
  <inkml:trace contextRef="#ctx0" brushRef="#br0" timeOffset="8619.651">1256 1989,'0'0,"0"0,0 0,0 7,2 13,1 16,2 17,2 16,6 14,8 11,0-11</inkml:trace>
  <inkml:trace contextRef="#ctx0" brushRef="#br0" timeOffset="9091.392">364 3087,'0'0,"-2"2,-4 6,-2 6,-1 8,2 7,3 8,3 7,3 5,0 5,3 0,2-3,-1-10</inkml:trace>
  <inkml:trace contextRef="#ctx0" brushRef="#br0" timeOffset="9623.093">962 3294,'36'6,"-2"-1,1-2,0-1,0-2,0-1,0-2,0-2,-1-1,0-1,0-2,0-1,-2-2,1-2,-1 0,22-15,-27 7,-33 22,3 3,0 1,0 1,1-1,0 0,0 0,0 1,0 0,0-1,1 1,0 0,0-1,1 1,-1 0,1 0,0 0,0 0,1 1,-1-2,-1 21,2 0,2 0,0 1,5 17,3 3</inkml:trace>
  <inkml:trace contextRef="#ctx0" brushRef="#br0" timeOffset="10350.185">1764 1665,'3'8,"115"360,-60-186,-9 3,-7 1,-9 2,4 127,-34-244,-3 1,-4-1,-2 0,-4 0,-19 69,8-66</inkml:trace>
  <inkml:trace contextRef="#ctx0" brushRef="#br0" timeOffset="11188.972">2745 1641,'-4'5,"-24"34,2 1,1 2,2 1,2 0,2 2,2 0,2 1,2 0,-4 29,7-12,2 1,3 0,3 0,3 0,3 0,11 62,4-29,5-1,4-1,4-2,4-1,4-2,4-1,4-3,4-1,21 23,25 25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3:25.1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1261 1,'-19'23,"-11"15,2 1,1 1,3 1,1 2,1 0,3 1,2 1,2 1,1 0,3 1,2 0,-3 38,12-19,2-1,4 1,2-1,3 0,3-1,2-1,4 0,2-1,2-2,10 12,5 10,3-2,4-2,4-2,4 1,0-8</inkml:trace>
  <inkml:trace contextRef="#ctx0" brushRef="#br0" timeOffset="497.247">320 273,'0'0,"-1"13,0 25,-1 23,3 18,1 9,2 2,3-7,-1-10,0-17</inkml:trace>
  <inkml:trace contextRef="#ctx0" brushRef="#br0" timeOffset="796.449">27 879,'0'0,"0"0,5 2,10 5,13 3,13 1,12 1,8-2,5-4,3-5,-1-3,-6-4,-9-2,-14-1</inkml:trace>
  <inkml:trace contextRef="#ctx0" brushRef="#br0" timeOffset="1247.245">205 995,'-1'10,"-3"34,2-1,1 1,3 0,1-1,9 40,-1-24,0-3,-2 1,-3 1,-2-1,-3 30,-1-86,0 0,1 0,-1-1,0 1,0 0,1 0,-1 0,0 0,0 0,0 0,0-1,0 1,0 0,-1 0,1 0,0 0,0 0,0 0,-1-1,1 1,-1 0,1 0,0-1,-1 1,1 0,-1 0,0-1,1 1,-1 0,0-1,1 1,-1-1,0 1,1-1,-1 1,0-1,0 0,0 1,0-1,1 0,-1 0,0 1,0-1,0 0,0 0,0 0,0 0,1 0,-1 0,0-1,0 1,0 0,0 0,-10-7,1 1,0-1,0-1,0 0,1 0,-4-7,-5-2,-93-96,86 72,21 27</inkml:trace>
  <inkml:trace contextRef="#ctx0" brushRef="#br0" timeOffset="1563.401">256 1099,'0'0,"0"0,0 0,5 0,12 0,13 1,12 4,8 2,3 1,-1 2,-5 0,-9 1,-11-2</inkml:trace>
  <inkml:trace contextRef="#ctx0" brushRef="#br0" timeOffset="1911.509">459 1228,'-4'4,"2"-2,-1 0,1 1,0-1,0 1,0 0,0 0,0 0,1 0,-1 0,1 0,0 0,0 1,0-1,0 0,1 1,-1-1,1 1,0-1,0 0,0 1,0-1,1 1,-1-1,1 0,0 1,0-1,0 0,1 2,7 12,1 1,1-2,0 1,1-1,3 2,15 20,-20-25,-1 0,-1 1,0 0,-1 1,5 12,-10-23,-1 0,0 0,0 0,0 0,0 0,-1 0,1 0,-1 0,0 0,0 0,-1 0,1 0,-1 0,0 0,0 0,0 0,0-1,-1 1,0 0,1-1,-1 1,-1-1,1 1,0-1,-3 2,-22 14,36-12,13-4,0 0,1-2,0 0,-1-2,5-1,-6 2,48-4,-1-1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39:26.78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3292 1747,'0'0,"-1"8,-1 17,0 19,0 20,1 18,3 14,2 13,0 11,2 8,-1 7,-2 4,-1 3,-1-1,-1-26</inkml:trace>
  <inkml:trace contextRef="#ctx0" brushRef="#br0" timeOffset="728.06">6767 2123,'0'0,"0"0,0 0,0 0,5 1,10 1,12 3,13 1,12 1,10-2,9 0,6-4,2-1,-3-2,-14-1</inkml:trace>
  <inkml:trace contextRef="#ctx0" brushRef="#br0" timeOffset="981.386">6884 2368,'0'0,"0"0,0 0,7 2,14 1,19 3,17 0,18 1,14 0,11 1,-10-2</inkml:trace>
  <inkml:trace contextRef="#ctx0" brushRef="#br0" timeOffset="1501.03">8932 985,'0'0,"0"0,0 0,-1 7,0 13,-1 16,1 15,2 13,4 8,3 6,1 2,0 2,-2-13</inkml:trace>
  <inkml:trace contextRef="#ctx0" brushRef="#br0" timeOffset="1844.629">8410 2213,'0'0,"7"-1,11-3,17-1,16-2,15-2,15 0,13 0,11 1,8 1,6 0,4 2,-2 3,-4 2,-8 3,-22 0</inkml:trace>
  <inkml:trace contextRef="#ctx0" brushRef="#br0" timeOffset="3741.107">11467 1774,'0'0,"-14"1,-1 1,0 0,1 1,-1 1,1 0,0 1,0 1,-3 1,1 0,-1 0,1 2,1-1,0 2,0 0,1 1,0 0,1 1,0 1,1 0,0 1,1 0,1 0,-9 16,17-26,0 1,0 0,1-1,-1 1,1 0,0 0,0 0,1 0,0 0,-1 0,2 0,-1 1,0-1,1 0,0 0,1-1,-1 1,1 0,-1 0,1-1,1 1,-1-1,1 1,0-1,0 0,0 0,10 7,-1-1,2 0,-1-1,1-1,1 0,0-1,0 0,0-1,0-1,1-1,0 0,0-1,0-1,1 0,12-1,0 2,0-1,0-2,0-1,-1-1,1-2,-1 0,1-2,-1-2,-1 0,1-2,-2 0,1-2,9-7,-30 15,0 1,1-1,-1 0,-1-1,1 0,-1 0,0 0,0 0,0-1,-1 0,0 0,0 0,0 0,-1-1,0 0,0 1,0-1,-1 0,-1 0,1 0,-1-1,0 1,0 0,-1-1,0 1,0 0,-1 0,0-1,-2-6,-1 5,0-1,-1 1,0 0,0 1,-1-1,0 1,-1 0,0 1,0-1,0 2,-1-1,-5-3,-6-3,0 0,-2 1,1 2,-22-9,24 11,-1 1,1 1,-1 0,0 1,0 1,0 1,-1 1,1 1,-1 0,1 2,-1 0,1 1,-6 2,22-3,0-1,-1 1,1 0,0 1,0-1,0 0,0 1,0 0,0-1,1 1,-1 0,0 1,1-1,0 0,-1 1,1-1,0 1,0 0,-1 2,-2 18</inkml:trace>
  <inkml:trace contextRef="#ctx0" brushRef="#br0" timeOffset="4054.273">12409 1683,'0'0,"0"0,0 0,2 7,3 13,1 16,2 14,1 11,-1 7,-1 4,0 1,-2-2,0-4,-1-15</inkml:trace>
  <inkml:trace contextRef="#ctx0" brushRef="#br0" timeOffset="5424.139">10651 1799,'0'0,"0"0,0 0,0 0,0 10,-2 19,0 23,-2 24,0 19,-1 17,2 12,0 8,4 4,0-21</inkml:trace>
  <inkml:trace contextRef="#ctx0" brushRef="#br0" timeOffset="6514.791">15070 1954,'0'0,"0"0,0 0,0 0,0 0,0 0,0 0,0 0,8-1,16-1,18 0,17-1,17-2,10-2,7-1,3-2,-2-1,-17 1</inkml:trace>
  <inkml:trace contextRef="#ctx0" brushRef="#br0" timeOffset="6769.114">15453 1761,'0'0,"0"0,0 0,-1 6,-3 12,-1 13,-2 14,-1 13,1 10,2 7,2 4,3 0,2-14</inkml:trace>
  <inkml:trace contextRef="#ctx0" brushRef="#br0" timeOffset="4636.236">13134 1747,'-45'16,"32"-10,1 1,0 0,0 1,1 0,0 0,0 1,1 1,0 0,-7 10,12-15,1 1,1-1,-1 1,1 0,0 0,0 0,1 0,0 0,0 1,0-1,1 1,0-1,0 1,0 0,1-1,0 1,1 0,0-1,0 1,0 0,1 3,2-1,-1-1,1 1,1-1,0 0,0-1,0 1,1-1,0 0,0 0,1-1,0 0,0 0,0 0,1-1,0 0,0-1,3 2,5 1,1 0,-1-1,1-1,0-1,0 0,0-1,1-1,12 1,-14-3,0-1,0 0,0 0,0-2,0 0,0-1,-1 0,11-6,-20 8,0 0,-1-1,1 0,-1 0,0 0,0-1,0 0,0 0,-1 0,0 0,0-1,0 1,0-1,-1 0,1-1,-1 1,0 0,-1-1,0 0,0 1,0-1,0 0,-1 0,0-1,-1-1,0 0,0 0,-1 0,0 0,0 0,-1 0,0 0,0 0,-1 1,0-1,-1 1,1 0,-1 0,-1 0,-3-4,-3-3,0 0,-2 1,1 0,-2 1,1 1,-11-7,9 8,-1 0,-1 0,1 2,-2 0,1 1,-1 1,0 0,-17-2,16 7,25 1,12 1</inkml:trace>
  <inkml:trace contextRef="#ctx0" brushRef="#br0" timeOffset="5014.231">13529 1529,'7'5,"74"47,2-4,3-3,29 9,168 68,-197-73,-84-48,0 1,0-1,-1 1,1 0,0 0,0 0,-1-1,1 2,-1-1,0 0,1 0,-1 0,0 1,0-1,-1 0,1 1,0-1,-1 1,0-1,1 1,-1-1,0 1,0-1,0 1,-1-1,1 1,-1-1,1 1,-1-1,0 0,0 1,0-1,0 0,0 0,-1 2,-8 10,0-1,-1 0,-1 0,0-1,-1-1,0 0,-10 6,5-2,-221 164,154-119</inkml:trace>
  <inkml:trace contextRef="#ctx0" brushRef="#br0" timeOffset="2333.84">8843 2651,'3'7,"49"172,-36-115,-12-49,23 91,7 62,-33-158,1-3,-1 0,0 0,0 0,-1 0,0 0,0 0,0 1,-1-1,-1 0,1 0,-3 6,2-11,0 1,0-1,-1 0,1 0,-1 0,1 0,-1 0,0-1,0 1,0-1,0 1,0-1,0 0,0-1,0 1,-1 0,1-1,0 0,0 1,-1-1,1-1,0 1,0 0,-1-1,1 0,0 1,0-1,0-1,0 1,0 0,-35-11,0-1,1-2,-8-6,19 9,16 8,2 1,0-1,0 0,1 0,-1 0,1-1,0 0,-3-4,-1-3</inkml:trace>
  <inkml:trace contextRef="#ctx0" brushRef="#br0" timeOffset="2619.079">8754 2651,'0'0,"11"-2,20-3,21-2,19-2,12 0,-7 2</inkml:trace>
  <inkml:trace contextRef="#ctx0" brushRef="#br0" timeOffset="3014.534">9188 2859,'8'3,"13"6,0 0,0 2,-1 0,-1 2,1 0,-2 1,0 0,-1 2,11 12,-24-23,0 0,-1 0,0 0,0 0,0 0,0 1,-1-1,0 1,0-1,-1 1,1 0,-1 0,0 0,-1 0,0 0,0 0,0 0,0 0,-1 0,0 0,0 0,-1-1,0 1,0 0,0-1,-1 1,-6 9,-1-1,-1 0,0-1,-1 0,-1 0,0-2,0 1,-1-2,0 0,-3 1,2 0,15-11,0 0,0 1,0-1,0 0,0 1,0-1,0 0,0 1,0-1,0 1,0-1,0 0,0 1,0-1,0 0,0 1,0-1,0 0,0 1,0-1,1 0,-1 1,0-1,0 0,0 0,1 1,-1-1,0 0,0 0,1 1,-1-1,0 0,0 0,1 0,-1 0,0 1,1-1,-1 0,0 0,1 0,-1 0,0 0,1 0,-1 0,0 0,1 0,-1 0,0 0,1 0,-1 0,1 0,-1 0,0 0,1 0,-1 0,0-1,0 1,1 0,-1 0,0 0,1 0,-1-1,0 1,0 0,1 0,-1-1,0 1,89-13,-31 2</inkml:trace>
  <inkml:trace contextRef="#ctx0" brushRef="#br0" timeOffset="-1158.978">3775 2446,'4'-5,"15"-25,-1 0,-2-1,11-30,-16 35,6-14,-4 8,2-1,1 2,1 0,1 1,12-12,-29 39,1 0,0 0,0 0,0 0,1 0,-1 1,1-1,0 1,-1-1,1 1,0 0,0 0,0 0,1 0,-1 1,0-1,1 1,-1 0,1 0,-1 0,1 1,0-1,-1 1,1 0,0 0,-1 0,1 0,-1 1,1-1,0 1,-1 0,1 0,2 2,5 6,0 0,-1 1,0 0,-1 1,0 0,-1 1,6 9,10 14,-3-7,1-1,2-1,1 0,1-2,1-1,29 19,-39-31,1-1,0 0,0-1,1-1,0-1,0-1,1 0,-1-2,1 0,1-1,-1-1,18-1,-20-2,0 0,0-2,-1 0,1-1,-1-1,0 0,0-1,-1-1,1-1,-2 0,1-1,-1-1,-1 0,1-1,3-5,16-17</inkml:trace>
  <inkml:trace contextRef="#ctx0" brushRef="#br0" timeOffset="-893.687">4629 1928,'0'0,"-2"6,-3 13,-2 15,1 15,4 14,3 10,4 7,6 5,5 2,3-3,1-3,-1-9,-3-15</inkml:trace>
  <inkml:trace contextRef="#ctx0" brushRef="#br0" timeOffset="-437.835">5113 1761,'22'29,"1"-2,1 0,1-2,1-1,1 0,1-2,10 4,6 2,2-2,0-2,1-2,2-2,15 3,8 7,-71-28,1-1,0 0,-1 1,1-1,-1 1,1 0,-1-1,0 1,0 0,0 0,0 0,0 0,0 0,-1 0,1 0,-1 0,1 0,-1 0,0 0,1 0,-1 0,0 1,-1-1,1 0,0 0,-1 0,1 0,-1 2,-28 57,26-56,-168 274,1 1,118-200</inkml:trace>
  <inkml:trace contextRef="#ctx0" brushRef="#br0" timeOffset="20139.889">16968 752,'0'0,"1"6,3 9,3 13,1 12,2 11,1 9,-1 7,-1 7,-1 3,0 3,-1 2,0-1,1 0,-1-6,0-14</inkml:trace>
  <inkml:trace contextRef="#ctx0" brushRef="#br0" timeOffset="20695.406">16458 2083,'0'0,"0"0,0 0,0 0,0 0,0 0,10-2,18-3,23-4,24-3,21-1,15-1,9 0,3 2,-2 2,-8 2,-12 1,-24 2</inkml:trace>
  <inkml:trace contextRef="#ctx0" brushRef="#br0" timeOffset="21182.106">16585 2393,'69'7,"-44"-4,40 2,-1 4,0 2,25 10,-9 14,-77-33,0-1,0 2,-1-1,1 0,0 0,-1 1,0 0,1-1,-1 1,0 0,-1 0,1 0,0 0,-1 1,0-1,1 0,-1 1,-1-1,1 0,0 1,-1-1,0 1,0 0,-2 4,0 1,0-1,-1 0,0-1,-1 1,0 0,0-1,0 0,-1 0,0 0,-1-1,0 1,0-1,0 0,0-1,-4 2,-40 33,-1-2,-2-2,-36 16,-23 16,106-64,3-3,1 1,-1-1,0 1,1 0,-1-1,1 1,-1 0,1 1,0-1,0 0,0 1,0-1,1 1,-1-1,0 1,1 1,12 7,0-9,0-1,-1 0,1 0,0-1,0-1,7 0,-4 0,284-29,-192 17</inkml:trace>
  <inkml:trace contextRef="#ctx0" brushRef="#br0" timeOffset="22231.304">18585 1438,'-8'57,"-1"75,9 128,2-156,-2-51</inkml:trace>
  <inkml:trace contextRef="#ctx0" brushRef="#br0" timeOffset="23076.049">19195 1424,'0'0,"0"0,0 0,0 0,0 0,-2 5,-2 8,-3 11,-1 9,-1 9,1 8,1 5,3 5,2 2,2 0,2-2,3-6,1-12</inkml:trace>
  <inkml:trace contextRef="#ctx0" brushRef="#br0" timeOffset="24323.772">18241 1683,'0'0,"-3"-3,-5-3,-4-5,-4 2,-1 6,1 12,2 15,1 17,2 16,2 15,2 15,2 12,3 9,2 7,1 0,0-20</inkml:trace>
  <inkml:trace contextRef="#ctx0" brushRef="#br0" timeOffset="23611.673">19781 1502,'-8'5,"-20"12,0 1,2 1,-22 21,39-32,1 0,0 1,0 0,1 1,0-1,1 1,0 1,0-1,1 1,0 0,1 0,-1 5,4-9,0 0,1 0,-1-1,1 1,1 0,-1 0,1 0,1-1,-1 1,1-1,0 1,0-1,1 1,0-1,0 0,1 0,-1-1,1 1,0-1,1 0,-1 0,1 0,0 0,0-1,1 0,-1 0,1 0,0-1,0 0,0 0,1 0,5 1,-1-1,0 0,-1 0,1-1,1 0,-1-1,0-1,0 0,0 0,0-1,1 0,-1-1,0 0,10-4,-14 4,-1-1,1 1,0-1,-1-1,0 1,0-1,0 0,0-1,0 0,-1 1,0-2,0 1,0 0,-1-1,0 0,0 0,0 0,-1-1,0 1,0-1,-1 0,0 0,0-2,0-1,-1 1,0-1,-1 1,0 0,0-1,-1 1,-1-1,1 1,-2 0,1 0,-1 0,0 0,-1 0,0 1,0-1,-1 1,0 0,-5-5,-3-3,0 0,-1 1,0 1,-2 0,0 1,0 0,-1 2,-11-6,13 8,-1 0,-1 2,1 0,-1 1,-1 1,-15-3,2 4</inkml:trace>
  <inkml:trace contextRef="#ctx0" brushRef="#br0" timeOffset="23977.697">20099 1424,'6'6,"36"24,0-3,2-1,1-1,42 14,41 24,-121-61,-1 0,0 1,0 0,0 1,0-1,0 1,-1 0,0 1,1-1,-2 1,1 0,-1 0,1 1,-1-1,-1 1,1 0,-1 0,0 0,0 0,-1 1,0-1,1 4,-4-2,0 0,-1 0,0 0,0-1,-1 1,0-1,0 1,0-1,-1 0,0 0,-1-1,0 1,0-1,0 0,0 0,-5 3,-22 22,-1-1,-2-1,0-2,-12 5,-21 13</inkml:trace>
  <inkml:trace contextRef="#ctx0" brushRef="#br0" timeOffset="25889.592">23258 766,'0'0,"0"0,0 0,-1 6,-3 13,-1 16,-2 17,-1 12,0 11,2 7,2 5,1 1,1-5,1-15</inkml:trace>
  <inkml:trace contextRef="#ctx0" brushRef="#br0" timeOffset="26172.835">22774 1980,'0'0,"0"0,0 0,6-2,14-2,15-3,19-1,15 1,15 0,11 1,8 2,3-1,-16 1</inkml:trace>
  <inkml:trace contextRef="#ctx0" brushRef="#br0" timeOffset="26633.606">22914 2277,'9'3,"55"19,-1 2,-2 3,20 14,-68-33,1 0,-1 1,-1 0,0 1,6 7,-14-13,0 0,-1 0,1 1,-1 0,0 0,0 0,0 0,-1 0,0 0,0 1,0-1,0 1,-1 0,0-1,-1 1,1 2,-1 0,-1-1,0 1,0-1,-1 0,0 1,0-1,-1 0,0 0,0-1,-1 1,1-1,-1 1,-3 2,-67 72,-98 68,134-105,38-43,-1 0,1 0,0 0,0-1,0 1,0 0,0 0,0 0,0-1,0 1,0 0,0 0,0 0,0-1,1 1,-1 0,0 0,1-1,-1 1,1 0,-1 0,0-1,1 1,-1-1,1 1,0 0,-1-1,1 1,0-1,-1 1,1-1,0 0,-1 1,1-1,0 0,0 1,-1-1,1 0,0 0,0 0,0 1,0-1,84 8,277-22,-260 7</inkml:trace>
  <inkml:trace contextRef="#ctx0" brushRef="#br0" timeOffset="27307.877">24861 1296,'0'0,"0"0,0 7,-2 12,1 14,-1 14,1 11,2 7,1 4,2 1,1-1,1-6,1-8,-1-13</inkml:trace>
  <inkml:trace contextRef="#ctx0" brushRef="#br0" timeOffset="27704.818">25448 1309,'-16'60,"3"2,3-1,2 1,3 1,3 0,6 53,-3-85,2-1,2 1,7 28,-3-29</inkml:trace>
  <inkml:trace contextRef="#ctx0" brushRef="#br0" timeOffset="28044.909">25969 1255,'0'0,"0"0,0 0,0 0,-1 7,-4 14,-4 15,-3 15,-1 11,0 8,2 5,4 0,3-3,5-5,4-8,3-9,0-14</inkml:trace>
  <inkml:trace contextRef="#ctx0" brushRef="#br0" timeOffset="28581.477">26326 1139,'0'0,"6"4,154 119,86 59,-208-158,-21-14,0 0,-1 2,0 0,0 1,2 4,-16-15,-1 0,1 0,0 0,-1 1,0-1,1 1,-1-1,0 1,0-1,-1 1,1 0,0-1,-1 1,0 0,0 0,0-1,0 1,0 0,0 0,0-1,-1 1,0 0,1-1,-1 1,0-1,0 1,-1-1,1 1,0-1,-1 1,1-1,-1 0,-2 2,-93 106,65-77,-54 59,-151 152,184-195</inkml:trace>
  <inkml:trace contextRef="#ctx0" brushRef="#br0" timeOffset="29042.247">24404 1230,'0'0,"-2"8,-4 14,-2 17,-1 15,1 12,3 12,2 9,2 8,1 8,2 10,1 7,0-15</inkml:trace>
  <inkml:trace contextRef="#ctx0" brushRef="#br0" timeOffset="25260.272">21360 1708,'0'0,"0"0,0 0,7 2,12 2,16 1,18 1,17-3,13-3,13-1,7 0,4-3,0-4,-19 0</inkml:trace>
  <inkml:trace contextRef="#ctx0" brushRef="#br0" timeOffset="25511.6">21870 1579,'0'0,"-3"3,-4 5,-3 7,-4 10,1 9,2 9,2 7,4 7,4 4,2 0,6-3,5-7,1-13</inkml:trace>
  <inkml:trace contextRef="#ctx0" brushRef="#br0" timeOffset="43242.047">3903 5313,'9'-18,"82"-204,-60 175,-30 46,0 0,1 0,-1 0,0 0,0 0,1 0,-1 1,0-1,1 0,-1 1,1-1,-1 1,1-1,-1 1,1 0,-1-1,1 1,0 0,-1 0,1 0,-1 0,1 1,-1-1,1 0,-1 1,1-1,-1 1,1-1,-1 1,1 0,-1-1,0 1,1 0,-1 0,9 9,0 0,0 1,-2 0,1 0,-1 1,-1 0,0 0,-1 1,0 2,1-3,13 29</inkml:trace>
  <inkml:trace contextRef="#ctx0" brushRef="#br0" timeOffset="46355.786">6372 5030,'0'0,"0"0,3-4,3-6,3-8,4-7,1-4,-1 1,0 2,-4 5,0 6,0 5,3 6,3 10,5 12,7 14,6 14,-1-1</inkml:trace>
  <inkml:trace contextRef="#ctx0" brushRef="#br0" timeOffset="48186.924">8652 5793,'0'0,"0"0,1 1,8 4,0 1,0-2,1 1,0-1,0-1,0 0,0 0,0-1,0 0,1-1,-1 0,1 0,2-1,23-2,1-2,-1-1,5-2,-26 4,85-14,1 5,0 4,46 5,-55 5,-58 0</inkml:trace>
  <inkml:trace contextRef="#ctx0" brushRef="#br0" timeOffset="48673.172">8741 6076,'0'0,"0"0,-2-3,0 0,0 1,0-1,1 0,-1 0,1 0,-1 0,1-1,0 1,0 0,1-1,-1 1,0 0,1-1,0 1,0-3,1 4,0 1,1-1,-1 1,1 0,-1-1,1 1,-1 0,1 0,0 0,-1 0,1 0,0 0,0 1,0-1,0 0,-1 1,1 0,0-1,0 1,0 0,0 0,0 0,2 0,1 0,73-5,2 4,66 8,-4 0,135-8,-198-1</inkml:trace>
  <inkml:trace contextRef="#ctx0" brushRef="#br0" timeOffset="49867.494">8550 5624,'0'0,"0"0,0 0,0 0,6-1,10 0,12-1,13 1,12 0,13 0,12 0,14-1,13 1,-11 0</inkml:trace>
  <inkml:trace contextRef="#ctx0" brushRef="#br0" timeOffset="52460.314">11073 4861,'2'-5,"75"-235,-53 158,-21 72,-1 2,1 0,0 0,0-1,0 2,1-1,0 0,3-2,-6 9,-1 0,1 0,-1 0,1 1,0-1,-1 0,1 1,0-1,0 0,-1 1,1-1,0 1,0 0,0-1,0 1,0 0,0-1,0 1,-1 0,1 0,0 0,0 0,0 0,0 0,0 0,0 0,0 0,0 0,0 0,0 1,0-1,0 0,0 1,0-1,-1 1,1-1,1 1,27 28,-29-28,57 78,-26-34</inkml:trace>
  <inkml:trace contextRef="#ctx0" brushRef="#br0" timeOffset="55559.066">12128 4823,'5'-8,"62"-102,10-32,-69 127,-5 8,-1 1,2-1,-1 1,1 0,0 0,0 0,1 0,0 1,0 0,3-3,-5 7,-1 1,1-1,0 1,-1-1,1 1,0 0,-1 0,1 0,0 1,0-1,-1 1,1-1,-1 1,1 0,0 0,-1 0,0 0,1 0,-1 1,0-1,1 1,-1-1,0 1,0 0,0 0,-1 0,1 0,0 0,-1 1,1 0,-2-3,59 64,-29-30</inkml:trace>
  <inkml:trace contextRef="#ctx0" brushRef="#br0" timeOffset="56230.782">13236 4913,'17'-10,"-1"-1,0-1,-1-1,-1-1,0 1,0-2,-1 0,-1-1,-1 0,0-1,-1 0,-1 0,2-9,18-25,-28 50,-1 1,0-1,0 1,0-1,0 1,0-1,0 1,1-1,-1 1,0-1,0 1,1-1,-1 1,0 0,1-1,-1 1,0 0,1-1,-1 1,0 0,1-1,-1 1,1 0,-1 0,1-1,-1 1,1 0,-1 0,1 0,-1 0,0-1,1 1,-1 0,1 0,0 0,-1 0,1 0,-1 1,1-1,-1 0,0 0,1 0,-1 0,1 0,-1 1,1-1,-1 0,1 0,-1 1,0-1,1 0,-1 1,49 60,-37-43,14 20</inkml:trace>
  <inkml:trace contextRef="#ctx0" brushRef="#br0" timeOffset="54609.084">13109 5172,'3'-6,"-1"-1,1 0,0 0,0 1,1-1,0 1,0 0,1 0,-1 0,1 1,0-1,1 1,-1 1,1-1,0 1,1 0,-1 0,0 0,1 1,0 0,0 1,2-1,12-1,1 1,0 1,0 1,0 1,0 1,0 1,0 1,0 0,10 5,-21-6,1 2,-1 0,0 0,0 1,0 0,-1 0,0 2,0-1,0 1,-6-3,1 0,-1 0,0 0,-1 0,1 1,-1-1,0 1,0 0,0 0,0 0,-1 0,0 1,0-1,-1 1,1-1,-1 1,0 0,-1-1,1 4,-3 9,-1-1,0 0,-1 0,-1-1,0 1,-1-1,-1 0,-1 0,0-1,-1 0,-2 2,-125 181,68-105,36-35,31-57,1 0,0 1,-1-1,1 0,0 1,0-1,0 0,0 0,0 1,1-1,-1 0,0 1,1-1,-1 0,1 0,-1 0,1 1,-1-1,1 0,0 0,-1 0,1 0,0 0,0 0,0 0,0 0,0 0,0-1,0 1,0 0,0-1,1 1,-1-1,0 1,0-1,0 1,2-1,51 9,-52-9,73 1,64-8,-88 4,194-15,-176 12</inkml:trace>
  <inkml:trace contextRef="#ctx0" brushRef="#br0" timeOffset="54925.238">13173 5507,'0'0,"10"0,17 0,21 0,20-1,17-1,14-2,8 1,7-1,2-1,-18 1</inkml:trace>
  <inkml:trace contextRef="#ctx0" brushRef="#br0" timeOffset="53076.176">12766 5030,'0'0,"0"0,0 0,-4 8,-8 14,-7 16,-7 13,-6 11,-3 7,-1 4,-1 1,0 0,1-3,1-5,0-5,0-5,0-8,6-12</inkml:trace>
  <inkml:trace contextRef="#ctx0" brushRef="#br0" timeOffset="53566.866">12078 5004,'0'0,"1"1,24 48,3-2,2 0,33 38,-48-65,95 116,110 105,-168-187</inkml:trace>
  <inkml:trace contextRef="#ctx0" brushRef="#br0" timeOffset="51039.874">10894 5134,'9'-10,"17"-17,-25 27,0 0,-1 0,1 1,0-1,-1 0,1 0,-1 0,1 1,0-1,-1 0,1 0,-1 1,1-1,-1 1,1-1,-1 0,1 1,-1-1,0 1,1-1,-1 1,1-1,-1 1,0 0,0-1,1 1,-1-1,0 1,0 0,0-1,0 1,1-1,-1 1,0 0,0-1,0 1,0 0,-1-1,1 1,0-1,0 1,0 0,0-1,-1 1,1-1,0 1,0 0,-14 210,17-103,4 0,8 17,8 118,-20-180</inkml:trace>
  <inkml:trace contextRef="#ctx0" brushRef="#br0" timeOffset="51498.289">11607 5043,'0'0,"0"0,0 0,0 0,0 8,2 16,2 17,3 17,1 11,5 10,2 3,6 2,3-2,3 0,1-1,-2-4,-1-7,-6-16</inkml:trace>
  <inkml:trace contextRef="#ctx0" brushRef="#br0" timeOffset="51831.401">10780 5663,'0'0,"0"0,8 0,16 0,20 0,19 0,15 2,11 4,10 3,5 2,-14 0</inkml:trace>
  <inkml:trace contextRef="#ctx0" brushRef="#br0" timeOffset="57665.994">1433 5274,'-1'-9,"0"5,1 1,0-1,0 0,0 1,0-1,1 1,-1-1,1 1,0-1,0 1,0-1,0 1,1 0,0-1,-1 1,1 0,0 0,2-2,4-5,-1 1,-1-2,0 1,0-1,-1 0,0 0,-1 0,0-1,-1 1,-1-1,1 0,-2 0,1-3,16-68,-18 81,0 0,0 0,1 0,0 0,-1 0,1 0,0 1,0-1,0 0,0 1,0-1,0 0,0 1,1-1,-1 1,0 0,1-1,-1 1,1 0,0 0,-1 0,1 0,0 0,0 0,-1 1,1-1,0 1,0-1,0 1,0-1,0 1,0 0,0 0,0 0,1 0,6 4,1 1,-1-1,0 2,-1-1,1 1,-1 0,0 1,0 0,-1 0,0 1,6 7,-5-6,23 26</inkml:trace>
  <inkml:trace contextRef="#ctx0" brushRef="#br0" timeOffset="76847.353">24009 4848,'2'-7,"13"-40,1 0,3 1,23-41,-1 35,-40 50,1 1,0-1,-1 1,1 0,0 0,0 0,0 0,0 0,0 0,0 0,0 1,0-1,0 1,1-1,-1 1,0 0,0 0,0 0,0 0,1 0,-1 1,0-1,0 1,0-1,0 1,0 0,0 0,0 0,0 0,7 5,1 1,-1 1,-1-1,0 2,0-1,-1 1,1 0,-1 2,7 6,21 28,-2-2</inkml:trace>
  <inkml:trace contextRef="#ctx0" brushRef="#br0" timeOffset="77116.633">24861 5391,'0'0,"0"0,0 0,7 0,12 0,15 1,13 0,8 1,2 0,-9-1</inkml:trace>
  <inkml:trace contextRef="#ctx0" brushRef="#br0" timeOffset="77385.939">24938 5586,'0'0,"6"1,12 4,15 3,17 3,0-1</inkml:trace>
  <inkml:trace contextRef="#ctx0" brushRef="#br0" timeOffset="77952.942">26416 3945,'-41'76,"3"1,4 2,3 1,2 8,-10 39,6 2,6 1,5 1,5 2,7-1,5 1,7 1,5-1,24 130,-10-158,4-1,5-1,4-1,5-2,4-1,5-3,3-2,5-2,32 38,8-5</inkml:trace>
  <inkml:trace contextRef="#ctx0" brushRef="#br0" timeOffset="75779.156">23984 5081,'-5'53,"-22"457,22-372,-5 47,6-140</inkml:trace>
  <inkml:trace contextRef="#ctx0" brushRef="#br0" timeOffset="76170.16">24365 5146,'0'0,"0"0,2 5,2 12,3 16,1 14,1 13,1 10,1 6,2 2,1 0,1-3,0-4,0-8,-2-8,-2-15</inkml:trace>
  <inkml:trace contextRef="#ctx0" brushRef="#br0" timeOffset="76421.489">23932 5649,'0'0,"8"0,15 1,19 1,18 2,13 1,11-1,-10-1</inkml:trace>
  <inkml:trace contextRef="#ctx0" brushRef="#br0" timeOffset="78909.389">26925 4254,'0'0,"0"0,0 0,0 0,0 0,0 0,3 3,8 8,6 10,2 10,1 11,-2 12,-3 9,-1 4,-4-11</inkml:trace>
  <inkml:trace contextRef="#ctx0" brushRef="#br0" timeOffset="80327.174">27103 5819,'0'0,"0"0,0 0,0 0,0 5,1 11,0 12,2 12,1 10,1 9,0 6,-1 3,1-1,-1-11</inkml:trace>
  <inkml:trace contextRef="#ctx0" brushRef="#br0" timeOffset="173061.985">25512 4888,'0'0,"0"0,0 1,24 239,-13-100,3-16,-7-71</inkml:trace>
  <inkml:trace contextRef="#ctx0" brushRef="#br0" timeOffset="173465.474">25155 5870,'0'0,"6"-1,12-2,13-1,12-2,11-1,6-1,7 1,1-1,2 2,-3 0,-3 1,-13 1</inkml:trace>
  <inkml:trace contextRef="#ctx0" brushRef="#br0" timeOffset="173892.335">25371 6064,'1'8,"18"85,5 0,8 14,20 77,-51-181,7 53,-8-54,0-1,-1 1,1-1,0 1,-1 0,1-1,-1 1,1-1,-1 1,0-1,0 0,0 1,1-1,-1 0,-1 1,1-1,0 0,0 0,0 0,0 0,-1 0,1 0,-1 0,1-1,-1 1,1 0,-1-1,1 1,-1-1,1 1,-1-1,0 0,-12 1,-1-1,1 0,0-1,0-1,0 0,0-1,1-1,-3-1,3 2,-8-2,-11-3,1 0,0-3,-23-10,38 13</inkml:trace>
  <inkml:trace contextRef="#ctx0" brushRef="#br0" timeOffset="174204.082">25231 6154,'0'0,"5"-1,10-3,11-1,11-2,10 1,7 0,5 1,-7 2</inkml:trace>
  <inkml:trace contextRef="#ctx0" brushRef="#br0" timeOffset="174629.539">25537 6309,'7'3,"-2"-1,10 2,0 1,-1 1,1 0,-1 1,0 0,-1 1,1 1,-2 0,1 1,-1 0,-1 1,0 1,9 11,-18-18,0-1,0 1,0 0,-1 0,0 0,0 0,0 0,-1 1,1-1,-1 0,0 0,-1 0,0 0,1 0,-1 1,-1-1,1 0,-1-1,0 1,0 0,0 0,-1-1,0 0,0 1,0-1,0 0,0 0,-1-1,0 1,0-1,-2 2,-7 6,0-1,0-1,-1 0,0-1,-14 6,23-8,21-7,-16 1,76-6,-32 2</inkml:trace>
  <inkml:trace contextRef="#ctx0" brushRef="#br0" timeOffset="38562.827">1331 5470,'7'48,"21"146,-7 40,-1 261,-20-451</inkml:trace>
  <inkml:trace contextRef="#ctx0" brushRef="#br0" timeOffset="38974.24">1917 5470,'0'7,"20"192,-11-129,22 176,24 64,-44-264</inkml:trace>
  <inkml:trace contextRef="#ctx0" brushRef="#br0" timeOffset="39288.909">1344 6051,'0'0,"7"1,13 0,17 1,15 0,14-1,11 0,9-1,1-2,-14 0</inkml:trace>
  <inkml:trace contextRef="#ctx0" brushRef="#br0" timeOffset="40804.456">2936 5728,'0'0,"0"0,0 0,-3 4,-7 9,-6 7,-8 8,-6 5,-5 3,-2 1,0 1,0-4,4-3,4-6,6-6</inkml:trace>
  <inkml:trace contextRef="#ctx0" brushRef="#br0" timeOffset="41058.276">2655 5819,'0'0,"0"0,0 0,0 0,4 5,7 8,8 10,6 8,7 5,4 3,1-3,-6-6</inkml:trace>
  <inkml:trace contextRef="#ctx0" brushRef="#br0" timeOffset="41629.794">2871 5546,'-13'8,"-27"18,1 1,1 2,2 1,0 2,2 2,2 1,-12 18,33-38,1 0,1 1,0 0,2 0,0 0,0 1,2 0,0 1,-2 15,5-25,1 1,1 0,-1 0,2-1,-1 1,1 0,0 0,1-1,0 1,0-1,1 0,0 1,1-1,0 0,0-1,0 1,1-1,0 0,1 0,-1 0,2 0,2 1,0-1,1 1,0-2,0 1,1-1,-1-1,1 0,0-1,1 0,-1 0,1-1,0-1,1 0,8 1,1-1,0-1,0-1,0-1,0 0,16-5,-21 4,-1-1,1-1,-1 0,0-1,0-1,-1 0,1-1,-2-1,1-1,-1 0,0 0,-1-1,0-1,-1-1,0 0,0 0,-2-1,1 0,-2-1,0 0,0-1,-2 1,0-2,4-11,-7 14,0 0,-1-1,-1 0,0 0,-1 0,0 0,-1 0,-1 0,0 1,-1-1,-1 0,0 0,-1 1,0 0,-1-1,0 2,-1-1,-1 1,0 0,0 0,-1 0,-1 1,0 1,0-1,-1 2,-1-1,1 1,-10-5,6 7,0 1,0 1,-1 0,1 1,-1 0,0 1,0 1,-1 0,1 1,0 1,-1 1,1 0,0 1,0 0,0 1,-7 3,-36 10</inkml:trace>
  <inkml:trace contextRef="#ctx0" brushRef="#br0" timeOffset="45561.853">6233 5533,'7'0,"68"-3,-1 4,0 3,-1 4,1 2,0 4,-73-13,8 0,0 0,0 1,-1 0,1 1,-1 0,1 1,-1-1,0 1,0 1,0 0,-1 0,0 0,0 1,0 0,-1 1,3 2,-7-6,-1 0,0 0,0 0,-1 0,1 0,0 1,-1-1,0 0,0 0,0 0,0 1,0-1,-1 0,0 0,1 0,-1 0,0 0,0 0,-1 0,1 0,-1 0,-39 57,-1-13,-3-1,-45 34,41-38,2 2,-33 41,50-37,30-47,-1 0,1 1,-1-1,1 1,0-1,0 0,-1 1,1-1,0 1,0-1,0 1,1-1,-1 1,0-1,0 0,1 1,-1-1,1 1,-1-1,1 0,0 0,0 1,-1-1,1 0,0 0,0 0,0 0,0 0,0 0,1 0,-1 0,0 0,0 0,0-1,1 1,-1 0,10 3,0-1,0 0,0 0,1-1,-1 0,1-1,-1-1,1 1,5-2,-1 1,158-5,23-9,-178 12,55-4</inkml:trace>
  <inkml:trace contextRef="#ctx0" brushRef="#br0" timeOffset="45862.079">6372 6025,'0'0,"0"0,8 0,16-1,18-2,17-1,15 0,11 2,-7 1</inkml:trace>
  <inkml:trace contextRef="#ctx0" brushRef="#br0" timeOffset="43745.702">5443 5677,'0'0,"0"0,0 0,0 0,-164 129,0 32,133-130</inkml:trace>
  <inkml:trace contextRef="#ctx0" brushRef="#br0" timeOffset="43998.028">4909 5690,'0'0,"0"0,6 3,9 7,14 8,11 8,11 8,7 7,6 6,4 2,-1-1,-11-9</inkml:trace>
  <inkml:trace contextRef="#ctx0" brushRef="#br0" timeOffset="44803.877">5292 5507,'-13'3,"-28"4,0 2,0 1,1 3,1 1,0 1,1 3,1 1,1 2,0 1,2 2,-10 9,32-21,0 1,0-1,1 2,1 0,0 0,1 1,-6 14,11-21,1 0,0 0,0 0,1 1,0-1,0 1,1 0,0-1,1 1,0 0,0 0,1-1,0 1,1 0,0-1,1 4,1-2,0 0,1 0,1-1,-1 1,2-1,-1 0,1-1,0 0,1 0,0 0,0-1,1 0,0-1,7 4,4 2,0-2,1 0,0-1,0-2,1 0,15 3,-10-4,1-2,0 0,1-2,-1-1,0-1,0-2,0 0,0-2,0-1,0-2,-1 0,0-2,-1-1,0-1,0-1,18-12,-33 17,0 0,-1-1,0 0,0 0,0-1,-1-1,-1 1,0-2,0 1,-1-1,0 0,-1 0,0-1,-1 0,0 0,-1 0,0-1,-1 1,-1-1,0 0,0 0,-1 1,-1-1,0 0,-1 0,-1-4,-1 5,-1 0,-1 0,0 1,0-1,-1 1,-1 0,1 1,-2 0,0 0,0 0,-1 1,0 0,0 1,-1 0,0 0,0 1,-1 0,-9-4,0 0,0 1,-1 1,0 1,-1 1,0 1,0 0,0 2,-2 1,4 1,1 0,-1 2,1 1,-1 0,1 1,-1 1,1 1,0 1,-14 5,-14 10</inkml:trace>
  <inkml:trace contextRef="#ctx0" brushRef="#br0" timeOffset="42481.522">4311 5495,'0'0,"-4"7,-30 49,-4 0,-1-3,-3-1,-49 46,1-6,-69 53,123-115</inkml:trace>
  <inkml:trace contextRef="#ctx0" brushRef="#br0" timeOffset="42782.717">3789 5560,'0'0,"0"0,0 0,0 0,4 6,6 9,8 12,9 13,8 11,9 6,7 6,5 2,4 2,-1 0,-2-3,-10-12</inkml:trace>
  <inkml:trace contextRef="#ctx0" brushRef="#br0" timeOffset="194155.927">733 6994,'13'5,"80"3,-80-6,0-2,0 1,1-2,-1 0,0 0,0-1,0-1,0 0,3-2,14-2,126-22,1 8,134-1,419 6,-55 0,-178-5,144-28,381-20,-28 25,-85-8,-350-14,-409 53,-81 8</inkml:trace>
  <inkml:trace contextRef="#ctx0" brushRef="#br0" timeOffset="195595.082">1051 7149,'6'-1,"385"-26,90 10,346-2,-574 9,396-27,142-42,681-20,-1247 82,531-55,-137-7,-493 66</inkml:trace>
  <inkml:trace contextRef="#ctx0" brushRef="#br0" timeOffset="-160189.01">2197 4138,'274'-15,"213"20,1559 41,-633-17,514-24,1460-37,-1167-1,782-37,1290-146,-1612 30,-138-22,-2239 179,98-30,-362 53,-1-1,0-2,0-2,-1-1,-1-2,0-1,-1-2,0-2,-1-1,-22 10,0-1,-1 0,0-1,0 0,-1-1,-1 0,0 0,-1-1,-1 0,0-1,-1 1,0-1,-1-1,8-30,-3 1,-1-2,2-37,4-138,-10-1,-11-46,5 236,-29-702,23 624,-4-1,-5 2,-17-56,27 140,-2 0,0 1,-2 0,0 0,-2 1,-1 1,0 0,-2 0,-1 2,0 0,-2 0,0 2,-1 0,-1 1,-16-10,-10 2,-1 2,-1 2,0 3,-2 1,-1 3,0 1,-38-3,-195-31,-75 6,-1446-79,343 67,1186 44,-1853-52,404 79,-318 47,1371-41,-3573 123,1233-6,-820 40,2703-131,2-56,984-1,-240-4,360 10,1 2,-1 1,0 1,0 0,1 2,-1 1,1 0,0 2,1 1,0 0,-11 7,24-9,1 0,0 0,0 0,0 1,1 0,0 1,0-1,1 1,0 0,1 0,0 1,0 0,0-1,1 1,-1 6,-1 10,0 0,1 0,2 0,1 0,1 7,6 114,20 104,-14-147,8 75,1 27,0 29,12 297,-22-283</inkml:trace>
  <inkml:trace contextRef="#ctx0" brushRef="#br0" timeOffset="-158331.924">7366 4835,'-7'-7,"-36"-31,-2 2,-1 1,-2 3,-1 2,-1 2,-1 2,-2 3,0 2,-41-10,-133-35,-2 9,-133-10,-171-14,-3 24,-2 23,-353 29,578 19,0 14,3 14,1 13,3 13,-206 78,377-100,2 6,2 5,2 6,4 6,3 4,-22 24,91-57,3 3,1 2,2 1,3 3,1 2,-31 50,50-64,2 1,2 0,1 2,2 0,2 1,2 0,2 1,1 1,2 0,-1 40,8-32,3-1,2 0,2 0,2 0,2-1,3 0,1-1,3 0,2-2,1 0,3-1,2-1,1-1,3-2,27 31,8 3,3-3,4-3,2-3,3-3,3-4,2-3,3-4,61 28,27 1,4-6,2-9,4-7,7-7,141 25,4-15,2-14,1-15,2-14,209-21,-147-19,-1-19,307-73,-451 60,-3-10,-3-12,-4-11,84-47,-228 84,-2-3,-2-5,73-57,-127 81,-1-3,-2-1,-1-2,-2-2,-2-1,-2-2,-2-1,19-37,-28 39,-3-1,-1-1,-2-1,-2 0,-3-2,-1 1,-3-1,-1-1,-3 1,-2-1,-2 0,-2 1,-2-1,-7-26,-5 2,-4 0,-3 1,-2 1,-4 2,-3 1,-3 1,-2 1,-14-12,4 11,-2 2,-4 2,-2 2,-3 3,-2 3,-3 2,-2 3,-2 3,-2 2,-18-4,-40-16,-80-26,57 33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33.3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 1,'0'0,"-1"6,0 13,1 19,0 20,0 21,1 17,1 17,2 12,0 10,2 7,3 4,1 2,2-5,-1-25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33.94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23,'0'0,"12"0,21-2,21-1,18-1,9-1,1 0,-13 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34.21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10,'0'0,"9"1,18 1,23 2,22 1,19-3,12-2,11-4,10-5,-14-1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34.54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1,'0'0,"0"0,0 0,0 0,2 8,2 15,4 20,2 16,2 13,1 10,0 6,-1 0,-2-15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34.8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92,'0'0,"10"-1,19-3,22-2,23-1,18-3,14-1,11 0,6-1,4 1,-2 3,-5 2,-12 2,-14 3,-23 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35.28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240 69,'3'10,"39"125,1 2,10 68,-51-194,0-5,0 1,-1 0,1-1,-2 1,1 0,-1 0,0-1,0 1,-1 0,0 0,0 0,-2 2,3-8,-1 1,-1 0,1 0,0-1,0 1,-1-1,1 1,-1-1,1 0,-1 1,1-1,-1 0,0 0,0 0,1 0,-1 0,0-1,0 1,0-1,0 1,0-1,0 0,0 1,-2-1,-50-4,23-2,1-1,-1-1,1-2,1-1,0-1,-3-3,-26-24,39 22</inkml:trace>
  <inkml:trace contextRef="#ctx0" brushRef="#br0" timeOffset="281.272">125 69,'0'0,"0"0,6-2,11-5,13-3,13-2,13 0,9 1,4 2,-10 4</inkml:trace>
  <inkml:trace contextRef="#ctx0" brushRef="#br0" timeOffset="654.304">558 250,'5'4,"8"7,-1 0,0 0,-1 1,0 1,-1 0,-1 0,0 1,-1 0,0 1,-1-1,-1 2,0-1,-1 1,2 12,-6-17,-1-1,0 1,-1 0,-1 0,1-1,-2 1,1-1,-2 0,1 0,-1 0,-1 0,0-1,0 1,-1-1,0 0,0-1,-2 1,4-4,3-4,0 0,0 0,0-1,0 1,0 0,0 0,0 0,0 1,0-1,0 0,1 0,-1 0,0 1,1-1,-1 0,1 1,0-1,-1 0,1 1,0-1,0 0,0 1,0-1,0 1,0-1,0 0,0 1,1-1,-1 1,0-1,1 0,-1 0,1 1,0 0,3 0,0-1,1 1,-1-1,0 0,1 0,-1 0,1-1,-1 1,1-1,-1 0,3-1,-2 1,68-2,0-4,62-12,-54 4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32.13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1 853,'1'-7,"17"-69,3 1,3 1,4 1,16-28,-35 80,0-3,2 0,0 0,2 1,0 0,1 1,2 1,14-16,-28 34,1 0,-1 1,1-1,0 1,0 0,0 0,0 0,0 0,1 0,-1 1,1-1,-1 1,1 0,-1 0,1 1,0-1,-1 1,1-1,0 1,-1 0,1 0,0 1,-1-1,1 1,0 0,-1 0,1 0,-1 0,1 1,-1 0,0-1,0 1,1 1,11 10,0 0,-2 1,1 1,-2 0,0 1,-1 0,6 12,2 1,7 10,2-1,1-1,28 26,-44-50,1-1,0 0,1-1,1 0,-1-2,2 0,-1 0,1-2,0 0,1-1,3 1,1-3,0-1,0-1,0-1,0 0,0-2,0-1,0 0,0-2,0 0,-1-2,1 0,-1-2,-1 0,0-1,0-1,0-1,-2 0,1-2,-1 0,-1-1,-1-1,0 0,-1-1,0-1,-2-1,1 0,-5 4,-1 1,0-1,-1-1,-1 1,4-12,1-14</inkml:trace>
  <inkml:trace contextRef="#ctx0" brushRef="#br0" timeOffset="263.824">790 143,'0'0,"0"0,1 8,1 16,2 18,3 18,2 15,3 10,2 6,0 2,-1 1,-3-2,-1-6,-2-9,-2-19</inkml:trace>
  <inkml:trace contextRef="#ctx0" brushRef="#br0" timeOffset="742.545">1542 0,'7'8,"33"29,2-2,2-2,0-2,3-2,0-2,1-2,2-2,1-2,39 10,-45-17,73 31,-115-44,0 0,-1 0,1 0,-1 1,1-1,-1 1,0-1,0 1,0 0,0 0,0 0,0 0,0 0,0 0,-1 1,1-1,-1 1,0-1,0 1,0-1,0 1,0 0,0-1,-1 1,1 0,-1 0,0 0,0-1,0 1,0 0,-1 0,1 0,-1 0,-3 9,-1-1,0 1,-1-1,0 0,-1 0,-6 7,-203 263,78-106,77-98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41.1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0,'0'0,"0"0,3 5,3 9,4 11,2 12,1 12,-1 10,-3 8,-2 5,-3 4,-1-2,-2-5,0-13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41.47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1 116,'0'0,"4"-3,8-3,12-5,14-3,15 0,14 2,13 0,9 1,9 1,4 1,4 2,-2 3,-4 2,-9 2,-19 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41.89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0,'28'14,"-1"1,-1 2,0 0,-1 1,-1 2,10 11,-28-26,0 1,-1 0,0 0,0 1,0-1,0 1,-1 0,-1 0,1 1,-1-1,0 1,-1-1,1 1,-2 0,1 0,-1 0,0 0,-1 0,0 0,0 0,-1 1,0-1,0 0,-2 2,-5 9,-1-1,0-1,-2 1,0-2,-1 1,-1-2,0 1,-1-2,-1 0,0-1,-13 9,-33 33,36-23,25-32,0 1,-1 0,1 0,0 0,-1-1,1 1,0 0,0 0,0 0,0 0,0 0,0 0,0-1,0 1,0 0,0 0,1 0,-1 0,0 0,1-1,-1 1,0 0,1 0,-1 0,1-1,-1 1,1 0,-1-1,1 1,0-1,-1 1,1 0,0-1,0 1,-1-1,1 0,0 1,0-1,-1 0,1 1,0-1,0 0,10 3,1 0,-1 0,0-2,1 1,0-2,-1 1,3-2,-9 1,282-10,-185 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40.5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0 112,'0'0,"0"0,5-3,8-4,10-4,12-3,9-1,9 0,7 3,5 2,2 1,1 1,-11 1</inkml:trace>
  <inkml:trace contextRef="#ctx0" brushRef="#br0" timeOffset="206.447">241 22,'0'0,"0"0,0 0,-1 6,0 12,0 13,0 11,1 6,1-6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44.03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0,'6'24,"13"60,-4 1,-4 0,-4 0,-3 14,-3-45,0-9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44.31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24 0,'0'0,"0"0,0 0,0 0,0 0,0 0,0 0,-1 7,-3 13,-1 14,-1 14,2 9,1 6,2 0,3-3,1-12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45.51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61 1,'0'0,"0"0,0 7,0 13,-1 18,-3 20,-2 17,-2 14,-1 11,0 7,0 3,2-1,2-7,2-21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46.72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0,'0'0,"0"0,0 0,2 6,0 11,1 13,0 14,-1 11,-2 10,-2 6,-1 3,-1 0,1-14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47.01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80,'0'0,"0"0,9-1,17-1,21-2,21-2,17-1,13-2,8 0,6 0,0 1,-4-1,-8 1,-21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47.4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0,'9'4,"22"8,0 1,-1 2,-1 1,0 1,24 20,-43-29,0 0,-1 1,0 0,0 0,-1 1,0 0,-1 0,2 6,-6-11,0 0,-1 1,0-1,0 1,0-1,-1 1,1 0,-1 0,-1 0,1-1,-1 1,0 0,-1 0,1 0,-1 0,0 0,-1-1,1 1,-2 0,-5 9,-1 0,0-1,-1 0,-1-1,0 0,-1 0,0-2,-1 1,0-1,-1-1,0-1,-1 0,0-1,-8 4,-87 39,342-126,-149 48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47.83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 1,'0'0,"0"0,0 0,0 0,0 7,-1 12,1 14,-1 14,2 11,0 6,3 3,1 0,2-4,1-5,2-9,1-13,-1-11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48.1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22 0,'0'0,"0"0,0 0,0 0,0 5,0 9,-1 13,-2 11,-1 10,0 7,0 3,1-2,1-4,2-8,4-9,3-12,1-9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48.4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 0,'0'0,"0"0,0 0,0 0,0 0,1 5,1 10,1 10,-2 12,-2 10,-1 6,-2 6,2 0,0-1,3-5,3-7,1-12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48.9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76 1,'7'5,"234"181,108 46,-341-227,37 28,-44-31,1-1,-1 1,0-1,1 1,-1-1,0 1,0-1,0 1,-1 0,1 0,0-1,-1 1,1 0,-1 0,1 0,-1 0,0 0,0 0,0-1,0 1,0 0,0 0,0 0,-1 0,0 1,-2 4,-2 0,1 0,-1-1,0 1,0-1,0 0,-1-1,0 1,0-1,-1-1,1 1,-2 0,-1 2,-237 152,154-104,-3-5,-52 19,69-37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49.21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58 0,'0'0,"0"0,0 0,-1 6,1 13,-2 16,-2 21,-2 20,-2 21,-3 19,-2 17,1-15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46.07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1 143,'0'0,"0"0,6 0,12-1,15-1,15-2,12 1,10 1,8 0,3 1,2-2,-6-1,-6-4,-9-3,-14-2</inkml:trace>
  <inkml:trace contextRef="#ctx0" brushRef="#br0" timeOffset="251.352">472 1,'0'0,"-4"3,-9 6,-8 7,-2 9,0 10,3 8,7 9,5 6,6 4,4 0,1-11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44.81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73 155,'-3'6,"-9"19,1 0,1 1,1 0,2 0,1 1,0 0,2 0,2 1,0 12,2-34,0 0,1-1,0 1,0 0,1-1,-1 1,1-1,0 0,1 1,-1-1,1 0,0 0,1-1,-1 1,1-1,-1 1,2-1,-1 0,0-1,1 1,-1-1,1 0,0 0,0 0,0-1,1 1,4 0,0 0,-1-1,1-1,0 0,0 0,0-1,0 0,0-1,0 0,0 0,0-1,0-1,-1 0,1 0,-1 0,0-1,0-1,4-2,-7 3,0 1,0-1,-1 0,0-1,0 1,0-1,0 0,-1 0,0-1,0 1,0-1,0 0,-1 0,0 0,-1 0,1-1,-1 1,-1-1,1 1,-1-1,0 0,0 0,-1 1,0-1,-1-6,0 3,-2-1,1 1,-1 0,-1 1,0-1,0 0,-1 1,0 0,-1 0,0 1,0 0,-1 0,0 0,0 0,-1 1,0 1,0-1,0 1,-1 1,0-1,0 2,-1-1,1 1,-1 1,0-1,0 2,0-1,-1 2,-7-2,3 3</inkml:trace>
  <inkml:trace contextRef="#ctx0" brushRef="#br0" timeOffset="359.582">365 0,'0'0,"0"0,7 6,49 32,3-2,0-3,2-3,2-2,32 8,46 22,-138-57,62 34,-63-33,0-1,0 1,0 0,0-1,0 1,0 0,0 0,-1 0,1 1,-1-1,1 0,-1 0,0 1,0-1,0 1,-1-1,1 1,0-1,-1 1,0 0,1-1,-1 1,0 0,0-1,-1 2,-1 1,0 1,0 0,0-1,-1 0,0 0,0 0,-1 0,1 0,-1 0,0-1,0 0,-2 1,-31 27,-1-1,-2-2,-1-2,-1-2,-21 9,-30 15,4-6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5:04.24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0,'31'9,"0"-2,1-1,0-2,27 1,-48-4,315 11,-273-12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5:04.51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1,'0'0,"24"1,41 2,43 1,3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5:05.00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0,'0'0,"0"0,0 0,0 0,0 7,2 13,1 16,0 13,2 11,1 9,1 3,1 1,0-11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5:05.32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1,'0'0,"5"1,10 1,15 1,14 0,14 0,14-3,11 0,10-2,7-1,6 0,1 0,-1 3,-6 3,-19-1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5:05.79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168 0,'3'9,"14"61,9 71,-14-71,26 148,-36-207,0 1,-1-1,0 0,-1 1,-1-1,1 0,-2 1,0-1,0 0,-1 0,-1 3,3-12,0-1,0 1,0 0,0-1,0 1,0 0,0-1,-1 1,1-1,-1 0,1 1,-1-1,0 0,1 0,-1 0,0 0,0-1,1 1,-1 0,0-1,0 1,0-1,0 1,0-1,0 0,0 0,0 0,0 0,0 0,0-1,-1 1,-4-2,1 0,-1 0,1-1,-1 0,1 0,0 0,0-1,-2-1,-121-99,115 90</inkml:trace>
  <inkml:trace contextRef="#ctx0" brushRef="#br0" timeOffset="365.024">143 14,'0'0,"0"0,0 0,0 0,0 0,5-1,10 1,15-2,13-1,14-1,9 0,5 4,-8 2</inkml:trace>
  <inkml:trace contextRef="#ctx0" brushRef="#br0" timeOffset="819.841">486 246,'9'2,"9"4,-1 1,0 1,0 1,-1 0,0 1,0 0,-1 2,11 9,-22-17,1 1,0-1,-1 1,0 0,0 0,0 0,-1 0,0 1,0 0,0-1,-1 1,0 0,0 0,0 0,-1 1,0-1,0 0,0 0,-1 1,0-1,0 1,-1-1,1 0,-2 0,1 1,-2 2,-3 4,0-1,-1 0,0 0,-1-1,-1 0,1 0,-2-1,0 0,0-1,0 0,-1 0,-1-2,1 1,-1-1,-11 4,11-4,14-2,50-1,50-3,78-10,-99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5:09.10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266 30,'-14'-6,"4"1,0 2,1-1,-1 1,0 0,-1 1,1 1,0-1,0 2,-1-1,1 1,-1 1,1 0,0 0,0 1,0 0,-1 1,2 0,-1 1,-7 3,14-4,-1 0,1 1,0-1,0 0,0 1,0 0,0 0,1 0,0 0,0 0,0 0,0 1,1-1,-1 0,1 1,0 0,0 3,0 81,44 258,5 148,-32-294,36 487,-38-476,16 159,-29-362,0-1,-1 0,1 0,0 0,1 0,0 0,0 0,1-1,0 1,0-1,1 1,0-1,0 0,1 0,2 3,-4-9,-1 1,0-1,1 1,0-1,-1 0,1 0,0 0,-1 0,1-1,0 1,0-1,0 0,0 0,-1 0,1 0,0 0,2-1,25-3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5:23.4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0,'3'6,"10"34,-2 0,-2 0,-2 1,1 22,22 262,-26-282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5:23.8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43,'0'0,"0"0,0 0,0 0,0 0,6 0,12 0,15 0,13-2,13 0,10-3,7-1,5-3,1 1,1 3,-5 1,-6 3,-16 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5:27.37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1,'0'0,"0"0,0 0,1 5,3 9,0 13,2 11,1 9,1 6,-1 1,0-1,-1-5,-2-11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5:26.3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381 415,'0'0,"0"0,0 0,0 6,0 13,-1 17,1 16,0 12,1 9,1 7,1-1,-1-14</inkml:trace>
  <inkml:trace contextRef="#ctx0" brushRef="#br0" timeOffset="3552.067">126 1,'-2'8,"-66"178,53-134,2 2,3 0,2 0,2 1,3 0,2-1,3 1,2 0,2 0,3-1,2 0,2-1,3 0,2-1,2-1,14 22,49 64,1-19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5:27.82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1 426,'19'27,"2"0,1-2,1-1,1 0,0-2,2-1,1-1,1-1,0-1,1-2,20 8,93 35,-140-58,43 23,-44-23,0 0,0 0,1 0,-1 0,0 0,0 1,0-1,0 0,0 0,0 1,0-1,-1 0,1 1,0-1,-1 1,1-1,-1 1,0-1,1 1,-1-1,0 1,0 0,0-1,0 1,0-1,0 1,0-1,-1 1,1 0,-3 4,-1 0,1-1,-1 1,0-1,0 0,0 0,-1 0,0 0,0-1,-4 3,-4 5,-160 142,130-116</inkml:trace>
  <inkml:trace contextRef="#ctx0" brushRef="#br0" timeOffset="1216.747">396 0,'56'54,"-3"2,-2 3,-2 1,-4 3,-2 2,-3 1,-3 2,-3 2,-2 1,-5 2,0 8,-15-42,-2 0,-2 2,-1-1,-3 0,-1 1,-2 0,-2 0,-1 0,-2-1,-2 1,-2-1,-2 0,-12 33,4-32,-2 0,-2-2,-2-1,-1 0,-1-2,-20 19,-64 64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5:26.87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0 284,'0'0,"0"0,5-1,9-4,13-4,12-1,10-1,9 1,4 1,4 1,-1 2,-5 1,-13 1</inkml:trace>
  <inkml:trace contextRef="#ctx0" brushRef="#br0" timeOffset="252.355">331 142,'0'0,"0"0,-3 3,-3 5,-5 8,-2 8,2 8,2 6,4 4,5 2,4-3,1-9</inkml:trace>
  <inkml:trace contextRef="#ctx0" brushRef="#br0" timeOffset="1263.652">584 0,'0'0,"0"0,-1 8,0 13,-2 16,-1 15,2 14,2 10,2 3,4-2,2-14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5:25.62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108 117,'0'0,"-1"1,-26 27,19-22,1 1,0 0,0 0,1 0,0 1,0 0,0 1,1-1,1 1,-1 0,1 0,1 0,-2 7,5-13,0 0,0 0,0 0,0 1,0-1,1 0,-1 0,1 0,0 0,0 0,0 0,1 0,-1 0,1 0,-1 0,1-1,0 1,0-1,0 1,0-1,1 0,-1 0,1 0,-1 0,1 0,0 0,1 0,6 3,1 0,0 0,0-1,0-1,0 0,11 2,-6-2,1 0,-1-1,0 0,0-2,1 0,-1-1,0 0,1-1,-1-1,0-1,0 0,-13 3,0 0,0 0,0-1,0 1,-1-1,1 1,-1-1,1 0,-1 0,1 0,-1 0,0 0,0 0,0-1,0 1,0-1,-1 0,1 1,-1-1,0 0,0 0,0 0,0 0,0 0,0 0,-1 0,0 0,1 0,-1-1,-3-6,0 1,0 0,-1 0,0 0,0 0,-1 0,0 1,-1 0,1 0,-2 1,1-1,-1 1,0 1,-1-1,1 1,-1 1,0-1,-1 1,0 1,1 0,-3-1,-63-22,45 21</inkml:trace>
  <inkml:trace contextRef="#ctx0" brushRef="#br0" timeOffset="392.486">503 1,'5'7,"17"16,2 0,0-1,2-1,0-1,1-2,1-1,0-1,1-1,1-1,1-2,-1-1,19 3,29 10,-77-24,1 0,-1 0,0 1,1-1,-1 0,0 0,0 1,1-1,-1 1,0 0,0-1,0 1,0 0,0-1,1 1,-2 0,1 0,0 0,0 0,0 0,0 0,0 0,-1 0,1 0,-1 1,1-1,-1 0,1 0,-1 1,1-1,-1 0,0 1,0-1,0 0,0 1,0-1,0 0,0 0,0 1,0-1,-1 0,1 1,-1-1,1 0,-1 0,-6 10,-1-1,0 0,0 0,-1-1,-1 0,0-1,-6 5,0 0,-145 110,109-85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5:24.24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247 1,'-1'6,"-5"18,1 1,2-1,0 1,2 0,0 0,2 0,3 17,41 200,-45-240,1-1,-1 0,1 1,-1-1,1 1,-1-1,0 0,0 1,1-1,-1 1,0-1,0 1,-1-1,1 1,0-1,0 1,-1-1,1 0,-1 1,1-1,-1 1,0-1,0 0,1 0,-1 1,0-1,0 0,0 0,0 0,0 0,0 0,-1 0,1 0,0-1,0 1,-1 0,1-1,0 1,-1-1,1 1,-1-1,1 0,-1 1,0-1,-9-1,-1-1,1 0,0-1,-1 0,1-1,1 0,-1 0,1-1,-1-1,-3-2,-85-58,74 47</inkml:trace>
  <inkml:trace contextRef="#ctx0" brushRef="#br0" timeOffset="316.748">195 129,'0'0,"4"-4,7-6,8-5,11-3,11-1,9 3,6 4,-5 3</inkml:trace>
  <inkml:trace contextRef="#ctx0" brushRef="#br0" timeOffset="693.296">488 194,'0'0,"50"13,-35-8,-1 0,0 1,0 1,-1 0,0 1,0 0,0 1,-1 1,7 7,-16-14,0 1,-1-1,1 0,-1 1,0 0,0 0,0-1,-1 1,1 0,-1 1,0-1,0 0,0 0,-1 0,1 1,-1-1,0 0,0 0,-1 1,1-1,-1 0,0 0,0 0,0 0,-1 0,1 0,-1 0,0 0,0 0,-2 2,-4 4,0 1,0-1,-1-1,-1 0,0 0,0 0,0-2,-1 1,0-1,-1-1,-11 5,23-10,1-1,-1 0,0 0,0 0,0 0,0 1,0-1,0 0,0 0,1 0,-1 1,0-1,0 0,0 0,0 1,0-1,0 0,0 0,0 0,0 1,0-1,0 0,0 0,0 0,0 1,0-1,-1 0,1 0,0 0,0 1,0-1,0 0,0 0,0 0,0 1,-1-1,1 0,0 0,0 0,0 0,0 0,-1 0,1 1,0-1,0 0,0 0,-1 0,1 0,0 0,0 0,-1 0,1 0,0 0,0 0,0 0,-1 0,1 0,0 0,21 0,17-6,5-1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5:31.29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1 239,'0'0,"0"0,0 0,0 0,0 0,0 0,14-3,-1 0,1 1,-1 1,1 0,0 1,-1 0,2 1,9 0,535-4,695-21,-542-9,324-28,-106 31,-330 13,-581 16,474-46,-398 32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5:46.9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493 174,'0'0,"0"0,0 0,0 1,-11 34,-1-1,-2 0,-1-1,-1 0,-2-2,-2 0,-11 14,16-23,2-5</inkml:trace>
  <inkml:trace contextRef="#ctx0" brushRef="#br0" timeOffset="294.212">250 265,'0'0,"0"0,0 0,0 0,2 5,5 9,5 10,5 7,5 4,4 0,3 0,0-3,-3-7</inkml:trace>
  <inkml:trace contextRef="#ctx0" brushRef="#br0" timeOffset="1123.567">543 58,'-3'-3,"-4"-3,0 0,0 1,0 0,-1 0,0 1,0 0,0 0,0 1,-1 0,1 0,-1 1,0 0,1 1,-1 0,0 0,0 1,0 0,0 1,0 0,-1 0,-11 5,0 2,1 0,0 1,1 1,0 1,0 0,1 2,1 0,0 1,1 0,0 2,-11 15,13-16,2 1,0 0,0 1,2 0,0 1,1 0,1 1,1 0,-3 11,7-19,0 0,1 0,1 1,0-1,0 1,1-1,1 1,0-1,0 1,1-1,1 0,0 1,0-1,1-1,1 1,-1-1,4 5,1-1,0-1,1-1,0 0,1 0,1-1,0 0,0-1,1-1,0 0,0 0,1-1,0-1,1-1,3 2,5 0,1 0,0-2,0-1,0 0,1-2,0-1,-1-1,22-2,-21-1,-1-1,0-1,0-1,-1-1,1-1,-1-1,0-1,-1-1,0-1,10-8,-18 10,0-1,-1 0,0-1,0-1,-1 0,-1 0,0-1,-1-1,0 0,-1 0,0-1,-2 0,1 0,-2-1,2-8,-5 13,0 0,-1 0,0 0,-1 1,0-2,-1 1,0 0,-1 0,0 0,-1 0,0 1,0-1,-1 0,-1 1,0 0,0-1,-1 1,0 1,-1-1,0 1,-1 0,0 1,0-1,-1 1,0 1,0-1,-7-4,-3 1,0 0,-1 0,0 2,-1 0,-8-1,-35-11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5:56.79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0,'0'0,"0"0,0 0,0 0,0 7,1 14,1 17,0 18,0 16,0 14,1 13,0 10,-2 3,-1-17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5:55.99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222 182,'-16'7,"0"0,1 1,0 1,0 0,1 2,0-1,1 1,0 1,1 1,0 0,1 0,1 1,0 0,0 1,-5 13,13-23,0-1,1 1,-1-1,1 1,0-1,1 1,-1 0,1 0,0-1,0 1,0 0,1 0,0-1,0 1,0 0,0-1,1 1,-1-1,1 1,0-1,1 0,-1 0,1 0,0 0,0-1,0 1,0-1,1 2,7 1,0 1,0-1,1-1,-1 0,1-1,0 0,0-1,1 0,-1-1,0 0,1-1,0 0,-1-1,2-1,3 1,0-1,0 0,0-2,-1 0,1-1,-1 0,15-7,-24 8,-1 0,1 0,0 0,-1-1,0 0,0-1,0 1,0-1,-1 0,0-1,0 1,0-1,0 0,-1 0,0-1,-1 1,1-1,1-7,-3 8,0-1,-1 1,0-1,-1 0,0 1,0-1,0 0,-1 0,1 1,-2-1,1 1,-1-1,0 1,0-1,-1 1,0 0,0 0,0 0,-1 1,0-1,0 1,0 0,-4-4,0 1,1 1,-1 0,0 0,-1 1,0 0,0 0,0 1,-1 0,0 1,1 0,-2 1,1-1,0 2,-8-2,-40 7,37 2</inkml:trace>
  <inkml:trace contextRef="#ctx0" brushRef="#br0" timeOffset="454.872">553 0,'0'0,"1"1,9 14,1-2,1 1,0-2,0 1,2-2,-1 1,3-1,34 24,2-2,0-3,21 7,0 0,-66-33,50 33,-55-35,-1-1,1 1,-1 0,1-1,-1 1,0 0,1 0,-1 0,0 0,0 0,0 0,-1 0,1 0,0 0,-1 1,0-1,1 0,-1 0,0 1,0-1,0 0,0 0,-1 1,1-1,-1 0,1 0,-2 2,-2 5,-1 0,0-1,-1 1,0-1,0 0,-1-1,0 0,-6 5,3-2,-217 201,184-175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13.19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0,'0'0,"0"0,1 7,1 11,1 17,1 17,0 17,-1 16,0 16,-1 13,-1 12,1-16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12.42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143 208,'-5'4,"-12"14,5-8,0 1,1 1,0 0,1 1,0 0,1 0,0 1,2 0,-1 0,2 1,0 0,-1 4,6-15,0 0,1 0,-1 0,1 1,0-1,0 0,0 0,1 0,0 1,-1-1,1 0,1 0,-1 0,1 0,-1-1,1 1,0 0,0-1,1 1,-1-1,1 1,0-1,0 0,1 1,8 4,0-1,0 0,0-1,1 0,0-1,1 0,-1-1,1 0,0-1,0-1,0 0,0-1,0-1,3 0,2 0,0-1,0-1,0 0,-1-1,1-1,10-4,-20 5,-1 0,0 0,0-1,0 0,-1 0,1-1,-1 0,0 0,0-1,-1 1,0-2,0 1,0-1,-1 0,2-2,-5 5,0 0,0 0,0-1,0 1,-1-1,0 1,0-1,0 0,-1 1,1-1,-1 0,0 1,0-1,-1 0,1 1,-1-1,0 0,-1 1,1-1,-1 1,0 0,0-1,0 1,0 0,-1 0,1 0,-2 0,-3-5,-1-1,-1 1,1 1,-2 0,1 0,-1 1,0 0,0 0,-12-4,9 5,-1 0,0 1,0 1,0 0,-1 1,1 0,-1 1,0 1,1 0,-6 2,-4 1</inkml:trace>
  <inkml:trace contextRef="#ctx0" brushRef="#br0" timeOffset="422.866">627 1,'3'6,"15"18,0-1,1 0,1-1,1-1,1-2,1 0,22 14,40 22,71 35,-47-30,-51-20,-57-39,0 0,0 0,0 0,-1 0,1 0,0 0,-1 0,1 0,0 0,-1 0,1 1,-1-1,0 0,1 0,-1 0,0 1,0-1,0 0,1 0,-1 1,-1-1,1 0,0 0,0 1,0-1,-1 0,1 0,-1 1,1-1,-1 0,1 0,-1 0,0 0,0 1,-35 30,34-31,-99 65,-65 29,147-85,-45 25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11.03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460 140,'0'0,"0"0,0 0,0 0,0 0,0 0,0 0,-1 5,-3 8,-4 8,-5 8,-4 3,-5 5,-3 2,-1 0,1-4,2-6,6-8</inkml:trace>
  <inkml:trace contextRef="#ctx0" brushRef="#br0" timeOffset="220.45">244 257,'0'0,"0"0,0 0,4 3,8 7,7 9,5 8,5 6,0 2,-1-3,-5-6</inkml:trace>
  <inkml:trace contextRef="#ctx0" brushRef="#br0" timeOffset="816.375">294 12,'-8'7,"-35"33,2 2,2 2,-12 20,36-45,2 2,0 0,1 0,1 1,1 1,1 0,2 0,0 1,-2 12,7-29,1 0,0 1,0 0,0-1,1 1,0 0,1-1,-1 1,2-1,-1 1,1-1,0 1,0-1,1 0,0 0,0 0,1 0,0-1,0 0,1 1,-1-1,1-1,1 1,-1-1,1 0,1 1,6 1,1-1,0-1,1 0,-1 0,1-2,0 0,0 0,0-2,0 0,0 0,1-2,-1 1,0-2,0 0,0-1,3-2,9-1,0-1,-1-1,0-1,-1-1,0-2,-1 0,0-2,-1-1,2-2,-11 7,-1-1,1-1,-2 0,1-1,-2 0,0-1,0 0,-2-1,0 0,0-1,-1 0,-1 0,-1 0,3-11,-7 17,0 0,0 0,-1 0,0 0,-1 0,0 0,-1 0,0 0,0 0,-1 0,0 0,-1 0,0 0,-1 1,0 0,0 0,-1 0,0 0,-1 0,1 1,-2 0,1 1,-1-1,-6-4,-1 2,0 0,-1 0,-1 2,1 0,-1 0,0 2,-1 0,0 1,0 0,0 2,0 0,-1 1,1 0,-1 2,1 0,-1 1,1 0,-1 2,1 0,0 1,0 1,0 0,-15 8,22-8,-1 0,1 1,0 0,0 1,0 0,1 1,0 0,0 1,-15 20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23.65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 0,'0'0,"0"6,-1 10,0 13,0 14,1 11,1 9,3 6,2 2,1 0,1-12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23.88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24,'0'0,"0"0,9-1,16-1,20-1,18 0,17-1,11 0,7 1,-13-1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24.33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1,'7'2,"12"3,0 1,0 1,-1 0,0 2,0 0,-1 1,0 1,-1 0,0 1,-1 1,0 1,-1 0,3 4,-14-13,1 0,-1 0,0 1,-1-1,1 1,-1-1,0 1,-1 0,1-1,-1 1,0 0,-1 0,1 0,-1 0,0 0,-1 0,1 0,-1 0,-1 0,1 0,-1 0,0-1,0 1,0-1,-1 1,0-1,-3 4,-5 5,0-2,-1 1,0-1,-1-1,-1 0,0-1,0 0,-10 4,-31 23,56-37,0-1,0 1,-1 0,1 0,0 1,0-1,0 0,0 0,-1 0,1 1,0-1,0 0,0 1,-1-1,1 0,0 1,-1-1,1 1,0-1,-1 1,1 0,0-1,-1 1,1 0,-1-1,1 1,-1 0,0 0,1-1,-1 1,0 0,1 0,-1 0,0-1,0 1,0 0,0 0,0 0,0 0,0 0,0-1,0 1,0 0,0 0,-1 0,1 0,0-1,0 1,-1 0,1 0,-1-1,1 1,-1 0,1-1,-1 1,1 0,-1-1,0 1,1-1,-1 1,0-1,1 1,-1-1,0 1,0-1,1 0,-2 1,35 4,0 0,1-3,24 0,-24-2,43 2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23.10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1 132,'0'0,"0"0,0 0,6-1,14 1,14-1,13 0,10 1,4-1,0 0,-4-3,-11 0</inkml:trace>
  <inkml:trace contextRef="#ctx0" brushRef="#br0" timeOffset="267.284">204 0,'0'0,"0"0,-1 5,-2 9,-1 11,2 10,1 8,4 6,3 2,-1-7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26.77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233 24,'-5'-2,"-5"-2,0 0,0 1,0 0,-1 1,0 0,1 0,-1 1,0 1,1 0,-1 0,0 1,0 1,1 0,-1 0,1 1,0 0,6-1,1 0,0 0,-1 0,1 1,0 0,1-1,-1 1,0 0,1 0,0 0,-1 1,1-1,1 1,-1-1,0 1,1-1,0 1,0 0,0 0,0 0,0-1,1 1,-1 9,1-1,0 1,0-1,2 0,-1 0,3 7,63 253,-22-9,-11 1,-3 230,32 187,-54-612,3 0,13 35,-24-102,-1 3,1-1,0 1,0-1,0 0,0 1,1-1,0 0,0 0,0 0,0 0,1-1,-1 1,1 0,0-1,0 0,0 0,1 0,-1 0,1 0,0-1,-1 1,1-1,4 1,50-7,-27-3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32.49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0,'0'0,"0"0,0 0,0 0,0 1,81 381,-72-335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32.74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53,'0'0,"9"-1,18-2,20-2,18-3,15-1,10 0,6 1,3 3,-4 2,-7 2,-19 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35.45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27,'0'0,"6"-1,11-1,13-2,15-2,14 0,10 1,5 3,-10 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36.45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0,'0'0,"0"0,0 0,2 7,1 14,3 17,1 17,2 15,0 11,2 6,0-1,-1-16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38.03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98 1,'0'0,"0"0,0 0,-1 5,-3 12,-5 15,-5 18,-4 18,-3 17,3 16,6 12,11 12,16 8,20 7,21 3,2-22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35.70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1 438,'0'0,"0"0,2 4,3 8,3 10,1 10,0 10,1 8,-1 4,0-2,-2-9</inkml:trace>
  <inkml:trace contextRef="#ctx0" brushRef="#br0" timeOffset="460.282">269 245,'6'5,"132"71,10 7,74 57,-206-130,0 1,-1 1,-1 1,1 0,-2 1,0 1,-11-14,-1 0,0 1,1-1,-1 1,0-1,0 1,0 0,-1-1,1 1,0 0,-1 0,1 0,-1-1,1 1,-1 0,0 0,0 0,0 0,0 0,0 0,0 0,0 0,-1-1,1 1,-1 0,1 0,-1 0,0-1,0 1,0 0,0-1,0 1,0-1,0 1,-7 6,0 0,-1-1,0 0,0-1,-1 0,1 0,-2 0,-7 4,-313 202,280-179</inkml:trace>
  <inkml:trace contextRef="#ctx0" brushRef="#br0" timeOffset="1693.071">880 0,'0'0,"4"5,11 10,9 15,12 19,8 17,9 18,4 17,-1 15,-5 13,-11 8,-14 5,-19 0,-23-5,-9-26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34.35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409 192,'-6'3,"-3"2,0 1,1 0,-1 0,1 0,1 1,-1 0,1 1,0 0,1 0,0 0,-3 6,7-10,0 0,0-1,0 1,1 0,-1 0,1 0,0 0,0 0,1 1,-1-1,1 0,0 0,0 1,0-1,1 0,-1 0,1 0,0 0,0 0,1 0,-1 0,1 0,0 0,0 0,0-1,0 1,1-1,-1 1,3 0,3 4,2 0,-1-1,1-1,0 0,0 0,1-1,0 0,0-1,0 0,0 0,1-2,-1 1,1-2,0 1,0-1,-1-1,1 0,0-1,0 0,9-3,-15 3,-1 1,1-1,-1 0,1-1,-1 0,0 1,1-2,-1 1,0-1,0 1,-1-1,1-1,0 1,-1-1,0 0,0 1,0-2,-1 1,1 0,-1-1,0 0,0 0,0 0,-1 0,0 0,0 0,0-1,1-5,-4 5,1 0,-1 0,0 0,0 0,0 1,-1-1,0 0,0 0,-1 1,1 0,-1-1,-1 1,1 0,-1 0,1 1,-1-1,-1 0,-7-7,0 1,0 1,-1 0,0 1,-13-7,-52-21,48 26</inkml:trace>
  <inkml:trace contextRef="#ctx0" brushRef="#br0" timeOffset="344.616">753 0,'4'6,"20"18,0-1,2-1,0-1,2-1,0-1,29 13,223 116,-236-116,-43-30,0-1,0 0,0 1,0-1,0 1,0-1,-1 1,1-1,-1 1,1-1,-1 1,1 0,-1-1,0 1,0 0,0-1,0 1,0 0,0-1,0 1,0 0,-1-1,1 1,-1-1,1 1,-1 0,0-1,0 1,1-1,-2 1,-4 7,-1-1,0 0,-1 0,0 0,0-1,-1 0,0-1,-3 2,-5 4,-135 94,106-74</inkml:trace>
  <inkml:trace contextRef="#ctx0" brushRef="#br0" timeOffset="641.35">1 91,'0'0,"0"0,0 0,0 6,2 14,1 15,1 16,1 12,3 8,1 6,1 3,0-4,-1-14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33.14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148 27,'2'9,"107"482,-108-484,6 38,-7-44,0 1,0-1,0 0,0 1,0-1,0 0,0 0,-1 0,1 1,0-1,-1 0,1 0,-1 0,0 0,1 1,-1-1,0 0,1 0,-1-1,0 1,0 0,0 0,0 0,0 0,0-1,0 1,0 0,0-1,-1 1,0 0,-3-1,-1 0,0 0,1 0,-1 0,1-1,-1 0,1 0,-1-1,1 1,0-1,-1 0,-2-2,0 0,-18-6,1-1,0-1,1-1,-17-13,18 8</inkml:trace>
  <inkml:trace contextRef="#ctx0" brushRef="#br0" timeOffset="266.802">21 14,'0'0,"5"-2,11-1,13-1,15 1,14 2,9 1,-6 2</inkml:trace>
  <inkml:trace contextRef="#ctx0" brushRef="#br0" timeOffset="660.749">453 168,'10'5,"14"6,0 0,-1 2,0 1,-1 1,-1 1,0 0,-1 2,-1 0,5 8,-21-22,1 0,-1 0,0 0,-1 1,1-1,-1 1,0 0,0-1,0 1,-1 0,0 0,0 0,0 1,0-1,-1 0,0 0,0 0,0 0,-1 1,0-1,0 0,-1 3,-4 2,0 0,-1 0,0-1,0 0,-1 0,0 0,-1-1,0-1,0 0,-1 0,0 0,0-1,0-1,-1 0,0 0,0-1,-10 7,21-11,1 0,-1 0,0 0,1 0,-1 0,0 0,1 1,-1-1,0 0,0 0,1 0,-1 0,0 0,1 1,-1-1,0 0,0 0,1 1,-1-1,0 0,0 0,0 1,1-1,-1 0,0 0,0 1,0-1,0 0,0 1,0-1,1 0,-1 1,0-1,0 0,0 1,0-1,0 0,0 1,0-1,-1 0,1 1,0-1,0 0,0 1,0-1,0 0,0 1,-1-1,1 0,0 0,0 1,0-1,-1 0,1 0,0 1,0-1,-1 0,1 0,0 0,-1 1,21 2,0-1,1 0,-1-2,0 0,0-1,11 0,35-1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40.55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450 212,'0'0,"0"0,0 0,0 0,0 0,0 0,-3 5,-6 6,-7 9,-7 8,-4 5,-4 2,-1 2,-2-1,2-3,3-4,7-8</inkml:trace>
  <inkml:trace contextRef="#ctx0" brushRef="#br0" timeOffset="251.856">145 288,'0'0,"0"0,0 0,3 5,7 7,8 10,8 10,5 7,4 3,2 0,-2-2,-3-7,-6-8</inkml:trace>
  <inkml:trace contextRef="#ctx0" brushRef="#br0" timeOffset="741.136">374 56,'-2'-4,"-1"0,0 0,-1 0,0 0,1 0,-1 1,0-1,-1 1,1 0,-1 1,1-1,-1 1,0 0,0 0,0 0,0 0,0 1,0 0,0 0,-1 1,1-1,0 1,0 0,-1 1,1-1,0 1,0 0,-1 0,1 1,0-1,0 1,-4 2,-5 5,-1 0,1 0,1 2,0-1,0 2,1 0,0 0,1 1,1 0,0 1,1 1,0-1,1 1,1 0,-3 10,4-11,0 0,0 0,2 1,0 0,0 0,2 0,0 0,0 0,2 0,0 1,0-1,2 0,0 0,0 0,1 0,1 0,1 0,0-1,1 0,0 0,1 0,1-1,0 0,5 5,-3-7,2 1,-1-2,2 1,-1-2,1 0,1 0,0-1,0-1,0 0,1-1,0-1,0 0,0-1,1 0,-1-2,6 1,0-1,0-1,0 0,0-2,0-1,-1 0,1-1,0-2,-1 0,0-1,0-1,-1 0,4-4,-12 6,0-1,0-1,-1 0,0 0,0-1,-1-1,0 1,0-1,-1-1,0 1,-1-2,0 1,-1-1,0 0,0 0,-1 0,-1-1,0 0,0 0,-1 0,-1 0,1-11,-2 8,-2-1,1 0,-2 1,0-1,-1 1,0 0,-2 0,1 0,-2 0,0 1,-1 0,0 0,-1 1,-1 0,0 0,0 0,-1 2,-1-1,0 1,-1 1,0 0,0 0,-1 2,0-1,-13-5,-55-14,4 13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47.91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1,'0'0,"0"0,0 6,0 12,0 17,1 18,0 20,0 19,1 19,0 17,1-13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47.18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322 193,'-6'-3,"-4"1,0 0,-1 0,1 1,0 1,-1 0,1 0,0 1,-1 0,1 1,0 0,0 1,0 0,0 0,0 1,1 0,-7 5,4-3,0 1,0 0,1 1,0 0,1 1,0 0,0 1,-3 4,9-10,1 1,-1 0,1 0,-1 0,1 0,1 1,-1-1,1 1,0-1,0 1,1 0,-1 0,2 0,-1 0,0 0,1 0,0 0,1 0,-1 0,1 0,1-1,-1 0,1 0,0 0,1 0,-1 0,1-1,0 1,0-1,0 0,1 0,0 0,-1 0,1-1,0 0,1 1,-1-1,1-1,-1 1,1-1,2 1,5 3,1-2,0 1,1-2,-1 1,1-2,-1 0,6 0,-2-1,0-1,1 0,-1-2,0 0,1 0,-1-2,0 0,-1-1,1-1,-1 0,0-1,0-1,-1 0,0-2,-1 1,0-2,-9 7,0 0,-1 0,0-1,0 0,0 1,-1-2,1 1,-1 0,0-1,-1 1,0-1,1 0,-2 1,1-1,-1 0,0 0,0-1,0 1,-1 0,0 0,0 0,-1 0,0 0,0 0,0 0,-1 0,0 0,-1-3,-1 0,-1 0,0 0,0 1,-1-1,0 1,-1 1,0-1,0 1,0 0,-1 1,0-1,0 2,-1-1,-7-3,1 2,0 0,-1 1,1 0,-1 1,-1 1,1 1,0 0,-12 0,0 2</inkml:trace>
  <inkml:trace contextRef="#ctx0" brushRef="#br0" timeOffset="426.39">526 0,'0'0,"0"0,0 0,19 4,-1 1,0 0,0 2,-1 0,1 0,12 9,-7-4,314 135,-319-140,-9-4,0 1,0 0,0 0,-1 1,1 0,-1 0,4 5,-11-8,0 0,0 0,0 0,0 1,0-1,0 0,-1 1,1-1,-1 0,0 1,1-1,-1 1,0-1,-1 1,1-1,0 1,-1-1,1 0,-1 1,0-1,0 0,0 1,0-1,0 0,0 0,0 0,-1 0,1 0,-1 0,0 0,0-1,1 1,-3 1,1 1,-157 222,48-51,79-127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54.50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 1,'0'0,"0"0,0 0,0 7,0 15,-1 20,1 23,-1 21,0 21,1 18,1-13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53.81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95 104,'-4'7,"-5"9,-7 8,2 0,1 1,1 1,-3 8,13-27,0 0,0 1,0-1,1 0,-1 0,2 1,-1-1,1 1,1-1,-1 0,1 1,0-1,1 0,0 1,0-1,0 0,1 0,4 6,-1-5,0 0,1 0,0 0,0-1,1 1,0-2,0 1,1-2,0 1,0-1,0 0,1-1,-1 0,1 0,0-1,0 0,0-1,1 0,-1-1,0 0,1-1,-1 0,1 0,-1-1,1-1,-1 0,5-1,-11 2,1 0,-1-1,1 1,-1-1,0 0,0 0,0-1,0 1,0-1,0 0,-1 0,1 0,-1 0,0-1,0 1,0-1,0 0,-1 0,0 0,0 0,0 0,0 0,0-1,-1 1,0-1,0 1,0-1,0 1,-1-1,0 0,0 1,0-3,-1-1,-1 0,0-1,-1 1,0 0,0 0,0 1,-1-1,0 1,-1 0,1 0,-1 0,-1 0,1 1,-1 0,-3-2,-5-4,-1 0,0 1,-1 0,-1 2,0-1,-4 0,-13-5</inkml:trace>
  <inkml:trace contextRef="#ctx0" brushRef="#br0" timeOffset="405.426">440 1,'5'6,"27"28,2 0,1-2,1-2,2-1,1-2,2-2,42 20,137 61,-218-105,0-1,0 1,0-1,-1 1,1-1,0 1,0 0,-1 0,1 0,0 0,-1 0,1 0,-1 0,1 0,-1 1,0-1,0 1,0-1,1 1,-1-1,0 1,-1 0,1-1,0 1,0 0,-1 0,1 0,-1-1,0 1,1 0,-1 0,0 0,0 0,0 0,0 0,-1 1,-3 2,1-1,-1 0,0 0,0-1,-1 1,1-1,-1 0,0 0,-2 1,5-2,-267 145,206-115,7-4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6:52.59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507 252,'0'0,"0"0,0 0,0 0,0 0,-4 3,-5 7,-8 7,-8 8,-6 4,-5 1,-2-2,0-4,5-6</inkml:trace>
  <inkml:trace contextRef="#ctx0" brushRef="#br0" timeOffset="282.265">161 291,'0'0,"0"0,6 3,8 5,9 10,9 7,5 6,1 1,-7-4</inkml:trace>
  <inkml:trace contextRef="#ctx0" brushRef="#br0" timeOffset="703.14">404 19,'-7'-3,"-3"0,0 0,-1 0,0 1,1 0,-1 1,0 0,0 1,1 0,-1 1,0 0,0 1,1 0,-1 0,1 1,-1 1,1-1,0 2,1 0,-1 0,-5 4,1 0,0 1,1 0,1 1,0 0,0 1,1 0,0 1,1 0,1 0,0 1,1 1,0 0,0 4,3-9,2 0,0 0,0 0,0 0,1 1,1-1,0 1,0-1,1 1,1-1,0 1,0-1,1 1,0-1,1 0,0 0,0 0,1 0,1 0,-1-1,2 0,-1 0,1 0,1-1,-1 0,1 0,1 0,1 0,6 2,1 0,1-1,-1-1,1 0,1-1,-1-1,1-1,0-1,1 0,-1-1,1-1,-1-1,1 0,0-2,-1 0,1-1,-1-1,1 0,-1-2,2-1,-4 1,0 0,-1-1,0-1,0 0,-1-1,0 0,0-1,-1-1,11-11,-17 16,-1-2,0 1,-1-1,0 0,0 0,0 0,-1-1,0 0,0 1,-1-2,0 1,-1 0,0 0,0-1,0 1,-1-1,-1 0,1 1,-2-5,0 1,-1 0,0 0,-1 0,-1 0,0 1,0 0,-1 0,-1 0,0 0,0 1,-1 0,0 0,-1 1,0 0,-1 0,0 1,-6-5,-1 0,0 1,-2 1,1 0,-1 1,-1 1,0 1,0 0,-1 2,1 0,-2 1,1 2,1 0,-1 1,0 1,1 1,-18 2,-15 5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14.10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0,'0'0,"0"0,0 0,0 0,0 0,1 6,3 12,1 15,2 15,1 15,0 10,0 7,1 3,-1 0,-1-6,-1-16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14.35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12,'0'0,"9"-1,20 1,20-1,20-1,13 0,8-1,-12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14.68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0,'13'5,"31"12,-1 2,0 2,-1 1,25 21,-57-36,0 0,-1 1,0 0,-1 0,0 1,0 0,1 4,-6-10,-1 1,0 0,0 0,0-1,-1 1,1 0,-1 0,0 0,0 1,0-1,-1 0,1 0,-1 1,0-1,0 0,-1 0,1 0,-1 1,0-1,0 0,0 0,-1 0,-5 7,0 1,-1-2,-1 1,1-1,-2-1,1 1,-1-2,-1 1,0-1,0-1,0 0,-1-1,0 0,-6 2,-60 32,58-26,20-13,0 0,0-1,-1 1,1 0,0-1,0 1,0-1,0 1,0 0,0-1,0 1,0 0,0-1,1 1,-1-1,0 1,0 0,0-1,1 1,-1-1,0 1,1 0,-1-1,1 1,-1-1,0 0,1 1,-1-1,1 1,-1-1,1 0,-1 1,1-1,0 0,-1 1,1-1,-1 0,1 0,0 0,-1 1,1-1,0 0,-1 0,1 0,-1 0,1 0,0 0,-1 0,1-1,0 1,0 0,23 4,1-1,-1-1,1-2,0 0,1-2,-3 2,53-3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15.44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254 131,'-1'-6,"-1"-1,0-1,-1 1,0 0,0 0,-1 0,0 0,0 0,0 1,-1 0,0 0,0 0,-1 0,1 1,-3-2,4 4,0 1,0-1,0 0,0 1,0 0,-1 0,1 0,-1 1,1-1,-1 1,0 0,1 1,-1-1,0 1,0 0,0 0,1 0,-1 1,0-1,0 1,1 0,-1 1,1-1,-1 1,1 0,-1 1,1-1,0 1,-1 0,1 0,1 1,-1-1,0 1,1 0,0 0,0 0,0 0,0 0,1 1,0-1,0 1,0 0,0 0,0 2,-2 8,1 0,1 0,0 0,1 0,0 0,2 0,3 48,4 0,2-1,3-1,7 15,-3-7,51 249,7 155,-26-119,-47-345,16 59,-17-66,-1 0,1 0,1 0,-1 0,0 0,0 0,1 0,-1-1,1 1,0 0,-1-1,1 1,0-1,0 1,0-1,0 0,0 0,0 0,1 0,-1 0,0-1,0 1,1-1,-1 1,0-1,3 0,49-14,-26 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13.51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91,'0'0,"0"0,0 0,0 0,0 0,0 0,0 0,7 1,14 3,15 3,13 1,11 0,4 0,-2-1,-6-4,-12-2</inkml:trace>
  <inkml:trace contextRef="#ctx0" brushRef="#br0" timeOffset="238.363">127 0,'0'0,"0"0,1 6,2 11,3 12,2 13,3 10,2 9,1 5,-1 1,1-3,0-6,-3-15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16.80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1,'0'0,"0"0,0 0,18 44,-2 0,-2 1,-2 0,-2 1,3 39,-4-28,13 68,-12-74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19.29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396 324,'0'0,"0"0,-1 9,0 16,-2 20,0 20,1 16,3 11,1 8,3 3,2-1,2-7,5-12,-1-20</inkml:trace>
  <inkml:trace contextRef="#ctx0" brushRef="#br0" timeOffset="2335.943">64 1,'0'0,"0"0,0 0,0 9,-2 18,-4 21,-3 23,-4 21,-2 18,2 13,7 10,13 7,19 6,28 2,29-2,28-8,-5-26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20.06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0 582,'0'0,"0"0,0 0,1 7,3 14,1 15,3 14,2 9,0 5,1-1,2-8,-2-12</inkml:trace>
  <inkml:trace contextRef="#ctx0" brushRef="#br0" timeOffset="410.9">266 349,'7'3,"65"32,-1 2,53 39,-74-45,4 2,37 23,57 47,-101-56,-46-45,1 0,-1 0,0 0,0 1,0-1,0 1,0-1,0 1,-1-1,1 1,-1-1,0 1,1-1,-1 1,0 0,-1-1,1 1,0-1,-1 1,0-1,1 1,-1-1,-1 2,-4 7,0-2,-1 1,0-1,-1 0,0 0,-1-1,1 0,-8 4,6-3,-61 48,-64 40,85-64</inkml:trace>
  <inkml:trace contextRef="#ctx0" brushRef="#br0" timeOffset="1075.214">1018 1,'0'0,"8"4,13 11,15 14,12 19,9 22,4 23,-2 21,-7 18,-11 13,-16 8,-19 3,-24-3,-25-7,-28-13,0-28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19.79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1 286,'0'0,"7"1,14-1,15 1,16 0,13 0,12 0,4 0,2-3,2-4,-13 0</inkml:trace>
  <inkml:trace contextRef="#ctx0" brushRef="#br0" timeOffset="932.063">790 0,'0'0,"0"7,-2 11,2 16,2 17,2 13,3 11,2 8,2 0,-1-14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18.53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129 193,'-6'2,"-3"1,0 1,0 0,0 1,0 0,1 0,0 1,0 0,0 0,-2 4,6-7,1 1,0 0,0-1,0 1,0 0,1 0,0 0,0 1,0-1,0 1,0-1,1 1,0-1,0 1,0 0,1 0,0-1,-1 1,2 0,-1 3,2-2,-1 0,1 1,1-1,-1 0,1 0,0-1,0 1,1-1,-1 1,1-1,1 0,-1 0,1-1,-1 1,1-1,1 0,-1 0,1-1,5 4,1 0,0-1,1 0,-1-1,1 0,0-1,0-1,3 1,-3-2,0-1,0 0,0 0,0-1,0-1,-1 0,1-1,11-3,-19 4,0 0,1-1,-1 0,-1 0,1 0,0 0,0-1,-1 0,0 0,1 0,-1-1,0 1,-1-1,1 0,-1 0,1 0,-1-1,-1 1,1-1,-1 1,1-1,0-4,-1 3,-1 0,0-1,0 1,-1-1,0 1,0-1,0 1,-1-1,0 1,0 0,-1-1,0 1,0 0,0 0,-1 0,0 0,0 0,0 1,-3-3,-2-4,-1 0,0 1,-1 1,-1 0,1 0,-1 0,-1 2,-3-3,2 3,-1-1,0 2,0 0,0 1,-1 0,0 1,0 1,-1 0,1 1,-1 1,-11-1,5 7,10 2</inkml:trace>
  <inkml:trace contextRef="#ctx0" brushRef="#br0" timeOffset="393.492">588 1,'33'38,"1"-1,2-2,1-1,1-2,2-1,14 5,31 27,-80-59,49 45,-52-47,0 0,-1 0,1 0,-1 0,1 1,-1-1,0 0,0 1,0-1,0 1,-1-1,1 1,0 0,-1-1,0 1,0 0,0-1,0 1,0-1,0 1,-1 0,1-1,-1 1,-1 2,-2 2,-1 1,0-1,-1 1,0-1,0-1,-1 1,1-1,-1 0,-1-1,-5 4,-3 3,-178 146,154-123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17.07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1,'0'0,"0"0,0 0,7 0,11 0,17 0,18 0,14 0,12 0,9 0,4 2,1 1,-5 2,-7-1,-18-1</inkml:trace>
  <inkml:trace contextRef="#ctx0" brushRef="#br0" timeOffset="390.97">293 208,'2'8,"78"293,-56-153,-23-148,-1 1,0 0,0-1,1 1,-1 0,0 0,0-1,0 1,0 0,0 0,0-1,0 1,0 0,0 0,0 0,-1-1,1 1,0 0,0-1,-1 1,1 0,-1-1,1 1,0 0,-1-1,1 1,-1 0,1-1,-1 1,0-1,1 1,-1-1,0 0,1 1,-1-1,0 0,1 1,-1-1,0 0,0 0,1 1,-1-1,0 0,0 0,1 0,-1 0,0 0,-52-27,39 18,-159-92,149 85,7 2</inkml:trace>
  <inkml:trace contextRef="#ctx0" brushRef="#br0" timeOffset="677.755">229 194,'0'0,"0"0,4-2,7-3,13-4,13-1,8 0,9 1,-6 1</inkml:trace>
  <inkml:trace contextRef="#ctx0" brushRef="#br0" timeOffset="959.003">522 220,'7'7,"27"27,-1 2,-1 1,-3 1,12 21,-38-55,0 0,0 0,0 0,-1 1,0-1,0 1,0-1,0 1,-1 0,0 0,0 0,0 0,0 0,-1 0,0 0,0 0,0 0,-1-1,0 1,0 0,0 0,0 0,-1 0,1-1,-1 1,-2 3,-1-3,-1 1,1-1,-1 0,0 0,0 0,-1-1,1 0,-1 0,0-1,0 0,-2 1,45-7,77-6,-47 3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22.73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389 207,'0'0,"0"0,0 0,-1 6,-4 10,-5 11,-7 8,-4 5,-3 2,-4-4,-1-7,0-9,2-11,4-7</inkml:trace>
  <inkml:trace contextRef="#ctx0" brushRef="#br0" timeOffset="251.843">84 270,'0'0,"0"0,5 6,8 7,10 10,10 9,7 7,5 3,2-2,1-7,-9-9</inkml:trace>
  <inkml:trace contextRef="#ctx0" brushRef="#br0" timeOffset="660.26">364 26,'-9'1,"-9"1,-1 2,0 0,1 1,0 1,0 1,0 1,1 0,0 1,1 1,0 0,0 1,1 1,1 1,0 0,0 0,2 2,0-1,-5 9,11-15,1 0,0 0,0 0,1 1,0 0,0 0,1 0,0 1,1-1,0 1,0-1,1 1,0 0,1-1,0 1,1 0,0 0,0-1,1 1,0-1,1 1,0-1,1 0,-1 0,2 0,-1-1,1 1,2 0,5 4,1-1,0-1,1 0,1-1,-1-1,2 0,-1-1,1-1,0 0,1-1,-1-1,1 0,0-1,1-1,-1-1,1 0,-1-1,1-1,-1-1,1-1,-1 1,0-2,0 0,0 0,-1-2,1 0,-1-1,-1 0,1-1,-1-1,0-1,-1 0,4-3,-10 5,0 0,0 0,0-1,-1 0,0 0,0 0,-1-1,0 0,-1 0,0-1,0 0,-1 0,0 0,-1 0,0 0,-1-1,0 1,0-1,-1-9,-1 7,-1 1,-1 0,0 0,0 0,-1 1,-1-1,0 1,0-1,-1 1,0 0,-1 1,-1-1,0 1,0 1,-1-1,0 1,0 1,-8-7,1 2,-1 0,-1 1,-1 1,1 0,-2 2,1 0,-1 0,-1 2,1 1,-14-3,12 5,0 1,-1 1,1 0,0 2,-20 2,-16 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26.07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0,'0'0,"0"0,0 0,2 8,3 15,2 20,3 20,1 17,0 15,1 10,1 7,2 4,2-1,0-21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25.38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213 91,'0'0,"-5"4,-17 8,1 2,0 0,2 1,-1 1,2 1,0 0,1 1,-14 20,29-34,-1 0,1 0,0 0,0 0,0 0,0 0,1 1,0-1,0 0,0 1,0-1,1 1,-1-1,1 1,0-1,1 1,-1-1,1 1,0-1,0 1,0-1,1 0,0 0,-1 1,1-1,1 0,-1-1,1 1,-1 0,1-1,7 6,1-1,0-1,0 1,0-2,1 0,0 0,0-1,1-1,-1 0,1 0,0-1,0-1,0 0,12-1,-9 1,0 0,-1-2,1 0,0 0,-1-1,1-1,-1-1,1-1,-1 0,0 0,-1-2,1 0,9-5,-20 9,0-1,0 0,-1 0,1 0,0 0,-1-1,0 1,0-1,0 0,0 0,-1 0,1 0,-1-1,0 1,0-1,-1 1,1-1,-1 0,0 1,0-1,-1 0,0 0,1 0,-2 1,1-1,0 0,-1 0,0 0,0 1,0-1,-1 0,-1-3,-6-5,0-1,0 1,-2 1,0 0,0 0,-1 1,0 1,-1 0,0 0,0 1,-1 1,0 1,-1 0,-4-2,-17-8</inkml:trace>
  <inkml:trace contextRef="#ctx0" brushRef="#br0" timeOffset="409.414">531 1,'6'4,"204"173,-117-113,89 44,-166-100,-10-5,0 0,0 1,0 0,0 0,0 0,-1 0,1 1,-1 0,3 4,-7-7,-1-1,0 1,1-1,-1 0,0 1,0-1,0 1,0-1,0 1,0-1,0 1,-1-1,1 1,-1-1,1 1,-1-1,1 1,-1-1,0 0,1 0,-1 1,0-1,0 0,0 0,0 0,0 0,0 0,-1 0,1 0,0 0,0 0,-1-1,1 1,-2 1,-196 168,33-36,116-100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28.45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267 438,'0'0,"0"0,0 0,0 0,6 0,11-1,12-1,12 0,8 0,7 1,2-1,-2-3,-5-2,-11 0</inkml:trace>
  <inkml:trace contextRef="#ctx0" brushRef="#br0" timeOffset="206.448">699 181,'0'0,"0"0,0 0,0 0,1 5,2 10,1 12,1 9,0 8,0 3,3-3,-2-8</inkml:trace>
  <inkml:trace contextRef="#ctx0" brushRef="#br0" timeOffset="474.732">928 90,'0'0,"7"6,12 10,12 15,10 13,2 11,-5 9,-11 4,-14 1,-16-5,-16-8,-12-12,-1-13</inkml:trace>
  <inkml:trace contextRef="#ctx0" brushRef="#br0" timeOffset="820.805">177 0,'0'0,"0"0,-5 5,-9 8,-10 11,-6 12,-3 12,1 10,7 11,12 7,14 5,18 3,18-1,19-4,14-9,-6-15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27.04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490 233,'0'0,"-2"5,-5 9,-7 10,-5 8,-4 7,-3 2,-2 1,-1-3,2-5,3-8,7-8,2-10,5-6</inkml:trace>
  <inkml:trace contextRef="#ctx0" brushRef="#br0" timeOffset="170.542">171 363,'0'0,"0"0,0 0,5 1,7 1,11 5,8 4,8 7,6 5,2 4,1 1,-1-4,-8-4</inkml:trace>
  <inkml:trace contextRef="#ctx0" brushRef="#br0" timeOffset="692.149">387 1,'-18'1,"1"0,-1 2,0 0,1 1,0 1,0 1,0 0,1 1,0 1,0 0,1 1,0 1,0 0,1 1,1 1,0 0,0 1,2 0,-1 1,2 0,0 1,0 0,1 0,1 1,1 0,0 1,1 0,0 4,4-7,0 0,1 0,0 0,2 0,-1 0,2 0,0 0,0-1,1 1,1 0,1-1,-1 0,2 0,0-1,1 1,0-1,0-1,1 1,1-1,0-1,1 1,0-2,9 8,-2-3,0-1,2-1,0 0,0-1,1-1,0-1,0-1,1-1,0-1,1 0,-1-2,1 0,18 0,-23-3,-1-1,0 0,0-1,0-1,0-1,0 0,0-1,0-1,-1 0,0-1,0 0,0-2,-1 1,0-2,-1 0,0-1,0 0,-1-1,1-1,-4 2,0-1,-1 0,0 0,-1-1,0 0,-1 0,0-1,-1 1,-1-1,0 0,0-1,-1 1,-1-1,0 1,-1-1,-1 0,0 1,-1-1,0 0,-1 1,-1-1,0 1,0-1,-2 1,1 1,-2-1,0-1,-5-4,-1 0,0 0,-1 1,-1 1,-1 0,0 1,-1 0,0 2,-1 0,-1 0,0 2,-1 0,0 2,0 0,-1 0,-1 2,1 1,-1 0,0 2,0 0,0 1,-1 2,1 0,-1 1,1 1,0 1,-1 1,1 1,-18 5,-10 11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29.72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154 224,'0'0,"0"0,0 0,0 0,0 0,0 0,1 5,1 12,1 11,0 11,-1 10,0 6,-1 2,0 0,1-3,2-6,-1-12</inkml:trace>
  <inkml:trace contextRef="#ctx0" brushRef="#br0" timeOffset="12106.461">0 82,'0'0,"0"0,0 0,2-3,2-6,0 1,1 0,0 1,0-1,1 1,0 0,0 0,0 1,3-2,-8 7,-1 1,1 0,-1-1,1 1,0 0,-1-1,1 1,0 0,-1 0,1-1,0 1,-1 0,1 0,0 0,-1 0,1 0,0 0,0 0,-1 0,1 0,0 1,-1-1,1 0,0 0,-1 1,1-1,-1 0,1 1,0-1,-1 0,1 1,-1-1,1 1,-1-1,1 1,-1-1,1 1,-1 0,0-1,1 1,-1-1,0 1,0 0,1-1,-1 1,0 0,0-1,0 2,8 34,-5 123,-8 407,5-557,0 16,0 1,1-1,2 0,4 21,-6-43,0-1,-1 1,1-1,0 1,0-1,0 0,0 1,1-1,-1 0,0 0,1 0,0 0,-1 0,2 1,8 2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40.50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0 850,'0'0,"0"0,0 0,0 0,0 0,2 4,3 8,2 8,1 8,1 8,0 5,-1 2,-1 2,-3 1,-1-2,0-2,-1-7,1-8</inkml:trace>
  <inkml:trace contextRef="#ctx0" brushRef="#br0" timeOffset="533.638">294 709,'5'6,"36"35,1-2,3-2,1-1,36 20,107 46,-137-77,-43-20,-5-4,0 1,0 0,0 0,-1 0,1 0,0 0,-1 1,0 0,0 0,0 0,0 0,0 0,0 1,-1-1,-1-1,-1 0,0 0,0 0,0 0,0 0,-1 0,1-1,0 1,-1 0,1 0,-1 0,0 0,0-1,0 1,1 0,-2-1,1 1,0-1,0 1,0-1,-1 1,1-1,-1 0,1 0,-1 1,0-1,0 0,-182 146,132-108,4-2</inkml:trace>
  <inkml:trace contextRef="#ctx0" brushRef="#br0" timeOffset="4755.355">954 192,'2'-3,"30"-56,-26 45,0 1,1 0,1 0,0 0,1 1,1 0,-1 1,7-5,-15 15,1-1,0 1,-1 0,1 0,0 0,0 0,0 0,0 0,0 1,0-1,0 1,0-1,0 1,0 0,0 0,0 0,0 0,0 0,0 0,0 0,0 1,0-1,0 1,0 0,0-1,0 1,0 0,0 0,-1 0,1 0,1 2,2 1,1 1,-1-1,0 2,-1-1,1 0,-1 1,0 0,2 5,4 11,-2 0,0 0,-1 1,-2 0,0 1,-2-1,0 1,-1 12,0-6,10 98,-5 1,-8 38,-8 20,-12 444,13-207,8-400,-1 1,-1-1,-1 0,-1 0,-1-1,-1 1,-1-1,-1 0,-1-1,-7 11,-22 15,-1-12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55.53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92 0,'-10'8,"-47"30,69-33,197-10,-126 4,50-1,54-11,-179 9,-23 2,-5 4,0 1,1 1,0 0,-1 2,2 0,-1 1,0 1,-69 32,-67 42,70-35,-69 26,149-69,15-5,-7 1,133-9,118 8,-129 3,-10-8,-71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57.03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1,'0'0,"0"1,85 365,24 232,-100-538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59.99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1,'6'2,"37"17,0-3,2-2,0-2,0-1,1-3,0-1,5-3,56 2,1-6,0-4,0-4,-1-6,8-6,-57 1,-47 11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8:00.65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86 7,'0'0,"0"0,0 0,0 0,40-5,-32 4,-1 1,0 0,0 0,0 1,0 0,1 0,-1 0,0 1,-1 0,1 1,0-1,-1 1,1 1,-1-1,0 1,0 0,0 0,-1 1,1 0,-1 0,0 0,0 1,-1-1,0 1,0 0,0 0,-1 1,0-1,0 1,0 0,-1-1,0 1,0 5,-2-2,0 1,-1-1,0 0,0 0,-2 1,1-1,-1-1,0 1,-1 0,0-1,-1 0,0 0,-3 4,-7 9,0-1,-2-1,0 0,-15 12,4-6,-2-2,-1-1,0-2,-8 3,26-16,14-8,-1 0,0 0,0 0,0 0,1 0,-1 0,0 0,0 0,0 0,1 0,-1 0,0 0,0 0,0 0,1 0,-1 0,0 0,0 0,0 0,0 0,1 0,-1 0,0 0,0 0,0 1,1-1,-1 0,0 0,0 0,0 0,0 0,0 1,0-1,1 0,-1 0,0 0,0 0,0 1,0-1,0 0,0 0,0 0,0 1,0-1,0 0,0 0,0 0,0 1,0-1,0 0,0 0,0 0,0 1,0-1,0 0,0 0,0 0,0 0,0 1,155 0,-95 6,-1 2,1 3,18 7,-23-3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8:03.76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84 1,'0'0,"-3"5,-7 19,2 1,0 0,1 0,2 1,1 0,-1 21,1-19,-12 117,5 0,8 123,13-137,5-1,6-1,6-1,5-1,6-2,5-1,5-3,21 29,-22-52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8:10.65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161 0,'0'0,"-4"3,-9 6,1 1,0 0,0 0,1 1,1 1,0 0,1 0,0 1,0 0,2 0,-1 1,2 0,0 1,0 0,2-4,1 1,0-1,1 0,0 1,1 0,0-1,1 1,0-1,0 1,2 0,-1-1,2 1,-1-1,1 0,1 0,0 0,1 0,0-1,1 2,2-1,0-1,1 1,0-1,0 0,1-1,1-1,0 1,0-1,0-1,1 0,0-1,0 0,1-1,-1 0,1-1,0-1,1 0,-1 0,1-2,-1 1,1-2,-1 0,1 0,-1-1,1-1,-1 0,0-1,4-2,-10 3,-1 0,1 0,-1-1,1 0,-1-1,0 1,0-1,-1 0,1 0,-1-1,0 0,0 0,0 0,-1-1,0 1,0-1,0 0,-1 0,0 0,0-1,0 1,-1-1,0 1,0-1,-1 0,0-2,0-3,-1 1,-1 0,0 0,-1 0,0-1,-1 2,0-1,0 0,-1 0,-1 1,1 0,-2 0,0 0,-6-8,0 2,-1 0,-1 1,0 0,0 1,-2 1,0 0,-16-9,23 16,0 0,0 0,-1 1,0 0,0 1,0 0,-1 0,1 1,-1 1,0 0,0 0,0 1,0 1,0 0,1 0,-8 1,16 0,0-1,0 1,0 0,0-1,1 1,-1 0,0 0,1 0,-1 0,1 0,-1 0,1 1,-1-1,1 0,0 1,0-1,0 1,0-1,0 1,0 0,0-1,0 1,0 2,-2 14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8:12.56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10 1,'0'0,"-1"7,-1 15,-1 20,1 19,1 20,2 17,3 17,3 15,2 13,2 10,3 8,-1-25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8:11.19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378 249,'-10'-1,"-10"-2,-1 2,1 0,0 1,0 2,-1 0,1 1,0 0,1 2,-9 3,19-5,-1 1,1 0,0 1,0-1,1 2,-1-1,1 1,0 1,1-1,-1 1,1 1,1-1,-1 1,1 0,1 1,0-1,0 1,0 0,-2 9,4-7,0 0,1 0,0 0,1 1,1-1,-1 0,2 1,0-1,0 1,1-1,0 0,1 0,0 0,1 0,0 0,1-1,0 0,0 0,1 0,1 0,0-1,0 0,1-1,0 0,0 0,1 0,0-1,0 0,0-1,1 0,0-1,1 0,10 4,-10-5,0 0,0 0,1-1,-1 0,1-1,0 0,0-1,0 0,-1-1,1-1,0 0,0 0,0-1,0-1,-1 0,1 0,-1-1,0-1,0 1,-1-2,1 0,-1 0,0-1,-1 0,0-1,0 0,0 0,-1-1,6-9,-8 9,0-1,-1 0,-1 0,0-1,0 1,-1-1,-1 0,0 0,0 0,-1 0,0 0,-1 0,0-1,-1 1,0 0,-1 0,0 0,-1 0,-1-1,-1-4,-1 0,-1 0,0 1,-1 0,-1 1,0 0,-1 0,0 1,-1 0,-1 1,0 0,-6-4,6 6,0 1,-1 0,0 1,0 0,-1 1,0 0,0 2,0-1,-1 2,0 0,0 0,0 2,0 0,-2 0,13 2,0 0,0 0,0 0,0 1,0-1,0 1,1 0,-1 0,0 0,0 0,1 1,-1 0,1 0,-3 1,6-2,-1-1,1 1,0 0,-1 0,1 0,0-1,-1 1,1 0,0 0,0 0,0 0,0 0,0-1,0 1,0 0,0 0,0 0,0 0,1 0,-1-1,0 1,0 0,1 0,-1 0,1-1,-1 1,1 0,-1 0,1-1,-1 1,1-1,0 1,-1 0,1-1,0 1,-1-1,1 1,0-1,0 0,-1 1,1-1,0 0,22 16</inkml:trace>
  <inkml:trace contextRef="#ctx0" brushRef="#br0" timeOffset="912.114">861 313,'-5'-3,"-3"2,1-1,-1 1,0 0,0 1,1 0,-1 0,0 0,0 1,1 0,-1 1,1 0,-1 0,1 1,0-1,-1 2,2-1,-1 1,0 0,1 0,-1 1,-3 3,6-4,-1 0,1 0,0 1,1-1,-1 1,1 0,-1 0,1 0,1 0,-1 0,1 1,0-1,0 1,1 0,-1-1,1 1,1 0,-1 0,1 0,0 0,0-1,1 1,-1 0,1 0,1 0,-1-1,1 1,1 1,1 3,1-1,1 0,0 0,0 0,1-1,0 0,0 0,1-1,0 1,0-2,1 1,0-1,4 2,5 2,0-1,1-1,0 0,0-1,1-1,12 1,-15-3,0-2,0 0,0-1,0 0,0-2,1 0,1-1,-12 1,-1 0,1 0,-1-1,1 0,-1 0,0-1,1 1,-1-1,0-1,-1 1,1-1,-1 0,0 0,0-1,0 0,0 1,-1-1,0-1,2-2,-3 2,0 1,-1-1,0 0,0 0,-1 0,0 0,0 0,0 0,-1 0,0 0,0 0,0 0,-1 0,0 0,0 0,0 0,-1 0,0 0,0 0,-2-2,-3-6,0-1,-1 1,0 1,-2 0,1 0,-2 1,-3-4,-3 0,-1 0,-1 1,-1 1,0 0,0 2,-1 0,-1 2,0 0,-1 1,16 2,26 4,-12 3,54-6,-1-2,0-3,-1-3,0-2,-1-3,2-4,-52 20,1 0,0 0,0-1,0 0,-1-1,1 0,-1 0,-1-1,1 1,-1-2,0 1,3-4,-9 8,0 0,-1 0,1 0,0 0,-1 0,1-1,-1 1,0 0,0 0,0 0,0 0,0-1,0 1,0 0,-1 0,1 0,-1 0,0 0,0 0,1 0,-1 0,0 0,-1 0,1 0,0 1,0-1,-1 0,1 1,-1-1,0 1,1 0,-1-1,0 1,0 0,0 0,0 0,0 0,0 0,-8 0,15 14,14 13,1-1,1 0,1-2,6 3,-16-14,71 66,4-4,3-4,20 7,-58-39,-51-38,0 1,0-1,0 1,0 0,0 0,-1-1,1 1,0 0,-1 0,1 0,0 0,-1-1,1 1,-1 0,1 0,-1 0,0 0,1 0,-1 1,0-1,0 0,0 0,0 0,0 0,0 0,0 0,0 0,0 0,0 0,-1 0,1 0,0 0,-1 0,1 0,-1 0,1 0,-1 0,1 0,-1 0,0 0,0 0,-68 67,23-13,2 1,2 2,3 2,2 1,-19 49,-59 93,76-142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8:14.14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0 114,'7'3,"64"17,0-3,1-3,24-1,-79-10,23 3,0-2,1-1,-1-2,14-2,8-15,-59 15,-1 0,0 0,0 0,0-1,0 1,0-1,0 1,0-1,0 0,-1 0,1 0,-1 0,1 0,-1 0,0 0,0 0,0 0,0-1,0 1,0 0,-1-1,1 1,-1 0,1-2,-2-2,-1 0,1 0,-1 0,0 0,0 0,-1 1,0-1,0 0,0 1,0 0,-1 0,0 0,0 0,0 1,-1-1,0 1,0 0,0 1,0-1,0 1,-1 0,1 0,-1 1,0-1,-4 0,4 1,0-1,-1 1,1 0,-1 1,0-1,1 1,-1 1,0-1,0 1,0 0,0 1,1 0,-1 0,0 0,1 1,-1 0,1 0,-1 0,1 1,0 0,0 1,0-1,0 1,1 0,0 0,-1 1,2 0,-1 0,0 0,-1 4,1 5,1 0,1 1,0-1,1 1,1 0,0 0,1 0,1-1,0 1,1 0,0 0,1-1,3 8,-4-14,23 97,-11-62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8:16.46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13 1,'0'0,"-1"5,0 12,-2 16,0 18,0 17,2 18,2 16,2 15,3 15,1 12,1 3,3 3,4 0,-1-25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8:14.60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6 532,'0'0,"0"0,0 7,-1 12,-1 15,0 14,1 12,2 7,1 7,2 2,1 2,1-1,2-7,-2-15</inkml:trace>
  <inkml:trace contextRef="#ctx0" brushRef="#br0" timeOffset="535.568">401 647,'-4'3,"-7"9,-1 0,1 0,1 1,0 0,1 1,1 0,0 1,0-1,2 1,0 1,0-1,2 1,0 0,1 0,0 1,1-1,1 1,1-1,0 1,1-1,1 0,1 1,3 10,-3-16,1-2,0 1,0 0,1-1,1 0,-1 0,2 0,-1-1,1 0,0 0,1-1,-1 0,9 6,-11-9,1-1,-1 1,0-1,1 0,-1-1,1 1,0-1,0-1,0 1,0-1,0 0,0 0,1 0,-1-1,0 0,0 0,1-1,-1 0,0 0,0 0,0-1,0 0,0 0,0-1,0 0,-1 0,0-1,0 1,0-1,0 0,-1-1,1 1,-1-1,0 0,0 0,-1 0,0 0,1-1,-2 0,1 1,-1-1,0 0,0 0,0 0,-1 0,0-1,0 1,0-8,0 0,-1 1,0-1,-1 0,0 0,-1 0,-1 1,0-1,-3-7,0 7,0-1,-1 1,-1 0,0 1,0 0,-1 0,-1 1,0 0,-1 1,0 0,-1 1,0 0,-1 0,0 2,-4-3,11 5,15 8</inkml:trace>
  <inkml:trace contextRef="#ctx0" brushRef="#br0" timeOffset="979.383">935 647,'-5'0,"-5"-1,0 1,1 0,-1 1,0-1,1 2,-1 0,1 0,0 0,-1 1,1 1,0-1,1 2,-1-1,1 1,0 0,0 1,0 0,1 0,0 1,0 0,0 0,1 0,0 1,1 0,0 0,0 0,1 1,0 0,0 0,0 2,2 2,1 0,0 1,1-1,1 0,0 0,0 1,2-1,-1 0,2 0,0-1,0 1,1-1,1 0,0 0,0-1,1 1,1-1,0-1,0 0,1 0,1 0,-1-1,2-1,6 5,-12-8,1 0,0-1,1 1,-1-2,1 1,-1-1,1 0,0 0,0 0,0-1,1-1,-1 1,1-1,-1 0,0-1,1 0,-1 0,1 0,-1-1,1 0,-1-1,1 1,-1-1,0-1,0 0,0 0,-1 0,1-1,-1 1,1-2,-1 1,2-3,-3 0,1 0,-1 0,0 0,-1-1,0 0,0 0,-1 0,0-1,0 1,-1-1,0 1,-1-1,0 0,0 0,-1 1,0-1,0 0,-1-3,-1-6,-1 1,-1 0,0-1,-1 1,-1 1,-1-1,0 1,-8-12,5 12,0 1,-1 0,-1 0,-1 1,0 1,-1 0,0 1,0 0,-2 1,-7-3,15 8,7 4</inkml:trace>
  <inkml:trace contextRef="#ctx0" brushRef="#br0" timeOffset="1441.149">1292 350,'0'0,"1"1,26 50,4-1,1-1,2-1,3-3,1 0,2-3,8 4,42 33,96 65,-168-131,-4-3,-8-6,-1 0,1 0,0 0,-1 1,0 0,0 0,-1 0,1 1,-1-1,1 3,-5-6,1 0,-1-1,0 1,0-1,0 1,0 0,0-1,0 1,-1 0,1-1,-1 1,1-1,-1 1,1-1,-1 1,0-1,0 0,0 1,1-1,-1 0,-1 1,1-1,0 0,0 0,0 0,-1 0,1 0,0 0,-1-1,1 1,-1 0,-1 0,2 0,-160 114,110-67,1 1,-14 22,16-14</inkml:trace>
  <inkml:trace contextRef="#ctx0" brushRef="#br0" timeOffset="3412.463">1903 1,'5'6,"50"63,-4 3,-3 2,-3 2,-3 2,-4 1,26 80,-42-88,-3 2,-3 0,-3 0,-4 1,-2 1,-4 0,-4 1,-1-21,-3 0,-2 0,-3-1,-2 0,-3-1,-1 0,-3-1,-2-1,-25 41,15-40,-3 0,-3-2,-10 9,-31 30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8:23.26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0 192,'72'19,"17"-6,1-3,0-3,34-5,-122-2,15 1,-1-1,1 0,0-1,-1-1,0-1,1 0,-1-1,0-1,-1 0,10-5,-23 9,1-1,-1 1,1-1,-1 0,0 0,1 0,-1 0,0 0,0 0,-1-1,1 1,0-1,-1 1,0-1,1 0,-1 1,0-1,-1 0,1 0,0 0,-1 0,1 0,-1 0,0 0,0 1,0-1,-1 0,1 0,-1 0,1 0,-1 0,0 0,0 0,0 1,0-1,-1 0,1 1,-2-2,-5-6,0 1,-1 1,0-1,0 2,-1-1,0 1,0 1,-1-1,1 2,-1 0,-1 0,1 1,-1 0,0 1,1 0,-12 0,18 1,0 1,0-1,1 1,-1 1,0-1,0 1,0-1,0 1,0 1,0-1,0 1,0 0,0 0,0 0,0 1,0 0,1-1,-1 2,1-1,-1 1,1-1,0 1,0 0,0 1,0 0,1 3,0 0,1 0,0 0,0 0,0 0,1 1,0-1,1 1,0-1,0 1,0-1,1 1,1 6,3 22,0 0,3-1,1 1,1-1,2-1,10 19,0-13,-1-8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8:30.34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245 116,'-5'-3,"-1"-1,0 0,0 1,0 0,-1 1,1-1,-1 1,1 1,-1-1,0 1,1 0,-1 0,0 1,0 0,0 0,0 1,1 0,-1 0,0 1,1-1,-1 1,1 1,-1-1,1 1,-5 3,5-2,1 0,-1 1,1-1,0 1,1 0,-1 0,1 0,0 1,0-1,1 1,-1 0,1 0,1 0,-1 1,1-1,0 1,1-1,-1 1,1 0,1-1,-1 1,1 0,0 0,1 0,0-1,0 1,0 0,1-1,-1 1,2-1,0 2,3 7,1-1,1 1,0-1,1-1,0 0,1 0,1-1,0 0,0 0,1-2,1 1,0-1,0-1,1-1,0 0,1 0,-1-2,1 0,1 0,-1-2,1 1,0-2,1 0,-9-2,1 0,-1 0,1-1,-1 0,1-1,-1 0,1 0,-1 0,1-1,-1-1,0 1,0-1,0-1,-1 0,1 0,-1 0,0-1,0 0,0 0,0-1,-1 1,0-2,-1 1,1-1,-1 1,0-2,-1 1,0 0,0-1,0 0,1-7,-3 1,0-1,-1 1,-1-1,0 0,-1 1,-1-1,0 1,-1 0,-1-1,0 1,-1 1,0-1,-1 1,0 0,-2 0,1 1,-1 0,-1 0,0 0,-2 0,3 2,0 0,-1 1,0 0,-1 0,0 1,0 0,-1 1,1 0,-2 1,1 0,-1 1,0 0,0 1,-12-3,22 6,1 0,-1 1,0-1,1 1,-1 0,0-1,0 1,1 0,-1 0,0 0,0 0,1 1,-1-1,0 0,0 1,1-1,-1 1,0-1,1 1,-1 0,1 0,-1 0,1 0,-1 0,1 0,0 0,-1 0,1 1,0-1,0 0,0 1,0-1,0 1,0-1,0 1,1 0,-1-1,1 1,-1 0,1-1,-1 3,2 0,0 1,1-1,-1 0,1 1,0-1,0 0,1 0,-1 0,1 0,0-1,0 1,0-1,0 1,3 1,17 13,0 0,0-2,2-1,0-1,1-1,0-1,1-1,20 5,-19-6,-1-2,1 0,1-2,-1-1,1-2,0 0,0-2,0-1,0-2,0-1,11-3,-33 6,0-2,0 1,-1-1,1 0,-1 0,0-1,1 1,-1-1,0-1,-1 1,1-1,-1 0,1-1,-1 1,0-1,-1 0,1 0,-1-1,0 1,-1-1,1 0,-3 4,-1 0,1 1,-1-1,1 0,-1 0,0 0,0 0,0 0,0 0,0 0,0 0,0 0,-1 0,1 0,-1 0,0 0,1 0,-1 1,0-1,0 0,0 0,0 1,0-1,-1 1,1-1,0 1,-1-1,1 1,-1 0,1 0,-1-1,-2 0,0 0,0 0,0 0,-1 0,1 0,0 1,-1 0,1 0,-1 0,0 1,1-1,-5 1,3 0,-1 1,1 0,0 0,0 1,0-1,0 1,0 0,0 1,0 0,1 0,-1 0,1 0,0 1,0 0,0 0,1 0,-1 1,1-1,0 1,0 0,1 1,-1-1,1 0,0 1,1 0,-1 0,1 0,0 0,1 0,0 0,0 0,0 0,0 1,1-1,0 0,1 5,2 3,0-1,1 0,1 0,0 0,0-1,1 0,1 0,0 0,1-1,0 0,1 0,0-1,1 0,-1-1,2 0,0-1,0 0,0 0,1-1,0-1,0 0,1 0,10 2,-18-6,0 0,1 0,0 0,-1-1,1 0,0 0,0 0,0-1,-1 1,1-1,0-1,0 1,0-1,0 0,-1-1,1 1,-1-1,1 0,-1-1,1 1,-1-1,0 0,0 0,-1-1,1 1,-1-1,1 0,-1-1,0 0,0-1,-1 0,-1 0,1 0,-1-1,0 1,0 0,-1-1,0 0,0 1,-1-1,0 0,0 1,0-1,-1 0,0 1,0-1,-2-4,-2-5,0 0,-1 1,0 0,-1 0,-1 0,-7-8,-5-5,-2 2,0 1,-2 1,-12-10,31 30,5 3,-16-17,16 18,-1-1,1 1,0-1,0 1,0-1,0 1,0 0,0-1,0 1,0-1,0 1,0 0,0-1,0 1,0-1,0 1,1-1,-1 1,0 0,0-1,0 1,1 0,-1-1,0 1,0 0,1-1,-1 1,0 0,1-1,-1 1,0 0,1 0,-1-1,0 1,1 0,-1 0,1 0,-1 0,0-1,1 1,-1 0,1 0,-1 0,1 0,-1 0,0 0,1 0,-1 0,1 0,-1 0,1 1,25-3,4 2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8:30.75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0,'0'0,"0"0,0 1,25 33,1-1,2-1,1-1,1-2,1-1,23 14,-13-11,1-3,2-2,0-1,2-3,21 7,-65-28,-1-1,0 0,0 0,0 0,0 0,0 1,0-1,0 0,0 1,0-1,0 1,0-1,0 1,0-1,-1 1,1-1,0 1,0 0,-1 0,1-1,0 1,-1 0,1 0,-1 0,1 0,-1 0,1-1,-1 1,0 0,1 0,-1 0,0 0,0 0,0 0,0 0,0 0,0 1,0-1,0 0,0 0,-38 54,22-36,-255 340,224-297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8:23.62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204 207,'0'0,"1"7,1 14,3 16,2 15,2 13,2 9,-1 3,1-2,-1-14</inkml:trace>
  <inkml:trace contextRef="#ctx0" brushRef="#br0" timeOffset="299.2">0 1086,'0'0,"0"0,7 2,12 0,18 1,19-1,17 1,17-2,12 0,10 0,6 1,3 0,-3 1,-4-1,-10-1,-23 0</inkml:trace>
  <inkml:trace contextRef="#ctx0" brushRef="#br0" timeOffset="791.398">204 1332,'8'5,"14"10,6 2,-2 1,1 1,-2 1,-1 2,-1 0,0 1,-2 1,11 18,-28-36,0 1,0 0,-1 0,0 0,0 0,-1 0,1 1,-2-1,1 1,-1 0,0-1,-1 1,0 0,0 0,-1-1,0 1,0 0,0-1,-1 1,-1-1,1 1,-1-1,0 0,-1 0,-4 5,0 0,-1 0,-1-1,1 0,-2-1,0 0,0-1,-1 0,0-1,-6 4,-20 9,-1-2,-35 13,58-25,16-3,51-3,219-9,-194 2</inkml:trace>
  <inkml:trace contextRef="#ctx0" brushRef="#br0" timeOffset="1184.347">1033 1435,'-7'52,"6"-4,2 1,2-1,3-1,1 1,2-1,3 0,1-1,3 0,1-1,2-1,3-1,6 9,-17-34,-10-13,-6-12,3 6,-176-212,148 177</inkml:trace>
  <inkml:trace contextRef="#ctx0" brushRef="#br0" timeOffset="1463.601">931 1370,'0'0,"5"-1,12-1,14-1,16 0,14 0,13 2,5 1,4 0,-13 0</inkml:trace>
  <inkml:trace contextRef="#ctx0" brushRef="#br0" timeOffset="1886.999">1299 1461,'0'5,"2"4,0 0,1-1,0 1,1-1,0 1,0-1,0 0,1-1,1 1,-1-1,1 0,0 0,1-1,-1 0,7 5,3 4,-4-3,-1-2,0-1,-1 1,0 1,-1 0,0 0,-1 1,0 0,0 1,-2-1,0 1,0 1,-1-1,-1 1,1 3,-5-13,0 1,0-1,0 1,0 0,-1-1,0 1,0-1,-1 1,1-1,-1 1,0-1,0 0,0 0,0 0,-1 0,0 0,1-1,-2 1,1-1,-3 3,-6 4,-2 0,1-1,-1 0,-1-1,-2 0,-9 6,14-6,14-3,52-3,138-7,-118 3</inkml:trace>
  <inkml:trace contextRef="#ctx0" brushRef="#br0" timeOffset="5797.549">2903 814,'-19'2,"-1"1,0 1,0 0,1 2,0 0,-17 8,30-11,-1 0,1 1,0 0,0-1,0 2,1-1,-1 1,1 0,0 0,0 0,1 1,-1 0,2 0,-1 0,0 0,1 0,0 1,1-1,-1 1,0 6,2-6,0 1,1-1,0 0,0 1,1-1,0 0,0 1,0-1,1 0,0 0,1 0,0 0,0-1,0 1,4 4,2 3,0-1,1 0,1-1,0 0,0-1,9 7,-8-8,-1 0,2-1,-1-1,1 0,0 0,1-2,-1 1,2-2,-1 0,0-1,1 0,0-1,0 0,0-2,0 0,0 0,0-1,9-2,-19 1,0-1,0 1,1-1,-1 0,-1 0,1-1,0 1,-1-1,1 0,-1-1,0 1,0-1,0 0,0 1,-1-2,0 1,0 0,0-1,0 1,0-1,-1 0,0 0,0 0,-1 0,1 0,-1-1,0 1,0 0,-1-1,0 1,0 0,0-4,-1-5,-1 0,-1-1,0 1,-1 0,0 1,-1-1,-1 1,0-1,-1 2,0-1,-4-4,-6-6,0 1,-1 0,-1 1,-2 1,-8-6,20 18,0 0,-1 0,0 1,0 0,-1 0,1 1,-2 1,1 0,-11-3,22 8,1 1,-1 0,0-1,1 1,-1-1,1 1,-1-1,0 1,0 0,1-1,-1 1,0 0,0-1,0 1,1 0,-1-1,0 1,0 0,0-1,0 1,-1 0,1-1,0 1,0 0,0-1,0 1,-1 0,1-1,0 1,-1 0,1-1,0 1,-1-1,1 1,-1-1,1 1,-1-1,1 1,-1-1,1 1,-1-1,1 0,-1 1,0-1,1 0,-1 0,0 1,1-1,-1 0,0 0,1 0,-1 0,0 0,1 0,-1 0,0 0,1 0,-1 0,0 0,0 0,13 9,0 1,1-2,0 1,1-2,0 0,0 0,0-2,1 1,-2-1,47 19</inkml:trace>
  <inkml:trace contextRef="#ctx0" brushRef="#br0" timeOffset="7570.849">2459 556,'0'0,"-3"9,-2 18,-3 20,0 19,2 17,3 12,4 10,3 5,2-2,2-6,0-20</inkml:trace>
  <inkml:trace contextRef="#ctx0" brushRef="#br0" timeOffset="8407.613">2026 141,'-11'-33,"7"24,0 1,-1-1,0 1,0-1,0 1,-1 1,-1-1,1 1,3 4,0 0,-1 0,1 0,0 0,-1 1,0-1,0 1,1 0,-1 0,0 1,0-1,-1 1,1 0,0 0,0 0,-1 1,1-1,0 1,-1 0,2 0,1 1,0-1,-1 1,1 0,0 0,0 0,-1 0,1 0,0 0,0 0,0 1,0-1,1 1,-1-1,0 1,1 0,-1 0,1 0,-1 0,1 0,0 0,0 0,0 0,0 1,0-1,0 0,1 2,-9 67,13-14,3 0,3-1,1 0,10 22,-13-46,152 672,-59-35,-96-624,2 19,3-1,5 10,-15-69,1 1,0-1,0 1,0-1,0 1,1-1,-1 0,1 0,0 0,1 0,-1 0,1 0,-1 0,1-1,0 1,1-1,-1 0,0 0,1 0,0 0,0-1,0 0,0 1,0-1,0-1,2 2,1-3,-1 0,0-1,1 0,-1 0,0 0,0-1,0 1,0-1,6-3,24-11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8:34.73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1,'12'10,"0"0,-1 2,0-1,-1 1,0 0,-1 1,0 0,-2 1,1 0,-1 0,-1 1,-1-1,0 1,-1 0,0 1,-1-1,-1 5,6 36,-3 0,-2 33,11 98,-4-143,1-11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8:35.23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187 609,'-2'-4,"0"1,1 1,-1-1,0 0,0 1,0 0,0-1,0 1,0 0,0 0,-1 0,1 0,-1 1,1-1,-1 1,0-1,0 1,0 0,1 0,-1 0,0 1,0-1,0 1,0-1,-1 1,1 0,0 0,0 1,0-1,0 0,0 1,0 0,0 0,0 0,-4 4,-1 0,1 1,1 0,-1 1,1-1,0 1,0 0,1 1,0-1,0 1,1 0,0 0,0 1,1-1,0 1,1 0,0-1,0 1,1 0,0 0,0 4,1 1,0 0,0 0,1 0,1 0,0 0,1 0,1-1,0 1,1-1,0 0,1 0,1-1,0 1,0-1,1-1,1 0,0 0,0 0,1-1,1-1,-1 0,1 0,1-1,0 0,0-1,0-1,14 6,-20-10,0 0,0-1,1 1,-1-1,0 0,1-1,-1 1,1-1,-1-1,0 1,1-1,-1 0,0-1,1 1,-1-1,0 0,0-1,0 0,-1 0,1 0,-1 0,0-1,1 0,-1 0,-1 0,1-1,-1 0,0 0,0 0,2-4,-1 0,-1 0,0 0,0-1,-1 1,0-1,-1 0,0 0,0 0,-1 0,0-1,-1 1,0 0,-1 0,0 0,-2-9,-1 0,-1 0,-1 0,0 0,-1 1,-1 0,-1 0,-1 1,-3-5,3 8,1 0,-2 1,0 1,0 0,-1 0,-1 1,0 0,0 1,-1 1,0 0,-1 1,-6-2,17 8,1 0,-1 1,0 0,0-1,1 2,-1-1,0 0,0 1,0-1,0 1,0 0,0 1,-2-1,-3 9,8 2</inkml:trace>
  <inkml:trace contextRef="#ctx0" brushRef="#br0" timeOffset="438.346">760 636,'-5'-3,"-3"0,0 0,0 0,0 1,-1 0,1 0,-1 1,1 0,-1 0,1 1,-1 1,0-1,1 1,-1 0,1 1,0 0,-1 1,1-1,0 2,0-1,1 1,-1 0,1 1,0-1,0 2,0-1,1 1,0 0,0 0,0 0,1 1,0 0,0 0,1 1,-1-1,2 1,-1 0,1 0,0 1,1 1,0 0,1-1,0 1,0 0,1 0,1 0,-1 0,2 0,-1 0,1 0,1-1,0 1,0-1,1 1,0-1,1 0,0-1,0 1,1-1,0 0,1 1,4 3,0 0,0 0,1-2,0 1,1-1,0-1,1 0,0-1,0-1,0 0,1-1,13 4,-21-8,1 0,-1 0,0 0,1-1,-1 0,1 0,-1-1,1 0,-1 0,1-1,-1 0,1 0,-1-1,1 0,-1 0,0-1,0 1,0-2,-1 1,1-1,-1 0,0 0,0-1,0 0,0 0,-1 0,4-5,-5 3,0-1,0 1,-1-1,0 0,0 0,-1 0,0 0,0-1,-1 1,0 0,0-1,-1 1,-1-1,1 1,-1 0,-1-5,-2-4,0-1,-1 1,-1 0,0 1,-2 0,1 0,-6-6,-13-18,-2 2,-22-23,21 25,10 12</inkml:trace>
  <inkml:trace contextRef="#ctx0" brushRef="#br0" timeOffset="866.203">1118 350,'0'0,"0"1,16 27,1-1,2-1,0 0,18 16,57 56,5-4,3-4,6-4,-95-76,4 4,-9-9,-1 0,0 1,0 0,0 1,-1-1,0 1,-1 0,1 1,3 7,-8-13,0 0,-1 1,1-1,-1 0,1 1,-1-1,0 1,0-1,0 1,0-1,0 1,-1-1,1 1,-1-1,1 0,-1 1,0-1,0 0,0 1,0-1,-1 0,0 1,-39 43,38-43,-200 180,80-70,70-63</inkml:trace>
  <inkml:trace contextRef="#ctx0" brushRef="#br0" timeOffset="2223.147">1589 156,'5'-5,"-2"1,89-92,-86 90,1 1,0 0,1 0,-1 1,1 0,0 0,0 0,0 1,1 1,-1-1,1 1,-1 1,1-1,1 2,-6-1,0 1,0 1,0-1,-1 1,1-1,0 1,0 0,0 1,-1-1,1 1,-1-1,1 1,-1 0,0 0,0 1,0-1,0 1,0-1,0 1,0 0,-1 0,0 0,1 0,-1 1,0 0,3 7,0 0,-1 0,0 0,0 1,-1 0,-1 0,1 7,5 69,-4 0,-6 51,1-65,2 158,29 214,-4-260,-4-27,-6 11,-14-153,0 0,-2 0,0 1,-1-1,0 0,-2 0,0 0,-1 0,0 0,-1-1,-1 0,-1 0,-1 0,0-1,-1 1,-28 23,0-10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8:32.76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1 608,'0'0,"0"0,0 0,0 0,5 2,10 3,12 2,13 1,10-2,11-2,7-2,5-1,3-1,3 0,-2 1,-4 1,-15 0</inkml:trace>
  <inkml:trace contextRef="#ctx0" brushRef="#br0" timeOffset="3780.587">917 0,'0'0,"0"0,0 0,0 0,3 6,4 12,4 16,1 15,0 14,-1 14,-1 12,-2 9,-2 7,2 3,1-4,-1-20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9:04.93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510 387,'-5'2,"-20"4,2 1,-1 1,1 1,1 2,-18 10,32-17,1 1,0 0,0 0,0 1,1 0,0 0,0 1,1-1,-1 1,2 1,-1-1,1 1,0-1,0 1,1 0,0 0,1 1,-2 3,4-4,-1-1,0 1,1-1,1 1,-1-1,1 0,1 1,-1-1,1 0,0 0,1 0,0 0,0 0,0 0,1-1,0 0,0 1,1-1,0-1,0 1,0-1,1 1,4 3,1 0,0-1,0 0,1 0,0-2,0 1,0-1,1-1,0-1,0 1,9 0,-13-3,0 0,0 0,0-1,0 0,0-1,0 0,0 0,0-1,0 0,0-1,0 0,-1 0,1-1,0 0,-1-1,0 0,0 0,0 0,0-1,-1 0,0-1,0 0,0 0,-1 0,0-1,0 0,0 0,-1-1,0 1,-1-1,0 0,0-1,1-3,-3 1,-1-1,0 1,-1 0,0-1,0 1,-1-1,-1 1,0 0,-1 0,0 0,0 0,-1 0,-1 1,0-1,0 1,-1 1,0-1,-1 1,0 0,-1 0,1 1,-2 0,1 0,-1 1,0 0,0 1,-1 0,0 0,0 1,-3-1,9 4,0 0,0 0,-1 0,1 1,-1 0,0-1,1 2,-1-1,0 0,1 1,-1 0,0 0,0 0,1 1,-5 1,9-2,-1 0,1 0,-1 0,1 0,-1 1,1-1,0 0,-1 0,1 1,-1-1,1 0,0 1,-1-1,1 0,0 1,-1-1,1 1,0-1,0 1,-1-1,1 0,0 1,0-1,0 1,0-1,0 1,-1-1,1 1,0-1,0 1,0-1,0 1,1-1,-1 1,0-1,0 1,0-1,0 1,0-1,1 1,-1-1,0 1,0-1,7 11</inkml:trace>
  <inkml:trace contextRef="#ctx0" brushRef="#br0" timeOffset="490.215">1109 400,'-7'0,"-8"0,0 0,0 1,1 1,-1 1,1 0,-1 0,1 1,0 1,1 1,-1 0,-9 6,16-8,0 1,0-1,0 1,1 1,0-1,0 1,1 0,-1 0,1 1,1 0,-1 0,1 0,0 0,1 1,0-1,0 1,0 0,1 0,0 0,1 0,-1 7,2-5,0 0,1 1,1-1,-1 0,1-1,1 1,0 0,0 0,1-1,0 0,1 0,0 0,0 0,1-1,0 0,1 0,-1-1,1 1,7 4,-3-3,1 1,0-2,0 0,1 0,0-1,0-1,1 0,0 0,0-2,0 0,0 0,1-2,4 1,-12-2,-1 0,0 0,1-1,-1 0,1-1,-1 1,1-1,-1 0,0-1,0 1,1-1,-1-1,0 1,-1-1,1 0,0 0,-1-1,0 1,1-1,-2 0,1-1,0 1,-1-1,0 0,0 0,0-1,0 0,-1-2,-1 1,1-1,-1 1,-1-1,0 0,0 0,0 0,-1 0,0 0,-1 0,0 0,0 1,0-1,-1 0,0 1,-1-1,0 0,-3-8,-1 1,-1 1,0-1,-1 1,0 0,-1 1,-9-9,0 4,-1 0,0 1,-2 1,-12-7,23 14,5 5</inkml:trace>
  <inkml:trace contextRef="#ctx0" brushRef="#br0" timeOffset="1646.697">1 1,'0'0,"0"0,0 0,0 0,0 6,2 13,0 19,1 20,-1 22,2 20,2 20,3 19,4 15,3 12,0-23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9:05.72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8 117,'0'0,"0"0,-1 7,-1 12,0 13,0 14,2 10,2 8,3 4,1 1,4-2,3-7,2-10,4-12,-3-12</inkml:trace>
  <inkml:trace contextRef="#ctx0" brushRef="#br0" timeOffset="446.806">263 0,'3'8,"31"56,2-1,3-2,3-1,2-2,3-3,28 26,-4-15,52 37,-80-69,-40-32,0-1,0 1,0 0,-1-1,1 1,-1 0,1 1,-1-1,0 0,0 1,0-1,0 1,0 0,0 0,-1-1,0 1,1 0,-1 0,0 1,0-1,-1 0,1 0,-1 0,1 0,-1 1,0-1,0 0,0 0,-1 1,1-1,-1 1,-5 5,0-1,0 0,0 0,-1-1,0 1,-1-1,0-1,0 0,0 1,-5 3,-120 90,-39 18,112-79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8:42.00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1325,'0'0,"0"0,0 0,1 0,225-1,-103 3,41-8,-150 5,0-1,-1 0,0 0,1-2,8-3,-21 7,1 0,0-1,-1 1,1-1,0 0,-1 1,1-1,-1 0,0 0,1 0,-1 0,0 0,1 0,-1-1,0 1,0 0,0-1,0 1,0-1,0 1,0-1,-1 1,1-1,-1 1,1-1,-1 0,1 1,-1-1,0 0,0 1,0-1,0 0,0 0,0 1,0-1,-1 0,1 1,-1-1,1 0,-1 1,-4-6,0 1,0 0,-1 0,0 0,0 1,0 0,-1 0,1 0,-1 1,0 0,-1 1,1-1,-1 1,0 1,1 0,-1 0,0 0,0 1,0 0,-1 0,-2 0,1 0,-1 0,1 1,-1 0,1 0,0 2,-10 1,17-2,0-1,-1 1,1 1,0-1,0 0,0 1,0 0,0 0,0 0,0 0,1 0,-1 0,1 1,-1-1,1 1,0 0,0 0,0-1,1 1,-1 0,1 1,-1-1,1 0,0 0,0 2,-2 15,1-1,1 0,1 0,1 0,1 0,0 0,1 1,-1-6,19 116,-16-103</inkml:trace>
  <inkml:trace contextRef="#ctx0" brushRef="#br0" timeOffset="1086.793">967 1287,'4'7,"54"82,-42-69,-2 0,0 0,-2 2,0 0,-2 0,0 1,-1 0,-1 1,-2 0,0 3,-5-18,0-1,-1 1,0 0,-1-1,0 1,0-1,-1 1,0-1,-1 0,1 0,-1 0,-1 0,0 0,0-1,-1 1,1-1,-1 0,-1-1,0 1,-4 3,-13 10,-1-2,-1 0,0-2,-9 4,0 1,20-12,14-9,0 1,0-1,0 0,0 1,0-1,0 0,0 0,0 1,0-1,0 0,0 1,0-1,0 0,0 1,0-1,0 0,0 1,0-1,0 0,0 1,1-1,-1 0,0 0,0 1,0-1,1 0,-1 0,0 1,0-1,1 0,-1 0,0 0,0 1,1-1,-1 0,0 0,1 0,-1 0,0 0,0 0,1 0,-1 0,0 0,1 1,-1-1,0 0,1-1,-1 1,0 0,1 0,-1 0,0 0,1 0,-1 0,0 0,0 0,1 0,-1-1,0 1,1 0,-1 0,0 0,0-1,30-1,-1-1,0-1,-1-2,29-9,-38 10,40-10</inkml:trace>
  <inkml:trace contextRef="#ctx0" brushRef="#br0" timeOffset="1479.254">1579 1403,'-2'8,"-6"36,3 1,1 0,3-1,1 1,2 0,8 37,-1-24,2 0,3 0,2-1,19 41,-22-62,-13-35,0-1,0 0,0 1,0-1,0 0,0 0,0 1,0-1,0 0,-1 0,1 1,0-1,0 0,0 0,0 1,0-1,-1 0,1 0,0 0,0 1,0-1,-1 0,1 0,0 0,0 0,-1 0,1 1,0-1,0 0,-1 0,1 0,0 0,0 0,-1 0,1 0,0 0,0 0,-1 0,1 0,0 0,0 0,-1 0,1 0,0 0,0 0,-1 0,1-1,0 1,0 0,-1 0,1 0,0 0,0-1,0 1,-1 0,1 0,0 0,-16-10,2 0,0-1,1 0,1-1,0 0,0-1,1 0,1-1,0-1,1 1,1-1,-5-12,1-4</inkml:trace>
  <inkml:trace contextRef="#ctx0" brushRef="#br0" timeOffset="1747.047">1515 1299,'0'0,"0"0,8 1,14 1,18 2,16 2,12 1,9-1,-9-2</inkml:trace>
  <inkml:trace contextRef="#ctx0" brushRef="#br0" timeOffset="2156.951">1745 1479,'7'5,"15"11,0 0,-1 1,-1 1,0 1,-2 1,0 0,-1 2,0 1,-14-18,0 1,0 0,0 0,0 1,-1-1,0 0,-1 1,1 0,-1-1,0 1,-1 0,0-1,0 1,0 0,-1-1,0 1,0 0,0-1,-1 1,0-1,-1 0,1 0,-1 0,-1 2,-7 6,0 0,-1 0,0-1,-1-1,0 0,-1 0,0-2,-1 0,-5 2,8 3,32-8,111-7,-102-2,40-2</inkml:trace>
  <inkml:trace contextRef="#ctx0" brushRef="#br0" timeOffset="377.019">1006 213,'0'0,"1"6,1 14,4 14,3 15,3 14,3 11,2 6,0 3,-1-2,-2-4,-4-9,-5-11,-6-11,-8-11,-1-12</inkml:trace>
  <inkml:trace contextRef="#ctx0" brushRef="#br0" timeOffset="614.504">853 1067,'-1'0,"1"0,0 0,1 0,-1 1,0-1,0 0,0 0,0 0,0 0,0 0,0 1,0-1,0 0,0 0,0 0,0 0,0 0,0 1,0-1,0 0,0 0,0 0,0 0,-1 0,1 1,0-1,0 0,0 0,0 0,0 0,0 0,0 0,0 0,0 1,-1-1,1 0,0 0,0 0,0 0,0 0,0 0,0 0,-1 0,1 0,0 0,0 0,0 0,0 0,0 0,-1 0,1 0,0 0,0 0,0 0,0 0,0 0,-1 0,1 0,0 0,0 0,0 0,0 0,0 0,-1 0,41 4,622 9,-437-20,-177 3</inkml:trace>
  <inkml:trace contextRef="#ctx0" brushRef="#br0" timeOffset="17412.263">2177 989,'0'0,"4"3,18 8,1-2,0 0,1-2,-1 0,1-2,0-1,1 0,-1-2,1-1,10-1,-32 1,0-1,0 1,0-1,0 0,0 0,0 0,0 0,0-1,0 1,0-1,0 0,0 0,-1 0,1 0,0 0,-1-1,1 1,0-1,-1 1,0-1,1 0,-1 0,0 0,0-1,0 1,2-8,0 1</inkml:trace>
  <inkml:trace contextRef="#ctx0" brushRef="#br0" timeOffset="17743.378">2636 795,'2'8,"10"44,6 28,3-1,4 0,-7-42,-11-29</inkml:trace>
  <inkml:trace contextRef="#ctx0" brushRef="#br0" timeOffset="18074.494">2877 693,'4'6,"13"21,-1 0,-2 1,-1 0,0 1,-3 0,0 1,-2 0,-1 1,-2-1,2 27,-6-47,0 0,-1 0,-1-1,1 1,-2 0,1 0,-1-1,-1 1,1-1,-2 1,1-1,-1 0,-1-1,0 1,0-1,0 1,-1-2,-1 1,1-1,-1 0,0 0,-1 0,1-1,-1-1,-1 1,-1 0,-2-1,0 0,-1-1,1-1,-1 0,0-1,1 0,-5 0,-33 0</inkml:trace>
  <inkml:trace contextRef="#ctx0" brushRef="#br0" timeOffset="18435.553">2164 666,'0'0,"0"0,0 0,0 1,-14 20,1 2,1-1,2 1,-7 21,7-19,2 0,1 1,1 0,1 0,1 0,1 1,2-1,1 2,0-15,1 1,0-1,2 1,-1-1,2 1,0-1,0-1,1 1,1 0,0-1,1 0,0-1,0 1,1-1,1-1,6 6,43 32,1-11</inkml:trace>
  <inkml:trace contextRef="#ctx0" brushRef="#br0" timeOffset="29430.78">2012 8,'-33'-6,"28"5,0 1,0 0,0 0,-1 0,1 0,0 1,0 0,0 0,0 1,0 0,0-1,0 2,0-1,0 0,1 1,0 0,-1 0,1 0,0 1,0-1,1 1,-1 0,1 0,0 0,0 1,0-1,1 1,-1-1,1 1,0 0,0 0,1 1,-3 13,2 0,0 0,1 1,1-1,1 1,0-1,4 14,-3-15,73 487,-64-228,-8-133,0-90,2-1,2 0,3 0,2-1,3 0,-11-38,0 0,1-1,1 0,1 1,4 5,-9-15,1 0,0-1,-1 1,1-1,1 0,-1 0,0 0,1-1,-1 1,1-1,0 0,0 0,0 0,0 0,0-1,0 1,1-1,-1 0,0-1,3 1,66-7,-34-1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9:17.31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1 159,'0'0,"0"0,1 1,26 10,1 0,1-2,0-1,0-2,0 0,1-2,0-1,15-2,-34 1,-1-2,1 1,0-1,0-1,-1 0,1 0,-1-1,1-1,-1 0,0 0,0-1,0 0,0-1,7-4,-15 7,-1 1,1-1,0 0,-1 0,1 0,-1 0,0 0,0 0,0 0,0-1,0 1,0 0,0-1,-1 1,1 0,-1-1,0 1,0-1,0 1,0-1,0 1,0-1,-1 1,1 0,-1-1,0 1,1 0,-2-3,-1-1,0 0,-1 0,1 0,-1 0,0 0,-1 1,1 0,-1 0,-4-3,0 1,0 0,0 1,-1 0,1 1,-1 0,0 1,-1 0,1 0,-1 1,0 0,0 1,0 0,0 1,0 1,0-1,0 2,0-1,0 2,-3 0,12-2,-1 1,1-1,0 1,-1 0,1 0,0 0,0 0,0 0,0 0,0 0,0 1,0-1,0 1,0 0,1-1,-1 1,1 0,-1 0,1 0,0 0,-1 0,1 0,0 1,0-1,1 0,-1 0,0 1,1 0,-1 11,0-1,1 1,0-1,1 1,1-1,3 13,-3-11,9 43,2-1,11 30,-11-52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9:17.74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24 1,'0'0,"-1"5,-3 9,-1 12,-1 12,1 12,3 9,2 8,3 5,3 2,3-1,2-6,2-11,2-12,-3-15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9:18.31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138 1,'-3'4,"-18"32,2 1,1 0,2 2,0 6,5-15,2 1,2-1,0 1,3 1,-1 8,4-27,1 1,0 0,1-1,0 1,1-1,1 1,0-1,0 0,2 0,0 0,0-1,1 0,4 6,-7-12,0-1,1 0,-1 0,1 0,0-1,1 1,-1-1,1 0,0 0,0-1,0 1,0-1,1 0,-1-1,1 1,0-1,0 0,-1 0,2-1,-1 0,0 0,0 0,0-1,0 0,0 0,1-1,-1 1,0-1,0-1,0 1,5-3,-4 1,-1-1,1 0,-1-1,0 1,0-1,-1 0,1 0,-1-1,0 0,-1 0,1 0,-1-1,0 1,-1-1,0 0,0 0,1-4,1-3,-1 0,-1 0,-1 0,0 0,0-1,-2 1,0-1,-1-11,0 14,-1 0,0 1,0-1,-1 1,-1 0,0 0,0 0,-1 0,-1 1,1 0,-2 0,1 0,-2 1,1 0,-1 0,0 1,-1 0,0 0,0 1,-1 0,0 1,0 0,0 1,-1 0,0 0,0 1,0 1,-9-2,2 6,18 0,-1-1,1 0,0 0,0 1,-1-1,1 0,0 0,0 1,0-1,0 0,-1 1,1-1,0 0,0 1,0-1,0 0,0 1,0-1,0 0,0 1,0-1,0 0,0 0,0 1,0-1,0 0,0 1,0-1,1 0,-1 1,0-1,0 0,0 1,0-1,1 0,-1 0,0 1,0-1,1 0,-1 0,0 0,0 1,1-1,-1 0,0 0,0 0,1 0,-1 0,12 10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9:18.59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 0,'0'0,"-1"12,1 22,-1 22,1 19,1 13,1 6,1-2,1-9,3-11,1-17,1-16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9:19.49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0,'0'0,"0"0,0 0,0 0,0 0,0 0,2 8,4 16,4 20,2 21,2 21,1 17,-2 14,-3 9,-3 8,-2 2,-1-1,0-24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9:19.08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1 383,'5'11,"55"96,4-3,5-2,4-3,10 3,179 167,-242-249,-8-8,-4-6,-1 1,0 0,0 0,-1 1,0-1,0 1,-1 1,0-1,0 1,-1 1,-4-5,1 0,-1 0,0 0,-1 0,0 0,1 0,-1 0,-1-1,1 1,-1 0,0 0,0-1,0 1,-1-1,1 0,-1 0,0 0,0 0,-1 0,1-1,-1 1,0-1,0 0,-3 2,1 1,-273 278,144-131,76-85</inkml:trace>
  <inkml:trace contextRef="#ctx0" brushRef="#br0" timeOffset="1246.218">713 332,'3'-10,"8"-24,2 1,1 0,1 1,1 1,2 0,2 1,11-13,24-3,-53 45,0 0,0 0,1 0,-1 0,0 0,0 0,0 1,1-1,-1 1,0 0,1-1,-1 1,1 0,-1 1,0-1,1 0,-1 1,0-1,0 1,1 0,-1-1,0 1,0 0,0 1,0-1,0 0,0 0,1 2,2 4,0 0,0 1,0 0,-1 0,-1 0,0 0,0 0,0 1,-1-1,0 1,-1 0,0 0,0 0,-1 2,3 7,74 772,-37-153,-40-630,5 67,-3-1,-4 1,-2 0,-14 61,13-114,-1 0,0 0,-2-1,-1 0,0-1,-6 8,-19 24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9:35.48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37,'90'-16,"59"6,141 9,-215 2,1692-8,-1454 4,-41 3,-251 1</inkml:trace>
  <inkml:trace contextRef="#ctx0" brushRef="#br0" timeOffset="362.05">1096 89,'-31'6,"-610"113,538-95,103-24,0 0,0 0,0 0,0 0,1 0,-1 0,0 1,0-1,0 0,0 0,0 0,1 0,-1 0,0 0,0 0,0 0,0 0,0 1,0-1,0 0,0 0,0 0,1 0,-1 0,0 0,0 1,0-1,0 0,0 0,0 0,0 0,0 0,0 1,0-1,0 0,0 0,0 0,0 0,0 0,0 1,0-1,0 0,0 0,0 0,-1 0,1 0,0 1,0-1,0 0,0 0,0 0,0 0,115 2,-7-6,32-3,27-3,1454-114,-1167 91,-272 18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38.32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1068 323,'-5'1,"-11"4,0 0,1 1,0 0,0 1,0 1,1 0,0 1,1 1,0 0,1 0,-1 2,2 0,1-3,1 1,1 0,0 1,1 0,0 0,0 0,1 1,1 0,0 0,0 3,3-9,1 0,-1 0,1 0,1 0,-1 0,1 0,0 1,0-1,1 0,0 0,0 0,0 0,1 0,0 0,0-1,1 1,-1 0,1-1,0 0,1 0,-1 0,4 4,1-1,1 0,0-1,0 0,0 0,1-1,0 0,0-1,0 0,1-1,-1 0,1 0,0-2,7 2,8 1,0-2,0 0,0-2,0-1,13-2,-16 0,1-1,-1-2,0 0,-1-1,1-1,3-2,-16 4,1 1,-1-1,0-1,-1 0,1 0,-1-1,0 0,-1-1,0 0,0 0,-1-1,1 0,3-7,-8 9,1-1,-1 0,-1 0,1 0,-1-1,-1 1,0 0,0-1,0 1,-1-1,-1 1,1-1,-1 1,-1-1,1 1,-1 0,-1 0,0-1,0 2,0-1,-1 0,0 1,-1 0,0 0,0 0,0 0,-1 1,0 0,0 0,0 0,-1 1,-2-1,-6-5,1 1,-2 0,1 2,-1-1,-1 2,1 0,-1 1,0 1,-1 1,1 0,-1 1,0 1,0 1,0 0,0 1,1 1,-1 1,0 0,0 2,-12 3,24-5,1 0,-1 0,1 1,-1 0,1 0,0 0,0 1,0-1,1 1,-1 0,1 0,-1 2,-8 15</inkml:trace>
  <inkml:trace contextRef="#ctx0" brushRef="#br0" timeOffset="315.157">1858 195,'0'0,"0"0,0 0,0 7,0 12,2 15,3 14,1 11,3 6,1 4,1 0,0-3,1-8,-1-12</inkml:trace>
  <inkml:trace contextRef="#ctx0" brushRef="#br0" timeOffset="1642.738">254 271,'0'0,"0"0,0 8,0 14,0 20,2 21,0 17,3 15,2 11,2 7,2 2,2-1,-2-20</inkml:trace>
  <inkml:trace contextRef="#ctx0" brushRef="#br0" timeOffset="856.71">2558 207,'-6'8,"-13"17,1 1,1 0,2 1,0 0,2 2,1-1,1 2,2-1,1 1,-2 20,8-43,2 1,-1-1,1 0,0 1,0-1,1 0,0 1,1-1,0 0,0 0,0 0,1 0,-1 0,2-1,-1 1,1-1,0 0,0 0,1 0,0 0,0-1,0 0,1 0,0-1,1 2,4-1,2 0,-1 0,0-2,1 1,0-1,0-1,0-1,0 1,0-2,0 0,0-1,0 0,0-1,0 0,0-1,0 0,-1-1,1-1,-1 0,2-2,-4 3,-1 0,-1-1,1 0,-1-1,1 0,-1 0,-1-1,0 0,0 0,0-1,-1 0,0 0,0 0,-1-1,0 0,0 0,-1 0,-1 0,1-1,-2 0,1 1,-1-1,-1 0,0 0,0 0,-1-1,0 0,-2 0,1 0,-2 1,1-1,-2 0,1 1,-1 0,-1-1,0 2,0-1,-1 0,0 1,-1 0,0 1,0 0,-1 0,0 0,-8-5,1 1,0 2,-1 0,0 1,0 0,-1 1,0 1,-1 1,0 0,0 1,-15-1,-1 1,10 3</inkml:trace>
  <inkml:trace contextRef="#ctx0" brushRef="#br0" timeOffset="1251.655">2928 1,'7'4,"93"55,4-5,1-5,3-5,79 21,-145-50,-16-6,6 2,0 1,-1 2,27 15,-55-28,0 1,0-1,0 1,-1-1,1 1,-1 0,1 0,-1 0,0 0,1 1,-1-1,0 1,-1-1,1 1,0-1,-1 1,1 0,-1 0,0 0,0 0,0 0,-1 0,1 0,-1 0,1 0,-1 0,0 1,0-1,0 0,-1 0,1 0,-4 6,1-1,-1 0,0-1,-1 1,0-1,0 0,-1 0,1 0,-4 1,-42 42,-3-3,-1-2,-34 20,76-56,-65 47</inkml:trace>
  <inkml:trace contextRef="#ctx0" brushRef="#br0" timeOffset="54369.305">1043 1190,'7'3,"11"0,0 0,0-1,0-1,0-1,0 0,11-2,-27 1,87-6,-54 2,1 2,-1 2,1 1,0 2,-1 1,2 2,0 4</inkml:trace>
  <inkml:trace contextRef="#ctx0" brushRef="#br0" timeOffset="54607.179">1031 1332,'0'0,"0"0,0 0,0 0,7 0,14-1,17 0,18-3,18 0,15 2,-7 1</inkml:trace>
  <inkml:trace contextRef="#ctx0" brushRef="#br1" timeOffset="84161.451">0 1925,'53'2,"182"-6,9-10,-155 8,2881-121,-2496 119,-404 4,-18 0</inkml:trace>
  <inkml:trace contextRef="#ctx0" brushRef="#br1" timeOffset="84762.882">266 2223,'-11'0,"-23"-2,43-4,5 3,1 1,-1 0,1 0,0 2,5 0,16-1,572-48,-360 26,1185-76,-283 65,-968 30</inkml:trace>
  <inkml:trace contextRef="#ctx0" brushRef="#br1" timeOffset="-134836.791">63 1616,'0'0,"0"0,0 0,0 0,1 0,95 6,39-10,1-5,17-8,-45 4,2158-196,-1279 148,-899 53</inkml:trace>
  <inkml:trace contextRef="#ctx0" brushRef="#br1" timeOffset="-134316.64">559 1900,'-35'-1,"-60"-3,79 1,17-1,64-5,628-50,1090-89,-803 103,-861 44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4:57.69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4878 1104,'3'-7,"30"-71,4 2,3 1,43-61,-16 57,-62 75,0-1,0 1,1 0,-1 0,1 0,0 1,0 0,1 0,-1 0,0 1,1 0,0 0,5 0,-5 2,0 1,-1 1,1-1,-1 1,1 0,-1 1,0-1,0 1,0 0,0 1,0 0,-1 0,0 0,0 0,0 1,0 0,0 0,-1 0,0 0,3 6,46 55,-30-35,1-1,2-1,0-1,2-1,1-2,22 14,-36-29,1-1,0-1,1 0,0-1,0-1,0 0,1-1,0-1,0-1,0-1,0 0,1-1,-1-1,0-1,0-1,1 0,-1-1,-1-1,7-3,1-2,0-1,-1-1,0-1,-1-2,0 0,-1-1,-1-1,0-1,-1-1,-1-1,5-7,-1-2</inkml:trace>
  <inkml:trace contextRef="#ctx0" brushRef="#br0" timeOffset="250.84">5744 573,'0'0,"0"0,-1 7,-1 13,0 15,-1 14,1 13,1 10,3 7,0 6,2 1,1-2,0-7,0-15</inkml:trace>
  <inkml:trace contextRef="#ctx0" brushRef="#br0" timeOffset="723.575">6291 368,'7'7,"4"4,68 71,4-4,14 6,-19-27,4-4,1-3,41 16,-94-52,-14-7,0 1,-1 0,0 2,0 0,7 7,-20-16,-1 0,1 0,-1 1,0-1,0 1,1-1,-1 1,0-1,0 1,-1 0,1-1,0 1,-1 0,1 0,0-1,-1 1,0 0,0 0,1 0,-1 0,0-1,0 1,-1 0,1 0,0 0,-1 0,1-1,-1 1,1 0,-1 0,0 0,-38 47,-177 141,79-58,74-69</inkml:trace>
  <inkml:trace contextRef="#ctx0" brushRef="#br0" timeOffset="1147.485">4597 407,'0'0,"0"0,0 0,1 6,3 14,0 18,2 20,1 18,3 16,1 13,2 9,1 4,-1-18</inkml:trace>
  <inkml:trace contextRef="#ctx0" brushRef="#br0" timeOffset="-5171.27">969 341,'2'-7,"104"-314,-106 321,0-1,0 1,0-1,0 1,0-1,0 1,0-1,1 1,-1-1,0 1,0-1,0 1,1-1,-1 1,0 0,0-1,1 1,-1-1,0 1,1 0,-1-1,1 1,-1 0,0-1,1 1,-1 0,1 0,-1-1,1 1,-1 0,1 0,-1 0,1 0,-1 0,1 0,-1 0,1 0,-1 0,1 0,-1 0,1 0,-1 0,1 0,-1 0,1 0,-1 1,1-1,-1 0,0 0,1 1,-1-1,1 0,-1 0,1 1,-1-1,0 0,1 1,-1-1,0 1,0-1,1 1,-1-1,0 1,38 47,-16-16</inkml:trace>
  <inkml:trace contextRef="#ctx0" brushRef="#br0" timeOffset="-6241.976">969 523,'0'0,"0"0,0 6,2 10,1 15,0 14,1 12,0 9,-1 7,0 4,-1 4,0 0,0 1,2-3,1-3,0-6,0-10,-1-14</inkml:trace>
  <inkml:trace contextRef="#ctx0" brushRef="#br0" timeOffset="-5897.865">1351 535,'0'0,"0"0,0 0,2 5,2 10,2 13,4 13,1 11,4 10,1 5,1 5,0 3,-3-1,0-3,-1-5,-1-7,-3-14</inkml:trace>
  <inkml:trace contextRef="#ctx0" brushRef="#br0" timeOffset="-5658.48">956 1194,'0'0,"11"-2,21-3,22-4,19-1,13 0,-8 0</inkml:trace>
  <inkml:trace contextRef="#ctx0" brushRef="#br0" timeOffset="-2931.739">2064 315,'1'-5,"71"-222,-68 215,-3 6,1 0,0 1,0-1,0 0,1 1,-1 0,1 0,1-1,0 1,-4 4,1 0,0 0,0 1,0-1,0 0,0 1,0-1,0 0,0 1,0 0,0-1,0 1,1 0,-1-1,0 1,0 0,0 0,0 0,1 0,-1 0,0 0,0 0,0 0,0 1,1-1,-1 0,0 1,0-1,0 1,0-1,0 1,0 0,1 0,31 29,-31-29,61 72,-31-34</inkml:trace>
  <inkml:trace contextRef="#ctx0" brushRef="#br0" timeOffset="-3671.279">2434 614,'0'0,"0"0,0 0,-4 5,-8 11,-9 11,-7 12,-7 9,-3 7,-4 3,-1 2,0 1,2-3,2-3,4-6,3-8,5-7,6-11</inkml:trace>
  <inkml:trace contextRef="#ctx0" brushRef="#br0" timeOffset="-3403.994">1885 730,'0'0,"0"0,0 0,5 5,10 9,12 10,10 12,10 8,8 6,6 5,4 1,2-1,-2-4,-11-10</inkml:trace>
  <inkml:trace contextRef="#ctx0" brushRef="#br0" timeOffset="-1608.765">2968 652,'50'-7,"-23"5,1 1,-1 1,1 1,-1 1,1 2,-1 1,0 1,-1 1,25 10,-44-15,0 1,0 0,0 0,0 1,-1 0,0 0,1 0,-2 1,1 0,0 0,-1 1,0-1,0 1,-1 0,1 0,-1 1,-1-1,1 1,-1 0,-1 0,1 0,-1 0,0 1,0-1,-1 1,0-1,-1 1,0 3,-4 8,-1-1,-1 0,0-1,-2 1,0-2,-1 1,0-1,-2 0,0-1,-12 13,-21 29,-49 71,91-126,1 0,-1 1,0-1,1 0,-1 0,1 1,0-1,0 1,0-1,0 1,0-1,0 1,1 0,0-1,-1 1,1 0,0 0,0-1,0 1,1 0,-1-1,1 1,-1 0,1-1,0 1,0-1,0 1,0-1,0 1,2 1,2-1,0-1,0 0,0 0,0 0,1 0,-1-1,0 0,1 0,-1-1,1 1,-1-1,1 0,50-1,1-1,-1-4,29-7,-65 10,59-9,-8 0</inkml:trace>
  <inkml:trace contextRef="#ctx0" brushRef="#br0" timeOffset="-1326.52">3032 1040,'0'0,"9"-1,17-2,21-3,22 0,16 0,13 0,3 0,-16 1</inkml:trace>
  <inkml:trace contextRef="#ctx0" brushRef="#br0" timeOffset="-884.166">3057 431,'0'0,"1"-4,3-9,2-8,3-7,2-5,2-2,2 1,2 3,1 3,1 6,1 5,0 7,1 11,2 10,1 12,-2 1</inkml:trace>
  <inkml:trace contextRef="#ctx0" brushRef="#br0" timeOffset="1703.05">3733 381,'4'11,"34"87,12 24,26 109,-65-191,-2 1,-2 1,-2-1,-1 1,-3 0,-1 0,-5 38,-3-40,-1 1,-2-2,-2 1,-2-2,-1 0,-2 0,-1-2,-3-1,0 0,-2-1,-2-2,-1-1,-1 0,-18 13,-97 79,4-18</inkml:trace>
  <inkml:trace contextRef="#ctx0" brushRef="#br0" timeOffset="2360.805">549 431,'0'0,"0"0,0 0,0 0,-2 6,-6 13,-7 17,-6 19,-8 19,-4 21,-4 17,1 18,6 17,12 14,16 12,19 9,23 5,5-29</inkml:trace>
  <inkml:trace contextRef="#ctx0" brushRef="#br1" timeOffset="133402.448">599 2113,'54'29,"-20"-9,2-1,-1-1,2-2,0-2,17 4,-13-11,1-1,0-2,0-2,0-2,0-2,0-1,-1-3,1-1,-1-2,-1-2,1-1,12-8,32-10,0 0,1 3,4 3,-62 18,1 1,-1 2,1 0,0 2,0 2,0 0,0 2,11 2,10 8,-1 2,0 2,22 12,87 29,-117-47,1-2,0-2,0-2,1-2,-1-2,1-1,0-3,-1-1,29-7,86-24,-78 17,75-9,-127 24,-1 2,0 0,1 2,-1 1,0 1,0 1,25 7,20 14,-12 1</inkml:trace>
  <inkml:trace contextRef="#ctx0" brushRef="#br1" timeOffset="-158107.673">115 2204,'13'-2,"356"-36,2 17,10 16,-150 2,496-14,517-6,-799 30,-385-4</inkml:trace>
  <inkml:trace contextRef="#ctx0" brushRef="#br1" timeOffset="-157605.905">231 2538,'220'-30,"1"11,95 7,-159 7,335-16,425-11,-440 32,-270 1</inkml:trace>
  <inkml:trace contextRef="#ctx0" brushRef="#br1" timeOffset="-152637.559">1 2421,'824'-82,"117"24,493 49,-836 26,-335-11</inkml:trace>
  <inkml:trace contextRef="#ctx0" brushRef="#br1" timeOffset="-150349.481">778 2320,'0'0,"22"-2,41-1,49-2,42-3,32-1,22 2,13 2,8 2,4 2,2 1,-1 3,-4-1,-42 1</inkml:trace>
  <inkml:trace contextRef="#ctx0" brushRef="#br1" timeOffset="-149925.105">904 2590,'0'0,"2"0,1116 12,-1023-9,312 12,978 15,-1084-34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47:09.31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472 292,'4'-5,"45"-47,-46 51,-1-1,0 1,0-1,0 1,1 0,-1 0,1 0,-1 0,1 0,-1 1,1-1,0 1,-1 0,1 0,0-1,-1 2,1-1,-1 0,1 0,0 1,-1 0,1-1,-1 1,1 0,-1 0,1 1,107 85,-100-81,0-1,0 0,1 0,-1-1,1 0,0-1,1 0,-1-1,0 0,1-1,-1-1,1 1,-1-2,1 1,-1-2,3 0,26-6,0-2,0-2,32-14,-69 25,16-6,16-8,1 2,0 2,1 1,0 2,1 1,35-1,66 12,49-2,-97-13,0-4,25-10,40-7,-73 19,0 4,1 4,59 4,-55 4,-1-4,0-3,39-9,283-72,-376 80,-1 2,1 1,0 2,0 1,4 2,14 4</inkml:trace>
  <inkml:trace contextRef="#ctx0" brushRef="#br0" timeOffset="148920.498">0 512,'65'3,"833"27,550-54,-543 23,-791 0</inkml:trace>
  <inkml:trace contextRef="#ctx0" brushRef="#br0" timeOffset="149359.853">116 565,'274'-24,"83"12,-303 10,146-2,2199-38,-1906 27,-294 5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0:51.60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554 62,'-25'40,"-1"0,-3-2,0-1,-3-2,-1-1,-2-1,0-2,-7 1,24-18</inkml:trace>
  <inkml:trace contextRef="#ctx0" brushRef="#br0" timeOffset="294.21">236 179,'0'0,"0"0,0 0,4 3,5 5,7 7,6 6,4 3,2 4,2 0,0 1,0-3,0-2,-1-4,-6-6</inkml:trace>
  <inkml:trace contextRef="#ctx0" brushRef="#br0" timeOffset="1037.285">542 10,'-18'-4,"-1"2,1 0,-1 0,1 2,-1 1,0 0,-11 3,13-2,1 2,-1 0,1 1,-1 1,2 0,-1 1,1 1,0 0,0 1,1 0,1 2,-1-1,2 2,-1 0,2 0,-1 1,-5 10,2-1,1 0,0 1,2 1,1 0,1 0,1 1,1 0,2 1,0 0,2 0,-2 22,5-38,0 1,1-1,0 0,1 0,0 1,0-1,1 0,1 0,0 0,0 0,1 0,0-1,0 0,1 0,0 0,1 0,0-1,1 0,-1 0,2 0,-1-1,6 4,-1-3,0-1,1 0,0-1,1-1,-1 0,1 0,0-1,0-1,0-1,0 0,15 0,-3-1,1-2,-1-1,1-1,-1-1,0-1,2-2,-3 1,-1-2,0 0,-1-2,0 0,0-2,-1-1,-1 0,0-2,-1 0,0-1,-2-1,0-1,0-1,-2 0,-1-1,0-1,-1 0,-1-1,-2 0,0-1,-1 0,-1-3,-6 16,0 0,-1-1,0 0,-1 1,0-1,0 0,-2 0,1 1,-1-1,-1 0,0 1,0-1,-1 1,0-1,-1 1,0 0,-1 1,0-1,-1 1,-5-8,2 7,-1 0,0 0,0 1,-1 0,0 1,-1 0,0 1,0 0,0 1,-1 1,0-1,0 2,-1 0,-6-1,-9 0,1 1,-1 1,1 1,-1 2,0 0,-16 4,17-1,0 2,1 0,-1 2,1 1,1 1,0 1,0 1,-13 9,2 3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0:56.26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359 24,'-6'1,"-19"7,0 1,1 1,0 1,1 1,0 1,1 1,-11 9,17-11,1 0,1 0,0 2,1-1,0 2,1 0,1 0,-1 2,7-9,1 0,0 0,0 0,1 0,0 0,0 1,1-1,0 1,1 0,-1 0,2 0,-1 0,1 0,1-1,0 1,0 0,0 0,2 3,1-3,-1 0,1 0,1 0,-1 0,2-1,-1 0,1 0,0 0,1-1,0 0,0 0,0-1,1 1,0-2,0 1,1-1,-1-1,1 1,4 0,6 3,0-2,1 0,0-1,0-1,0-1,1 0,-1-2,19-1,-15-1,0-1,0-1,0-1,-1-1,0-2,0 0,0-1,-1-1,13-8,-23 11,-1-1,0 0,0-1,0 0,-1-1,0 0,-1 0,0-1,0-1,-1 1,-1-1,0-1,0 1,-1-1,0 0,-1-1,3-11,-5 14,-1-1,-1 1,0 0,0-1,-1 1,0-1,-1 1,0 0,0-1,-1 1,-1 0,0 0,0 0,-1 0,0 1,0 0,-1-1,-1 1,1 1,-2-1,1 1,-1 0,0 1,-1 0,-5-5,-3 1,0 0,-1 1,0 1,0 0,-1 1,0 1,-1 1,1 1,-1 0,0 2,-1 0,1 1,0 0,-1 2,1 0,-1 2,1 0,-5 2,17-3,0-1,0 2,1-1,-1 1,1 0,-1 0,1 1,0 0,0 0,0 0,0 1,0 0,1 0,0 1,0-1,0 1,0 0,1 0,0 1,0-1,0 1,-1 4,0 14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0:58.12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0,'1'9,"2"10,63 490,-54-360,-6 0,-9 63,-2-136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0:50.1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1112 394,'-3'6,"-89"147,-6-4,-7-5,-58 57,71-110,70-73</inkml:trace>
  <inkml:trace contextRef="#ctx0" brushRef="#br0" timeOffset="471.765">540 523,'0'0,"0"0,1 1,47 54,-2 2,1 8,3 4,27 32,5-4,56 51,-98-110</inkml:trace>
  <inkml:trace contextRef="#ctx0" brushRef="#br0" timeOffset="4899.662">477 303,'12'-21,"0"0,-1-1,-1-1,3-13,-1 5,40-96,-51 126,-1 0,0 0,1 0,-1 0,1-1,-1 1,1 0,0 0,-1 0,1 0,0 0,0 1,0-1,0 0,0 0,0 0,0 1,0-1,0 0,0 1,0-1,0 1,0-1,0 1,1 0,-1 0,0-1,0 1,0 0,1 0,-1 0,0 0,0 0,1 0,-1 1,0-1,0 0,0 1,0-1,1 1,-1-1,0 1,0-1,0 1,0 0,81 66,-51-38</inkml:trace>
  <inkml:trace contextRef="#ctx0" brushRef="#br0" timeOffset="9788.376">248 149,'1'-4,"25"-59,-49 117,-26 47,5 1,4 3,4 1,-1 27,23-78,3 0,2 1,3 0,2 0,3 1,2-1,2 1,3-1,2 0,3-1,12 36,25 25,3-17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0:54.37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1 174,'3'-4,"29"-39,42-63,-73 105,-1 0,0 0,0 0,0 0,1 0,-1 0,0 1,1-1,-1 0,1 0,-1 0,1 1,-1-1,1 0,-1 1,1-1,0 0,-1 1,1-1,0 1,0-1,-1 1,1-1,0 1,0-1,0 1,-1 0,1 0,0-1,0 1,0 0,0 0,0 0,0 0,0 0,0 0,-1 0,1 0,0 1,0-1,0 0,0 0,0 1,0-1,7 7,0 0,0 0,0 1,-1 0,0 0,4 8,5 5,47 52,-32-38</inkml:trace>
  <inkml:trace contextRef="#ctx0" brushRef="#br0" timeOffset="-956.952">13 485,'7'2,"24"3,28 4,-1 4,0 1,8 6,-54-15,0 0,-1 0,1 1,-1 0,0 1,-1 1,1 0,3 4,-10-8,0-1,-1 2,1-1,-1 0,0 1,0-1,-1 1,1 0,-1 0,0 0,0 0,0 1,-1-1,0 0,0 1,-1-1,1 0,-1 1,0-1,-1 6,-4 5,0 0,-1 0,-1-1,0 0,-1 0,-1-1,0 0,-1-1,0 0,-1 0,-1-1,-11 10,22-22,-161 163,161-163,1 0,-1 1,1-1,0 0,-1 0,1 1,0-1,-1 0,1 0,0 1,0-1,-1 0,1 1,0-1,0 0,-1 1,1-1,0 1,0-1,0 0,0 1,0-1,-1 1,1-1,0 0,0 1,0-1,0 1,0-1,0 0,1 1,-1-1,0 1,0-1,0 0,0 1,0-1,1 1,-1-1,0 0,0 1,0-1,1 0,-1 1,0-1,1 0,-1 1,0-1,1 0,-1 0,0 0,1 1,-1-1,0 0,26 3,152-25,-104 10,143-16,-153 21</inkml:trace>
  <inkml:trace contextRef="#ctx0" brushRef="#br0" timeOffset="-611.365">78 923,'0'0,"10"-2,17-5,22-2,16-2,14-1,8 0,-1 1,-14 1</inkml:trace>
  <inkml:trace contextRef="#ctx0" brushRef="#br0" timeOffset="4628.892">676 20,'0'0,"0"0,0 0,0 1,74 179,-46-119,20 48,-4 2,14 68,-47-139,-2 1,-2-1,-1 2,-3-1,-1 0,-2 1,-2-1,-2 1,-3 10,-4-6,-1 0,-3-2,-2 0,-1 0,-2-2,-3 0,-15 21,-34 44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0:56.91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252 286,'-6'3,"-13"10,-1 0,2 2,0 0,0 2,2 0,0 0,1 2,1-1,0 2,2 0,0 1,1 0,2 0,0 1,0 4,6-17,0 0,0 1,1-1,0 1,1-1,0 1,1 0,0 0,0-1,1 1,0 0,1-1,0 1,1-1,0 1,0-1,1 0,0 0,0-1,1 1,0-1,1 0,4 5,1-4,0-1,1 0,0-1,0 0,1-1,-1 0,1-1,1-1,-1 0,1 0,-1-2,1 0,0 0,0-1,0-1,0 0,0-1,-1-1,1 0,0-1,-1 0,8-3,-10 3,-1 0,1 0,-1-1,0 0,0-1,-1 0,0 0,1-1,-2-1,1 1,-1-1,0-1,0 0,-1 0,0 0,-1-1,1 0,-2 0,1 0,-2-1,1 0,-1 0,0 0,-1-1,-1 1,1-1,-1 1,-1-1,0-1,-2-1,-1 1,0-1,0 0,-1 1,-1-1,0 1,-1 0,0 0,-1 1,0-1,-1 1,0 1,-1-1,0 1,-1 0,-6-5,-2-1,0 2,0 0,-1 1,-1 0,-1 2,1 0,-2 1,1 1,-7 0,13 3,-1 2,1 0,-1 1,0 0,-1 1,1 0,0 2,0 0,-1 0,1 2,-5 1,17-3,0 1,-1 0,1 0,0 0,0 0,0 1,0-1,0 1,1 0,-1-1,0 1,1 1,-1-1,0 1,-5 11</inkml:trace>
  <inkml:trace contextRef="#ctx0" brushRef="#br0" timeOffset="578.453">685 0,'4'5,"18"22,2 0,1-2,1-1,1-1,1-1,0-1,14 5,14 6,0-3,2-2,42 12,123 28,-162-45,-60-22,0 1,0-1,0 1,0-1,0 1,0 0,-1-1,1 1,0 0,0 0,0 0,-1 0,1-1,0 1,-1 0,1 0,-1 0,1 0,-1 1,0-1,1 0,-1 0,0 0,0 0,1 0,-1 0,0 0,0 1,0-1,-1 0,1 0,0 0,0 0,-22 34,-122 115,-102 124,182-203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1:04.38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60,'57'-1,"506"-30,-118 5,-418 24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1:04.85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49,'0'0,"0"0,0 0,1 0,791-37,-657 25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1:54.98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 0,'0'0,"0"0,0 0,0 0,0 0,0 0,0 7,0 12,0 17,0 16,-1 16,1 12,0 10,0 6,0-15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2:22.81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1,'0'0,"0"0,2 8,3 17,2 21,2 23,2 24,1 19,-1-9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2:22.0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66,'0'0,"0"0,0 0,0 0,2 5,1 9,4 10,1 10,0 7,0 7,-1 3,-1 3,-1 2,-1 1,-1-2,-2-3,0-11</inkml:trace>
  <inkml:trace contextRef="#ctx0" brushRef="#br0" timeOffset="491.71">241 0,'0'0,"8"6,96 63,177 110,-87-68,-190-109,0 0,-1-1,0 1,1-1,-1 1,0 0,0 0,0 0,0 1,-1-1,1 1,-1-1,1 1,-1 0,0 0,0 0,0 0,0 0,-1 1,1-1,-1 0,0 1,0-1,0 1,-1 0,1-1,-1 3,-2 0,-1 0,0-1,0 1,-1-1,0 0,0 0,0 0,0-1,-1 0,1 1,-1-2,-3 3,-1 1,-278 216,238-188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2:41.11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1,'0'0,"0"0,0 0</inkml:trace>
  <inkml:trace contextRef="#ctx0" brushRef="#br0" timeOffset="266.289">1 167,'0'0,"0"0,0 0,1 5,2 5,2 5,0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2:44.25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0,'0'0,"0"0,0 0,1 5,0 6,1 8,-1 7,0 5,-1 1,-2-1,0-1,1-1,0-7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1:51.9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1032 804,'402'8,"946"-23,-642-5,-631 17</inkml:trace>
  <inkml:trace contextRef="#ctx0" brushRef="#br0" timeOffset="2302.498">63 740,'-18'32,"11"-20,0 0,2 0,-1 1,1-1,1 1,1 1,-2 10,4-20,0-1,1 1,0 0,0 0,0 0,0 0,1 0,-1 0,1 0,0 0,0-1,1 1,-1 0,1-1,0 1,0-1,0 1,0-1,0 0,1 0,0 0,-1 0,1-1,0 1,0-1,1 1,-1-1,0 0,2 0,6 3,1-1,0 0,1-1,-1 0,0-1,1 0,0-1,-1-1,1 0,0-1,-1 0,1 0,-1-2,1 1,0-2,-5 2,-1-1,1 0,0 0,-1-1,1 0,-1 0,0-1,4-4,-8 7,0 0,-1-1,1 1,-1-1,0 0,0 1,0-1,0 0,-1 0,1 0,-1-1,0 1,1 0,-2-1,1 1,0 0,-1-1,1 1,-1-1,0 1,0 0,0-2,-1 0,-1 0,1 0,-1 0,1 0,-1 0,-1 1,1-1,-1 0,0 1,0 0,0 0,-1 0,1 0,-1 0,0 0,0 1,0 0,-1 0,-5-4,0 1,-1 0,0 1,0 0,-1 0,1 2,-5-2,-56-7,61 10</inkml:trace>
  <inkml:trace contextRef="#ctx0" brushRef="#br0" timeOffset="2680.489">371 610,'0'0,"0"0,0 1,23 23,1-1,1-1,1-2,1 0,1-1,0-2,23 10,20 14,-69-40,31 24,-32-24,0-1,0 1,-1 0,1 0,0 0,-1-1,1 1,-1 0,1 0,-1 0,0 0,1 0,-1 0,0 0,0 0,0 0,1 0,-1 0,0 0,0 0,-1 0,1 0,0 0,0 0,0 0,-1 0,1 0,0 0,-1 0,1 0,-1 0,1 0,-1 0,0 0,1-1,-1 1,-5 5,-1 0,1 0,-1-1,-1 0,1-1,-1 1,-5 1,-7 5,-183 107,153-88</inkml:trace>
  <inkml:trace contextRef="#ctx0" brushRef="#br0" timeOffset="14644.643">4853 377,'-18'16,"-19"15,-326 296,343-306</inkml:trace>
  <inkml:trace contextRef="#ctx0" brushRef="#br0" timeOffset="14926.91">4356 390,'0'0,"0"0,0 0,0 0,0 0,4 4,6 11,7 12,5 12,4 8,3 6,1 4,1 2,1 1,-2-5,-6-11</inkml:trace>
  <inkml:trace contextRef="#ctx0" brushRef="#br0" timeOffset="15497.39">3642 235,'0'0,"-1"1,4 129,6-1,5-1,14 45,14 122,-38-250</inkml:trace>
  <inkml:trace contextRef="#ctx0" brushRef="#br0" timeOffset="16392.515">3515 248,'0'0,"0"0,5-4,27-11,1 1,0 1,1 2,0 2,1 1,0 1,20 0,-46 5,722-82,-553 67,351-33,-501 48,-9-1,0 2,1 0,-1 2,0 0,19 4,-34-4,1 0,-1 1,1 0,-1 0,0 0,0 1,0-1,0 1,-1 0,1 0,-1 0,0 1,1-1,-1 1,-1 0,1-1,-1 1,1 0,-1 1,0-1,-1 0,1 1,-1-1,0 1,0-1,0 4,44 218,-16-119,5-2,4-2,14 21,-34-85,-4-9,0 2,-2 0,-2 0,6 26,-15-54,-1-1,1 1,0 0,-1-1,0 1,0 0,0-1,0 1,-1 0,1-1,-1 1,0-1,0 1,0-1,-1 1,1-1,-1 0,0 0,0 1,0-1,0-1,-1 1,1 0,-1 0,1-1,-1 0,-3 3,-6 0,0 1,0-1,-1-1,0 0,0-1,0-1,0 0,-1 0,1-1,-11-1,17 0,-403 3,-550 42,592-15,206-18</inkml:trace>
  <inkml:trace contextRef="#ctx0" brushRef="#br0" timeOffset="20481.227">5616 584,'0'0,"0"0,0 0,893-24,-10-4,-788 29</inkml:trace>
  <inkml:trace contextRef="#ctx0" brushRef="#br1" timeOffset="49713.255">1643 81,'0'0,"1"4,2 8,1 6,2 5,1 3,-1-3</inkml:trace>
  <inkml:trace contextRef="#ctx0" brushRef="#br1" timeOffset="50045.913">1694 377,'0'7,"-1"110,-11 50,6-77,3 0,6 43,-2-2,-14 93,4-91,1 273,-13-102,19-257</inkml:trace>
  <inkml:trace contextRef="#ctx0" brushRef="#br1" timeOffset="52658.953">7336 1760,'0'0,"2"6,0 3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2:33.34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9386 340,'-7'3,"-7"3,0 0,1 1,0 1,0 0,1 0,0 2,1-1,0 2,0-1,1 1,0 1,1 0,1 0,0 1,0 0,1 1,1-1,-1 4,6-12,-1 1,1-1,1 1,-1-1,1 1,0-1,0 1,0 0,1-1,0 1,0-1,1 0,-1 1,1-1,0 0,0 0,1 0,0 0,0 0,0-1,0 1,1-1,-1 0,1 0,0 0,1 0,8 5,0-1,0-1,1 0,0 0,1-1,-1-1,1-1,0 0,0 0,0-2,1 0,-1-1,1 0,-1-1,6-2,-11 2,0-2,1 1,-1-2,0 1,0-1,-1-1,1 0,0 0,-1-1,0 0,0 0,-5 2,0 0,0 0,0-1,0 1,-1-1,0 0,1 0,-1 0,-1 0,1 0,0-1,-1 1,0-1,0 0,-1 1,1-1,-1 0,0 0,0 0,-1 0,1 0,-1 0,0-2,-1-1,-1 0,1 0,-1 0,-1 1,1-1,-1 1,-1-1,1 1,-1 0,0 0,-1 1,0-1,0 1,0 0,-1 0,0 0,-6-5,-1 1,0 0,0 1,-1 0,0 1,0 1,-10-4,6 5,0 0,0 0,0 2,-1 0,0 1,-7 1,11 2</inkml:trace>
  <inkml:trace contextRef="#ctx0" brushRef="#br0" timeOffset="454.329">9781 262,'0'0,"0"0,43 49,1-1,2-3,2-2,2-2,34 21,-37-33,53 40,-99-69,0 1,1 0,-1 0,0 0,1 0,-1 0,0 0,0 0,0 1,0-1,0 0,0 0,-1 1,1-1,0 1,-1-1,1 1,-1-1,1 1,-1-1,0 1,1-1,-1 1,0-1,0 1,0 0,0-1,-1 1,1-1,0 1,-1-1,1 1,-1 1,-4 1,1 1,-1 0,0-1,0 0,0 0,-1-1,0 1,1-1,-1-1,0 1,-4 1,-3 1,-288 117,234-95,7-4</inkml:trace>
  <inkml:trace contextRef="#ctx0" brushRef="#br0" timeOffset="737.575">8812 211,'0'0,"0"0,0 0,2 4,1 12,2 14,0 18,-2 18,-1 18,1 18,-2 10,0-13</inkml:trace>
  <inkml:trace contextRef="#ctx0" brushRef="#br0" timeOffset="-40168.985">1529 701,'-20'19,"-38"23,80-37,88-3,-76-4,1846 4,-1874-2,571 17,-509-15</inkml:trace>
  <inkml:trace contextRef="#ctx0" brushRef="#br0" timeOffset="-37509.923">484 689,'-11'12,"1"1,1 0,0 1,0 0,1 0,1 0,0 1,1 1,1-1,1 1,-1 4,4-16,0 1,1-1,-1 0,1 1,0-1,0 1,1-1,0 1,-1-1,1 1,1-1,-1 0,1 0,-1 0,1 1,0-2,1 1,-1 0,1 0,0-1,0 1,0-1,0 0,0 0,1 0,-1-1,1 1,0-1,0 1,0-1,3 1,-1-1,0 0,1-1,-1 0,0 0,1 0,-1-1,0 0,1 0,-1-1,0 1,0-1,1-1,-1 1,0-1,0 0,0-1,4-1,-7 2,1 0,0 0,-1 0,0-1,1 1,-1-1,0 0,-1 0,1 0,0 0,-1 0,1-1,-1 1,0-1,0 0,-1 1,1-1,-1 0,0 0,0 0,0 0,0 0,-1 0,0 0,1 0,-2 0,1-3,-3-3,0 0,0 1,-1 0,0 0,-1 0,0 0,-1 1,1 0,-2 0,1 0,-1 1,0 0,0 0,-1 1,0 0,0 0,-1 1,-2-1,-1-2,0 1,0 0,-1 1,0 1,0 0,0 1,-1 0,1 1,-1 0,0 1,3 2</inkml:trace>
  <inkml:trace contextRef="#ctx0" brushRef="#br0" timeOffset="-37069.098">701 597,'6'5,"54"40,2-4,2-2,2-2,45 16,-102-49,-6-3,0 0,0 0,0 0,-1 0,1 1,0 0,0-1,-1 1,1 0,-1 0,0 0,0 1,0-1,0 1,2 1,-5-2,1-1,0 1,-1 0,1-1,-1 1,1-1,-1 1,0-1,0 1,0-1,1 1,-1-1,-1 0,1 0,0 1,0-1,0 0,-1 0,1 0,0 0,-1 0,1-1,-1 1,1 0,-1-1,0 1,-1 1,-180 115,93-50,50-36</inkml:trace>
  <inkml:trace contextRef="#ctx0" brushRef="#br0" timeOffset="-36707.063">0 494,'0'0,"0"0,0 0,0 0,1 8,2 15,2 16,2 19,0 15,0 14,-1 12,-1 11,-2 2,-1-17</inkml:trace>
  <inkml:trace contextRef="#ctx0" brushRef="#br0" timeOffset="-23546.026">4611 353,'11'0,"41"-2,0 2,0 3,0 2,-1 2,1 2,36 13,-77-18,-1 0,0 1,0 0,0 0,0 1,-1 1,6 4,-11-8,-1 0,0 1,0-1,0 1,0-1,0 1,-1 0,0 0,0 0,0 0,0 1,0-1,-1 1,0-1,0 1,0-1,-1 1,1-1,-1 5,-3 6,0 0,0-1,-2 0,0 0,0 0,-2 0,1-1,-2 0,0 0,0-1,-1 0,-1-1,-118 142,36-49,85-95,2-4,1 0,-1 0,1 1,1-1,-1 1,1 0,0 0,0 1,-1 5,4-11,-1 0,1 0,0-1,0 1,0 0,0 0,0 0,0-1,1 1,-1 0,0 0,0-1,1 1,-1 0,0 0,1-1,-1 1,0 0,1-1,-1 1,1 0,-1-1,1 1,0-1,-1 1,1-1,-1 1,1-1,0 1,0-1,-1 0,1 1,0-1,-1 0,1 0,0 0,0 1,0-1,-1 0,2 0,36 0,-32 0,278-30,-147 17,-80 7</inkml:trace>
  <inkml:trace contextRef="#ctx0" brushRef="#br0" timeOffset="-23275.747">4750 752,'0'0,"0"0,6-1,13-1,17-2,17 0,16 2,13 0,8 2,3 1,-16 0</inkml:trace>
  <inkml:trace contextRef="#ctx0" brushRef="#br0" timeOffset="-22738.178">4025 133,'2'88,"10"69,115 687,-120-778</inkml:trace>
  <inkml:trace contextRef="#ctx0" brushRef="#br0" timeOffset="-21759.784">3821 80,'67'-5,"426"-6,-359 11,922-31,-576-1,-477 32,106 5,-104-4,1 0,-1 1,0-1,0 1,-1 0,1 0,0 1,-1-1,1 1,-1 0,0 0,0 0,0 1,0 0,0 0,-1 0,0 0,0 0,1 3,4 11,-1 1,-2 0,0 0,0 0,-2 1,-1-1,0 1,-1 9,0-7,0-9,12 157,7-1,10 18,83 239,-112-420,15 90,-15-90,-1-1,0 1,0-1,-1 1,1 0,-1-1,-1 1,1-1,-1 0,0 1,0-1,0 0,-1 0,0 0,-2 3,-1-3,1-1,-1 1,0-1,-1-1,1 1,-1-1,1 0,-1 0,0-1,0 0,0 0,0-1,0 0,-1 0,1-1,0 1,0-2,-3 1,-65-1,0-3,-8-4,48 4,-817-65,116 55,721 14,-41 2,-1-3,1-3,0-1,1-4,-23-7,26-1</inkml:trace>
  <inkml:trace contextRef="#ctx0" brushRef="#br0" timeOffset="-20146.515">6278 689,'91'7,"258"-1,55-19,186-30,-399 24</inkml:trace>
  <inkml:trace contextRef="#ctx0" brushRef="#br1" timeOffset="9286.5">1885 340,'1'10,"35"276,-30 143,-9-4,2-328,5 0,7 30,-6-74,-1 1,-3 0,-5 46,-4-17,-1 12,3 52,2 89,-3-135,5 0,5 33,27 227,-29-309</inkml:trace>
  <inkml:trace contextRef="#ctx0" brushRef="#br1" timeOffset="11474.672">7730 3,'0'0,"1"14,2 23,1 24,1 17,1 12,-1 5,0-13</inkml:trace>
  <inkml:trace contextRef="#ctx0" brushRef="#br1" timeOffset="11774.383">7782 1062,'0'3,"30"593,-10-29,14 237,-30-120,-6-615,0-12</inkml:trace>
  <inkml:trace contextRef="#ctx0" brushRef="#br1" timeOffset="14824.8">1211 4269,'0'0,"-5"-1,-5 1,-1 1,1 0,0 0,-1 1,1 0,0 1,0 0,0 1,1 0,-1 0,1 1,0 0,0 1,1 0,-1 0,2 1,-1 0,0 0,1 1,1 0,-1 0,-4 9,4-7,1 1,0 0,1 0,0 0,0 1,1-1,1 1,0 0,1 1,0-1,1 0,0 1,1-1,0 0,1 1,1-1,0 0,0 0,2 3,-1-5,1 0,1 0,0 0,0-1,1 0,0 0,0 0,1-1,0 0,1 0,0-1,0 0,0 0,1-1,0 0,0-1,1 0,0 0,0-1,0 0,0-1,0 0,1 0,-1-1,1-1,0 0,-1 0,1-1,0-1,0 0,-1 0,1-1,-1 0,1 0,-1-2,0 1,0-1,0-1,0 0,-1 0,2-2,-2 0,-1-1,1 0,-2 0,1 0,-1-1,-1-1,1 1,-2-1,1 0,-1 0,-1-1,0 1,0-1,-1 0,0 0,-1 0,-1 0,0-1,0 1,-1 0,0-1,-1-2,-1-3,0 0,-1 1,-1-1,0 0,-1 1,-1 0,-1 0,0 1,-1 0,0 0,-1 0,-1 1,-1 1,-6-7,10 12,1 1,-2 0,1 0,-1 1,0 0,-1 0,1 1,-1 0,0 0,0 1,-1 0,1 1,-1 0,0 0,0 1,0 1,0-1,0 2,0-1,-1 2,-9 6,7 2</inkml:trace>
  <inkml:trace contextRef="#ctx0" brushRef="#br1" timeOffset="15379.323">1848 4294,'-10'2,"-7"2,1 0,-1 1,1 1,1 0,-1 2,1-1,1 2,-10 6,18-10,0-1,0 1,0 1,1-1,-1 1,1 0,1 1,-1-1,1 1,0 0,1 0,-1 0,2 0,-1 1,1-1,0 1,0-1,1 1,-1 7,3-2,1 1,0 0,0 0,1-1,1 0,1 1,-1-1,2-1,0 1,1-1,0 0,0 0,2-1,-1 0,1-1,1 0,0 0,0-1,1 0,0-1,1 0,0 0,-6-4,0 1,1-1,0 0,-1-1,1 0,0 0,1 0,-1-1,1 0,-1 0,1-1,-1 0,1-1,0 1,-1-1,1-1,0 0,-1 0,1 0,-1-1,1 0,-1 0,0-1,0 0,0 0,0-1,0 0,-1 0,2-1,-4-1,1 1,0-1,-1 0,0-1,-1 1,1 0,-1-1,0 0,-1 0,0 0,0 0,0 0,-1 0,0-1,-1 1,1-6,-2-4,0 0,0 0,-2 0,0 1,-1-1,-5-12,2 7,-2-1,-1 1,0 1,-2-1,0 2,-1 0,-1 0,-1 2,-1 0,-1 0,0 2,-1 0,-1 1,0 0,-4 0,13 9,8 5,4 1</inkml:trace>
  <inkml:trace contextRef="#ctx0" brushRef="#br1" timeOffset="15867.067">2128 4125,'7'7,"130"116,5-6,111 69,-150-110,-101-75,0 1,0-1,-1 1,1 0,0 0,-1 0,1 0,-1 0,1 0,-1 0,0 1,0-1,0 0,0 1,-1-1,1 1,-1-1,1 1,-1-1,0 1,0-1,0 1,0-1,0 1,-1-1,1 1,-1-1,0 1,1-1,-1 1,0-1,0 0,-1 1,-62 81,28-40,-28 46,5 3,-23 54,72-130,-20 38</inkml:trace>
  <inkml:trace contextRef="#ctx0" brushRef="#br1" timeOffset="16339.808">650 3995,'0'0,"0"0,0 0,0 5,0 9,1 12,0 10,1 10,-1 9,-1 8,1 9,0 11,0 12,2 14,1 13,3 14,0-17</inkml:trace>
  <inkml:trace contextRef="#ctx0" brushRef="#br1" timeOffset="18267.673">7986 4178,'0'0,"0"0,-1 5,1 10,-1 11,0 10,1 8,0 5,0 5,1 4,0 3,2 2,2 1,2-2,2-4,0-4,1-7,-2-12</inkml:trace>
  <inkml:trace contextRef="#ctx0" brushRef="#br1" timeOffset="18819.718">8443 4281,'-5'6,"-11"15,1 1,1 0,1 2,1-1,1 2,1-1,1 1,1 2,5-14,0 0,1 1,0-1,1 0,0 1,1-1,1 1,0-1,1 0,0 0,1 0,1 0,0 0,1 0,0-1,6 11,-4-11,0-2,1 1,0-1,1 0,0 0,1-1,-1-1,2 0,-1 0,1-1,1 1,-6-5,-1 0,1 0,0 0,0-1,0 0,0 0,0-1,0 0,1 0,-1 0,0 0,1-1,-1 0,1-1,-1 0,0 0,0 0,1 0,-1-1,0 0,0 0,-1-1,5-2,-4 1,-1 0,1 0,-1-1,0 0,0 0,0 0,-1 0,0-1,0 0,0 0,-1 0,1 0,-2-1,1 1,-1-1,0 0,0 0,-1 1,1-1,-1-3,0-6,-1 1,0-1,-1 1,0-1,-1 1,-1-1,0 1,-5-12,1 7,-1 0,0 1,-2 0,0 1,-1 0,0 1,-2 0,0 1,-1 0,0 1,-1 0,-1 1,0 1,-1 1,-1 0,-2 0,13 8,0 1,0 0,0 0,0 1,0 0,-1 0,1 1,-1 0,1 0,-1 1,1 0,-2 0,-8 3</inkml:trace>
  <inkml:trace contextRef="#ctx0" brushRef="#br1" timeOffset="19325.957">8914 4139,'3'7,"8"22,1-1,1-1,2 0,1-1,1-1,1 0,1-1,3 1,26 25,2-2,2-2,2-3,2-2,1-3,21 8,-68-40,-7-5,1 0,-1 1,0-1,0 1,0 0,0 0,0 0,-1 0,1 0,0 1,-1-1,0 1,0 0,1-1,-1 1,-1 0,1 0,0 0,-1 1,0-1,0 0,0 1,1 0,-4 2,1-1,-1 1,0-1,0 0,-1 0,0 0,0 0,0 0,0-1,-1 1,-3 2,0 3,-178 238,91-110,51-78</inkml:trace>
  <inkml:trace contextRef="#ctx0" brushRef="#br1" timeOffset="19861.137">7399 3920,'-6'20,"-7"45,3 0,3 1,2 0,4 1,2 1,21 344,-13-316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3:38.9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164 269,'-40'-10,"-79"-20,115 28,16 2,-5 1,103-1,-1-5,35-9,-86 9,565-40,-406 31,-185 12,126-9,1 7,21 8,-159-2</inkml:trace>
  <inkml:trace contextRef="#ctx0" brushRef="#br0" timeOffset="726.572">354 501,'-115'47,"55"-15,60-32,0 0,0 0,-1 0,1 0,0 1,-1-1,1 0,0 0,0 0,0 0,-1 1,1-1,0 0,0 0,-1 0,1 1,0-1,0 0,0 0,0 1,0-1,-1 0,1 1,0-1,0 0,0 0,0 1,0-1,0 0,0 1,0-1,0 0,0 0,0 1,0-1,0 0,0 1,0-1,1 0,-1 0,0 1,0-1,0 0,0 0,0 1,1-1,-1 0,0 0,0 1,18 2,97-16,540-85,13 48,-638 49,323-25,-329 23,0 0,-1-2,1 0,-1-2,0 0,-21 6,0 1,0 0,-1-1,1 0,0 1,-1-1,1 0,0 0,-1 0,1 0,-1 0,1 0,-1 0,0-1,1 1,-1 0,0-1,0 1,0-1,0 1,0-1,0 0,-1 1,1-1,-1 0,1 1,-1-1,1 0,-1 0,0 0,0 0,0 1,0-1,0 0,-3-4,0 1,0 0,0 0,-1 0,0 0,0 0,0 1,-1 0,1 0,-1 0,0 0,0 1,-5-3,-42-25,-1 2,-1 2,-2 3,-50-15,39 18,-1 3,-1 3,-6 2,30 6,9 2,1-1,-1-2,-24-9,60 17,0 0,0 0,1-1,-1 1,0 0,0 0,0 0,0-1,0 1,0 0,0 0,0-1,0 1,0 0,0 0,0 0,0-1,0 1,0 0,0 0,0-1,0 1,0 0,45 8,-1 3,0 1,2 4,-10-5,440 146,-320-99,-94-23,-60-34,0 1,0-1,-1 1,1 0,-1 0,1-1,-1 1,0 0,1 0,-1 0,0 0,0 0,-1 1,1-1,0 0,-1 0,1 1,-1-1,0 0,0 0,0 1,0-1,0 0,0 1,-1-1,1 0,-1 0,0 3,-30 42,-32 14,-32 16,-31 18,-21 12,4-5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3:58.88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1408 132,'18'-14,"109"-104,-127 119,0-1,0 0,1 1,-1-1,0 0,0 1,0-1,0 0,0 1,0-1,0 0,1 1,-1-1,0 0,0 0,0 1,1-1,-1 0,0 0,0 1,1-1,-1 0,0 0,0 0,1 1,-1-1,0 0,1 0,-1 0,0 0,1 0,-1 0,0 0,1 0,-1 0,0 1,1-2,-1 1,0 0,1 0,-1 0,0 0,1 0,-1 0,0 0,1 0,-1 0,0-1,-11 40,-1-1,-3-1,-9 16,18-39,-194 390,138-284,-762 1366,762-1388</inkml:trace>
  <inkml:trace contextRef="#ctx0" brushRef="#br0" timeOffset="488.337">1865 569,'0'0,"-7"14,-12 27,-16 29,-16 27,-14 22,-11 17,-8 12,-6 5,-2 4,-1 0,0 0,1-3,5-6,4-9,7-14,18-28</inkml:trace>
  <inkml:trace contextRef="#ctx0" brushRef="#br0" timeOffset="992.66">273 1669,'-2'10,"-110"483,74-345,-6-1,-17 23,56-158,-6 31,20-37,56-27,37-19,2 5,40-6,-19 15,-8 7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6:24.420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color" value="#E71224"/>
      <inkml:brushProperty name="ignorePressure" value="1"/>
    </inkml:brush>
    <inkml:brush xml:id="br2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17916 4782,'0'0,"0"0,0 0,0 0,0 0,0 0,0 0,0 0,-1 5,-2 11,-2 11,0 11,-2 9,1 6,1 2,2 1,1-5,2-11</inkml:trace>
  <inkml:trace contextRef="#ctx0" brushRef="#br0" timeOffset="552.524">18095 4613,'6'3,"197"119,81 36,-283-158,55 40,-54-38,0 0,1 0,-1 1,0-1,-1 1,1-1,0 1,-1 0,1-1,-1 1,0 0,0 0,0 0,0 0,-1 0,1 0,-1 0,0 0,0 0,0 2,-3 5,0-1,-1 0,0-1,0 1,-1 0,0-1,0 0,-1 0,0-1,-1 0,1 0,-1 0,-7 4,12-9,-72 65,-4-3,-2-3,-34 16,55-39</inkml:trace>
  <inkml:trace contextRef="#ctx0" brushRef="#br0" timeOffset="-1655.141">17241 4691,'0'0,"0"0,0 0,0 0,0 0,0 0,0 0,0 4,1 10,0 10,0 12,1 12,1 11,2 11,2 8,4 7,0-11</inkml:trace>
  <inkml:trace contextRef="#ctx0" brushRef="#br1" timeOffset="119347.915">624 1058,'0'0,"2"9,4 16,3 17,3 15,1 11,0 6,-1 2,-1 0,-2-2,-2-3,-2-4,-2-5,1-4,1-6,3-9,1-12</inkml:trace>
  <inkml:trace contextRef="#ctx0" brushRef="#br1" timeOffset="120987.045">0 891,'0'0,"0"0,1 5,1 11,-1 14,1 17,0 16,2 16,-1 14,3 15,0 15,3 15,1 15,3 14,1 13,-1-24</inkml:trace>
  <inkml:trace contextRef="#ctx0" brushRef="#br1" timeOffset="119979.227">1478 1187,'-18'-5,"12"6,0 0,1 0,-1 1,1 0,0 0,0 0,-1 1,1 0,1 0,-1 0,0 0,1 1,0-1,0 1,0 1,-3 2,-15 18,1 1,0 1,2 0,2 2,0 0,2 0,-2 9,11-23,0-1,1 1,1 0,0 0,1 0,1 1,-1 10,3-22,0 1,0 0,0 0,1-1,0 1,-1 0,2-1,-1 1,0-1,1 1,0-1,0 0,1 0,-1 0,1 0,-1 0,1 0,1-1,-1 1,0-1,1 0,0 0,-1 0,1 0,0-1,4 2,5 0,0 0,0-1,0-1,0 0,1-1,-1 0,0-1,1 0,-1-1,0-1,1 0,-1-1,0 0,-1-1,2-1,7-2,-1 0,1-2,-2 0,1-1,-1-1,-1-1,0-1,-1 0,0-1,3-5,-12 11,0-1,0 0,-1 0,0-1,0 0,-1 0,-1 0,0-1,0 0,-1 0,0 0,-1 0,-1-1,0 0,0 1,-1-1,0 0,-1 1,-1-10,-1 11,0 1,0-1,-1 0,-1 1,0-1,0 1,0 0,-1 0,-1 1,1-1,-2 1,1 1,-1-1,0 1,0 0,-1 0,0 1,0 0,-1 1,1 0,-1 0,0 1,-1 0,1 0,-1 1,1 0,-1 1,0 0,0 1,0 0,0 1,-1-1,1 2,0 0,0 0,-9 3,15-3,0 0,-1 0,1 1,0-1,0 1,0 0,0 0,0 1,1-1,-3 3,-5 7</inkml:trace>
  <inkml:trace contextRef="#ctx0" brushRef="#br1" timeOffset="120468.431">2062 877,'5'6,"21"24,2-1,1-2,1-1,1-1,1-2,1-1,1-2,1-1,1-1,1-2,0-2,19 4,-26-9,-18-5,1 0,-1 0,0 1,0 1,10 6,-20-11,-1 0,1 0,-1 0,0 0,0 0,0 1,1-1,-1 0,0 0,0 1,-1-1,1 1,0-1,0 1,-1-1,1 1,-1-1,1 1,-1 0,0-1,1 1,-1-1,0 1,0 0,0-1,-1 1,1 0,0-1,-1 1,-23 43,-129 147,-145 229,236-340</inkml:trace>
  <inkml:trace contextRef="#ctx0" brushRef="#br1" timeOffset="-139855.368">11053 1730,'-40'28,"1"2,1 1,-13 16,26-24,1 0,1 2,2 1,0 1,1 0,2 1,1 2,-4 10,18-35,1 0,-1 1,1 0,0-1,0 1,0 0,1 0,0 0,0 0,0 0,1 0,0 0,0 0,1 1,0-1,0 0,0 0,1-1,0 1,0 0,0 0,1-1,-1 1,1-1,1 0,-1 0,2 1,1-1,0 0,1-1,0 1,-1-1,1-1,1 0,-1 0,0 0,1-1,-1 0,1 0,0 0,5-1,7 1,1-2,0 0,0-1,13-2,0-2,0-1,-1-2,0-1,-1-1,0-2,0-1,-1-2,-1-1,0-1,-2-2,0 0,-1-2,20-21,-35 30,-1-1,0 0,-1 0,-1-2,0 1,-1-1,-1 0,0-1,-1 1,2-7,-6 14,0-1,0 1,-1-1,0 0,-1 0,0 1,0-1,0 0,-1 0,-1 1,0-1,0 1,0-1,-1 1,0 0,-1 0,0 0,0 0,-1 1,-3-5,0 3,0-1,-1 2,0-1,-1 1,0 1,0 0,0 0,-1 1,0 0,0 1,-1 0,1 1,-1 0,0 1,0 0,-3 1,-2-1,-1 1,1 1,-1 1,1 0,0 2,-1 0,1 0,0 2,0 0,0 1,-4 2,7-1,0 1,0 0,1 0,0 1,0 1,1 0,0 1,1 0,0 1,1 0,0 1,1 0,0 0,0 1,2 0,0 1,0-1,1 1,1 1,0-1,1 1,-2 14,1 27</inkml:trace>
  <inkml:trace contextRef="#ctx0" brushRef="#br1" timeOffset="-139069.366">12034 1665,'-24'17,"1"2,0 1,2 1,0 1,2 0,0 2,2 0,0 1,2 1,1 0,1 1,1 0,-3 14,13-34,0 1,0-1,1 1,0 0,0 0,1 0,0 0,1 0,-1-1,1 1,1 0,0 0,0-1,0 1,1-1,0 1,0-1,1 0,0-1,0 1,1 0,0-1,0 0,0 0,1-1,0 0,2 2,6 1,1-1,0 0,0-2,1 1,0-2,0 0,0-1,0-1,0 0,0-1,1-1,-1 0,1-1,-1-1,0-1,0 0,4-2,3-1,0-1,0-1,-1-1,0-1,0-1,-2-1,1 0,14-13,-23 16,0-1,-1-1,0 0,0 0,-1-1,-1 0,0-1,0 0,-2-1,1 0,-2 0,0 0,0-1,-2 0,-2 7,0 0,0-1,-1 1,0-1,-1 1,0-1,0 0,-1 1,0-1,-1 1,0-1,0 1,-1 0,0 0,0 0,-1 0,0 0,0 1,-1 0,1 0,-2 0,1 0,-1 1,0 0,-1 0,1 1,-1-1,0 1,0 1,-6-3,0 1,-1 0,0 1,0 1,0 1,-1 0,1 0,-1 2,1-1,-1 2,0 0,0 1,1 1,-12 2,1 1,0 1,1 1,0 2,0 0,1 1,0 2,-10 7,-19 14</inkml:trace>
  <inkml:trace contextRef="#ctx0" brushRef="#br1" timeOffset="-138426.014">12925 1523,'0'7,"-5"57,-7 187,16-150,5 1,11 40,-14-107</inkml:trace>
  <inkml:trace contextRef="#ctx0" brushRef="#br1" timeOffset="-137826.065">13256 1199,'2'9,"8"19,1 0,1-1,1 0,2-1,0 0,2-2,1 1,0-2,2-1,18 16,24 14,1-3,3-3,25 11,34 23,-51-19,-71-58,1 1,-1 0,-1-1,1 1,-1 1,1-1,-1 0,0 0,-1 1,1-1,-1 1,0 0,0-1,0 1,0 0,-1 0,0 0,0 4,-4 6,-1 0,0 0,-1-1,-1 1,0-1,-1-1,0 1,-1-1,0-1,-1 1,-1-1,1 0,-55 67,-4-2,-57 46,56-59</inkml:trace>
  <inkml:trace contextRef="#ctx0" brushRef="#br1" timeOffset="-137190.756">10353 1510,'-3'8,"-7"36,2 0,1 0,3 1,1 0,3 0,2 7,10 141,25 119,-8-83,-14-80,-3-13</inkml:trace>
  <inkml:trace contextRef="#ctx0" brushRef="#br2" timeOffset="-125916.676">8061 2104,'0'0,"1"1,56 7,0-2,50-1,-16-1,-75-3,5-1,0 1,0 1,1 1,-1 1,-1 1,1 1,-1 0,9 5,-25-9,-1 0,1 0,-1 0,0 1,0-1,0 1,0-1,0 1,-1 0,1 0,-1 0,0 1,0-1,0 0,0 1,0 0,-1-1,0 1,0 0,0 0,0-1,0 1,-1 0,0 0,0 3,-2 10,-2 0,0-1,-1 0,0 0,-2 0,0-1,0 0,-2 0,1 0,-2-1,-8 9,-39 51,-3-3,-68 61,66-70,17-10,45-51,-1 0,1-1,0 1,-1 0,1-1,0 1,-1 0,1 0,0-1,0 1,0 0,0 0,-1-1,1 1,0 0,0 0,1 0,-1-1,0 1,0 0,0 0,0-1,1 1,-1 0,0 0,1-1,-1 1,0 0,1-1,-1 1,1 0,-1-1,1 1,0-1,-1 1,1-1,0 1,-1-1,1 1,0-1,-1 0,1 1,0-1,0 0,-1 0,1 0,0 1,0-1,-1 0,1 0,0 0,0 0,0 0,-1 0,1-1,0 1,0 0,-1 0,1-1,0 1,0 0,0-1,33-1,1-2,-1-1,12-5,7-1,349-52,-332 52</inkml:trace>
  <inkml:trace contextRef="#ctx0" brushRef="#br2" timeOffset="-125619.446">7996 2583,'0'0,"9"-2,16-1,21-1,21-2,17 0,12-2,6 0,-15 0</inkml:trace>
  <inkml:trace contextRef="#ctx0" brushRef="#br2" timeOffset="-124820.035">8086 1847,'3'-5,"24"-39,-2-2,15-37,29-54,-38 97,-30 39,0 0,0 0,0 0,0 0,0 0,0 1,0-1,1 0,-1 1,0-1,0 1,1-1,-1 1,0 0,1-1,-1 1,1 0,-1 0,0 0,1 0,-1 0,0 0,1 0,-1 1,1-1,-1 0,0 1,0-1,1 1,-1 0,0-1,0 1,1 0,-1 0,6 6,-1 0,0 1,-1-1,1 1,-1 0,-1 1,0-1,0 1,0 0,0 3,3 6,32 74,-21-50</inkml:trace>
  <inkml:trace contextRef="#ctx0" brushRef="#br2" timeOffset="-123100.616">9042 1536,'2'10,"68"190,-44-134,-18-44,47 118,-7 2,24 125,-62-222,-3 1,-2-1,-1 1,-3 0,-1 0,-3 0,-2 0,-1 0,-3-1,-1 0,-10 21,2-21,-3-1,-1-1,-2-1,-2-1,-2-1,-1-2,-2-1,-2-1,-14 10,-70 61</inkml:trace>
  <inkml:trace contextRef="#ctx0" brushRef="#br2" timeOffset="-131042.08">5374 2014,'0'0,"0"0,0 0,0 0,-1 629,1-570,-3-1,-2 1,-9 33,7-62</inkml:trace>
  <inkml:trace contextRef="#ctx0" brushRef="#br2" timeOffset="-130633.656">5832 2027,'0'0,"0"1,19 228,25 94,-28-248,3-2,6 7,-19-60</inkml:trace>
  <inkml:trace contextRef="#ctx0" brushRef="#br2" timeOffset="-130412.245">5412 2608,'0'0,"0"0,0 0,0 0,0 0,6-2,12-2,15-4,17 0,13-2,11 1,9 0,-9 1</inkml:trace>
  <inkml:trace contextRef="#ctx0" brushRef="#br2" timeOffset="-123856.602">5449 1911,'0'-13,"0"0,0 0,1-1,1 1,0 0,1 1,0-1,1 0,0 1,1 0,1 0,0 0,0 1,1 0,1 0,-1 0,6-3,-9 10,0 1,0 0,1 0,-1 1,1 0,0-1,-1 1,1 1,0-1,0 1,0 0,0 0,1 0,-1 1,0 0,0 0,0 0,0 0,1 1,-1 0,0 0,0 1,0-1,0 1,-1 0,1 0,0 1,0 0,84 50,-44-24</inkml:trace>
  <inkml:trace contextRef="#ctx0" brushRef="#br2" timeOffset="-128073.473">7398 2040,'-6'8,"-98"118,-6-5,-73 59,137-137,-1-1,-2-3,-1-2,-11 3,27-21</inkml:trace>
  <inkml:trace contextRef="#ctx0" brushRef="#br2" timeOffset="-127806.153">6634 2221,'0'0,"0"0,6 6,13 13,15 14,15 14,15 13,11 8,11 5,8 3,-11-12</inkml:trace>
  <inkml:trace contextRef="#ctx0" brushRef="#br2" timeOffset="-124316.378">6711 1911,'5'-3,"26"-18,-1-2,0 0,-2-2,-1-1,8-12,-25 28,-6 4,1 1,0-1,1 1,-1 0,1 1,0-1,0 1,1 0,-1 1,1-1,3 0,-8 3,0 1,0 0,0 0,-1 0,1 0,0 0,0 1,0-1,0 1,-1-1,1 1,0-1,-1 1,1 0,0 0,-1 0,1 0,-1 0,1 0,-1 0,0 0,1 1,-1-1,0 1,0-1,0 1,25 44,-24-42,7 19</inkml:trace>
  <inkml:trace contextRef="#ctx0" brushRef="#br2" timeOffset="-122454.337">4915 1678,'-5'6,"-19"26,2 2,2 0,0 1,3 1,-9 26,-16 47,4 1,5 3,6 0,4 2,0 44,12-49,6 1,4-1,5 1,13 66,18 35,6-23</inkml:trace>
  <inkml:trace contextRef="#ctx0" brushRef="#br1" timeOffset="-196184.516">1630 6900,'0'0,"6"68,36 640,-25-497,-10-121</inkml:trace>
  <inkml:trace contextRef="#ctx0" brushRef="#br1" timeOffset="-191549.711">2203 10415,'-60'108,"45"-86,1 2,0-1,2 2,1 0,1 0,1 1,1 0,2 1,0-1,0 12,6-28,0 0,1 0,0 0,0 0,1 0,1-1,-1 1,2 0,-1-1,1 0,1 0,-1 0,1 0,1-1,0 0,0 0,1 0,0-1,0 0,0-1,1 1,0-1,1-1,-1 1,1-1,0-1,0 0,1 0,2 1,0-1,0 0,1-1,-1-1,1 0,0 0,-1-1,1-1,0 0,0-1,0 0,-1-1,1-1,0 0,-1 0,0-1,0-1,0 0,-1 0,1-2,-1 1,0-1,-1-1,7-6,-12 9,-1 0,0-1,0 1,0-1,0 0,-1 0,0-1,-1 1,1 0,-1-1,-1 0,1 0,-1 1,0-1,0 0,-1 0,0 0,0 0,-1 0,0 0,-1-5,-2-4,-1 1,0 0,-1 0,-1 0,0 1,-1 0,0 1,-1-1,-2 1,-1-3,0 0,-2 0,0 2,0-1,-2 2,1 0,-2 1,0 1,0 0,-1 1,0 1,-1 1,0 1,0 0,0 1,-1 2,-19-4,16 8</inkml:trace>
  <inkml:trace contextRef="#ctx0" brushRef="#br1" timeOffset="-190821.602">3018 10298,'0'0,"0"1,5 23,2 0,1 0,0-1,2 0,1 0,0-2,2 1,0-1,5 4,30 38,3-2,2-3,4 0,-5-5,-48-48,2-1,-1 0,0 1,0-1,-1 1,0 0,0 1,0-1,0 1,-1 0,0-1,0 2,0-1,-1 0,0 0,0 1,-1-1,0 1,0-1,0 6,-3-7,0-1,-1 0,1 1,-1-1,0 0,0-1,-1 1,1-1,-1 1,0-1,1 0,-1 0,-1-1,1 1,0-1,-1 0,1 0,-3 1,-208 95,-106 71,269-145</inkml:trace>
  <inkml:trace contextRef="#ctx0" brushRef="#br1" timeOffset="-190431.102">1630 10131,'0'0,"0"0,0 0,0 6,0 12,1 16,0 19,2 15,1 14,2 10,3 8,3 7,2 6,2 2,0 1,0-1,1-8,-3-21</inkml:trace>
  <inkml:trace contextRef="#ctx0" brushRef="#br1" timeOffset="-185120.643">2623 14148,'-6'52,"4"27,4-1,3 1,4-1,9 31,4 44,-11-61,-8-81</inkml:trace>
  <inkml:trace contextRef="#ctx0" brushRef="#br1" timeOffset="-184600.521">2827 14006,'0'0,"0"1,11 36,1-1,2 0,2-1,1-1,2-1,0 0,3-2,17 21,22 18,2-2,3-4,28 19,-81-72,-9-7,33 36,-36-38,0 0,0-1,0 1,-1 0,1 0,0-1,-1 1,0 0,1 0,-1 0,0 0,0-1,0 1,0 0,0 0,-1 0,1 0,-1-1,1 1,-1 0,1 0,-1-1,0 1,0 0,0-1,0 1,-1 1,-100 97,-24 41,-23 21,137-151,0 0,-1-1,-1-1,1 0,-4 0,-19 8</inkml:trace>
  <inkml:trace contextRef="#ctx0" brushRef="#br1" timeOffset="-184174.604">2178 13969,'10'49,"37"261,4 297,-50-604,6 132,28 282,-23-345</inkml:trace>
  <inkml:trace contextRef="#ctx0" brushRef="#br1" timeOffset="-189638.214">4024 10892,'18'8,"1"-1,0-1,0-1,1-1,2 0,-8-1,179 25,2-8,0-9,79-9,-261-2,367 0,291 5,-342 3,-245-7</inkml:trace>
  <inkml:trace contextRef="#ctx0" brushRef="#br1" timeOffset="-189197.388">7741 10531,'0'0,"0"0,0 0,-4 5,-8 10,-9 13,-7 9,-6 9,-4 5,-2 4,0-1,3-1,3-4,4-5,4-8,4-10,5-9</inkml:trace>
  <inkml:trace contextRef="#ctx0" brushRef="#br1" timeOffset="-188913.146">7271 10556,'0'0,"0"0,5 3,7 5,8 10,8 8,5 11,4 10,3 8,1 7,3 4,2 2,1-2,-1-7,-8-13</inkml:trace>
  <inkml:trace contextRef="#ctx0" brushRef="#br1" timeOffset="-188011.548">6698 10078,'0'0,"0"0,0 0,-3 0,-5-2,-4 0,-3-1,-3-1,0 0,1 0,1-1,2 0,3 1</inkml:trace>
  <inkml:trace contextRef="#ctx0" brushRef="#br1" timeOffset="-187666.401">6494 10052,'0'0,"0"1,2 228,25 223,23 16,-44-416,8 69,21 75,-22-142</inkml:trace>
  <inkml:trace contextRef="#ctx0" brushRef="#br1" timeOffset="-186638.602">6405 10078,'11'4,"69"22,0-4,2-3,35 2,66-7,6-7,-37-2,121 8,375 7,-408-20,-234 0,0-1,1 2,-1-1,0 1,1-1,-1 2,0-1,0 1,0 0,0 0,0 0,0 1,-1 0,1 0,-1 1,0 0,0-1,0 2,0-1,-1 0,1 1,-1 0,-1 0,3 4,-1 6,-1 0,0 1,-1 0,-1 0,-1 0,0 0,-1 0,-2 16,2-9,-1 40,-2 57,5 0,13 71,6-73,16 42,5 24,-39-171,0 1,-2 0,1 0,-2 0,0 13,-1-23,1-1,-1 1,0-1,1 1,-1-1,-1 1,1-1,-1 0,1 0,-1 0,0 0,0 0,0 0,0 0,-1 0,1-1,-1 1,0-1,1 0,-1 0,0 0,0 0,-1 0,1-1,-2 1,-10 2,0 0,1-2,-1 0,-1 0,1-1,0-1,0-1,0 0,-2-1,14 1,-499-53,239 37,-2 11,-105 17,45 11,182-11</inkml:trace>
  <inkml:trace contextRef="#ctx0" brushRef="#br1" timeOffset="-178038.076">8379 10867,'0'0,"1"0,39-1,0 3,0 1,25 6,24 3,57-4,23-6,-60-2,831 39,-514-16,165-7,-474-15</inkml:trace>
  <inkml:trace contextRef="#ctx0" brushRef="#br1" timeOffset="-183262.496">4252 14666,'4'4,"12"7,0 0,1-1,0-1,1-1,0 0,0-2,0 0,1-1,0 0,0-2,0 0,19 0,311 21,-257-20,24 1,852 32,-272-5,-492-14,-119-11</inkml:trace>
  <inkml:trace contextRef="#ctx0" brushRef="#br1" timeOffset="-181847.188">7666 14280,'0'0,"0"0,1 0,150 4,87 15,-217-18,0 1,-1 1,1 1,-1 0,1 2,-1 0,-1 2,1 0,-1 1,13 9,-28-16,-1 1,0-1,0 1,0 0,0 0,0 0,-1 0,1 1,-1-1,0 1,0-1,0 1,0 0,-1 0,0 0,0 0,0 0,0 0,0 0,-1 0,0 0,0 0,0 0,0 1,0-1,-1 0,0 0,0 0,0 0,-1 0,1 0,-9 15,-1-2,0 1,-1-2,-1 1,-1-2,0 0,-15 13,14-14,-52 51,15-17,3 3,-20 28,34-17,34-60,0 0,1 0,-1 0,1 0,0 0,-1 0,1 0,0 0,0 0,1 0,-1 0,0 0,1 0,-1 0,1 0,0 0,-1 0,1 0,0-1,0 1,0 0,0 0,1-1,-1 1,0-1,1 1,-1-1,1 1,0-1,-1 0,1 0,1 1,11 4,0-1,0 0,1-1,-1-1,1 0,0-1,0 0,0-1,5-1,-12 1,64 2,1-3,-1-4,-1-2,5-4,-30 2</inkml:trace>
  <inkml:trace contextRef="#ctx0" brushRef="#br1" timeOffset="-181593.785">7830 14678,'0'0,"0"0,9 2,17 2,20 2,19-1,11-1,-7-2</inkml:trace>
  <inkml:trace contextRef="#ctx0" brushRef="#br1" timeOffset="-180867.111">6825 13813,'0'0,"0"0,0 1,63 403,-61-390,151 851,-132-774,67 336,-82-393</inkml:trace>
  <inkml:trace contextRef="#ctx0" brushRef="#br1" timeOffset="-179678.279">6596 13723,'45'12,"123"15,0-7,113-3,-237-14,426 16,296-30,-686 5,60-3,65 7,-114 12,-86-9,0 1,0-1,0 1,-1 0,1 0,-1 1,1-1,-1 1,0 0,1 0,-2 0,1 1,0-1,-1 1,1 0,1 3,0 5,0 0,-1 0,0 1,-1-1,0 1,-1 0,0 0,-1 0,-1 0,0 8,0-3,4 99,17 246,8-165,9-1,45 133,-69-285,-5-13,0 0,-2 0,-1 1,0 17,-6-45,0 0,0 0,0-1,-1 1,1 0,-1-1,0 1,-1-1,1 1,-1-1,0 1,0-1,0 0,-1 0,1 0,-1 0,0-1,0 1,0-1,-1 1,1-1,-1 0,0 0,0-1,0 1,0-1,0 0,-2 1,-17 4,0 0,0-1,0-1,-1-2,0 0,0-1,-11-2,19 1,-682 20,170-7,-197-32,632 11,0-5,-72-19,85 10</inkml:trace>
  <inkml:trace contextRef="#ctx0" brushRef="#br1" timeOffset="-178879.369">9117 14629,'0'0,"1"0,470 76,179-8,-277-33,647 40,-908-73</inkml:trace>
  <inkml:trace contextRef="#ctx0" brushRef="#br1" timeOffset="-197118.659">2496 7183,'3'-4,"28"-62,-31 66,1-1,-1 1,0-1,0 1,0-1,0 1,0-1,0 1,0-1,0 1,0-1,0 1,0-1,0 1,0-1,0 1,0-1,-1 1,1-1,0 1,0-1,-1 1,1-1,0 1,0 0,-1-1,1 1,-1 0,1-1,0 1,-1 0,1-1,-1 1,1 0,-1 0,1-1,0 1,-1 0,1 0,-1 0,1 0,-1 0,1 0,-1 0,1 0,-1 0,1 0,-1 0,-26 6,8 3,0 1,0 0,1 2,0 0,1 1,1 1,0 0,1 1,-9 12,13-16,1 1,1 0,-1 0,2 1,0 0,0 1,2-1,-1 2,2-1,0 0,0 1,2 0,0 0,0 0,2 1,0-1,0 0,2 5,1-13,0 0,0-1,1 1,0-1,0 0,0 0,1 0,0 0,0 0,1-1,-1 0,1 0,0 0,1 0,-1-1,1 0,0 0,0-1,0 0,0 0,1 0,-1 0,1-1,0 0,-1-1,1 0,0 0,0 0,0-1,0 0,3 0,11-1,0 0,-1-2,1-1,-1 0,0-1,0-1,0-1,-1-1,0-1,0 0,-1-2,-1 0,0 0,0-2,-1 0,13-14,-23 21,1-1,-1 1,0-1,-1-1,0 1,0-1,-1 0,1 0,-2 0,1-1,-1 1,0-1,-1 0,0 0,-1 0,0 0,0 0,-1 0,0 0,0 0,-1 0,0 0,-1 0,0 0,0 0,-1 1,-3-6,-1 2,-1 2,-1-1,0 1,0 0,-1 1,0 0,0 1,-1 0,0 0,-1 1,0 1,0 0,0 0,-1 1,1 1,-1 0,0 1,-12-1,13 1,-1 2,1-1,-1 2,0-1,1 2,-1 0,0 0,1 1,-10 3,-8 5</inkml:trace>
  <inkml:trace contextRef="#ctx0" brushRef="#br1" timeOffset="-196610.932">2916 6938,'0'0,"8"5,54 40,2-2,2-4,1-2,14 2,171 73,-249-111,67 42,-68-42,0 1,0 0,-1-1,1 1,0 0,-1 0,1 0,-1 1,0-1,1 0,-1 0,0 1,0-1,-1 1,1-1,0 1,-1-1,0 1,1-1,-1 1,0-1,0 1,-1 0,1-1,0 1,-1-1,0 1,1-1,-2 2,-3 6,-1 0,0-1,-1 0,0 0,-1 0,1-1,-1 0,-7 4,3 0,-300 282,261-248</inkml:trace>
  <inkml:trace contextRef="#ctx0" brushRef="#br1" timeOffset="-195299.36">4076 7441,'26'0,"514"15,248-14,-24-25,-691 22,-15 0</inkml:trace>
  <inkml:trace contextRef="#ctx0" brushRef="#br1" timeOffset="-194860.473">6939 7042,'0'0,"0"0,0 0,0 0,1 5,2 9,0 12,2 10,0 9,1 5,-1 5,2 3,0 2,1 0,0-2,-1-5,-1-10</inkml:trace>
  <inkml:trace contextRef="#ctx0" brushRef="#br1" timeOffset="-194483.477">7245 6951,'0'0,"0"0,0 0,1 6,2 12,1 13,1 14,0 10,0 8,0 5,2 3,1 2,2-2,-1-3,1-6,-3-6,-2-14</inkml:trace>
  <inkml:trace contextRef="#ctx0" brushRef="#br1" timeOffset="-194230.152">6927 7378,'0'0,"8"-1,13 1,15 0,12 1,9 0,3 0,-8 0</inkml:trace>
  <inkml:trace contextRef="#ctx0" brushRef="#br1" timeOffset="-193742.379">6367 6926,'0'0,"18"426,-3 9,-10-359,0-12</inkml:trace>
  <inkml:trace contextRef="#ctx0" brushRef="#br1" timeOffset="-192814.849">6266 6900,'7'-2,"71"-22,1 4,1 3,20 1,628-51,-522 52,-174 12,0-1,2 2,-1 1,0 2,0 1,0 1,0 2,-25-3,-1 0,0 1,0 0,0 0,0 0,-1 1,1 0,-1 0,0 1,0 0,-1 0,1 0,-1 0,0 1,-1 0,1 0,-1 0,0 1,-1 0,1-1,0 5,10 28,-1 1,-2 1,1 17,4 10,12 40,5-3,5 0,39 71,51 91,-126-262,23 68,-24-70,-1 0,1 1,-1-1,0 0,0 1,0-1,0 0,0 1,-1-1,1 0,-1 0,0 1,0-1,-1 0,1 0,0 0,-1 0,0 0,0-1,1 1,-2 0,-1 1,-1-1,0 0,1 0,-1 0,0 0,0-1,-1 0,1 0,0 0,-1-1,1 0,-1 0,-2 0,-36 4,1-3,-1-1,1-2,-7-2,34 2,-226-14,-381-13,129 36,355-3</inkml:trace>
  <inkml:trace contextRef="#ctx0" brushRef="#br1" timeOffset="-177064.13">7972 7441,'23'-1,"280"-25,1366-86,-1096 92,-402 11</inkml:trace>
  <inkml:trace contextRef="#ctx0" brushRef="#br2" timeOffset="-121072.984">573 5593,'0'9,"20"175,-12-129,11 99,-7 2,-7 99,-32 230,9-243,10 0,12 30,20-59,10-1,8-1,10-3,15 16,-66-220,144 547,-122-440,-5 1,-6 0,-4 1,-5 3,-8 3,-4-1,-24 102,-65 229,-1 4,69-256,8 1,9 0,12 179,91 596,-52-651,23 369,-29 13,-33 656,-3-162,11-815,16 0,20 15,-10-220,7-30,0-30</inkml:trace>
  <inkml:trace contextRef="#ctx0" brushRef="#br2" timeOffset="-119550.793">1006 17510,'20'-12,"1"1,0 1,1 1,0 1,0 1,1 1,9-1,63-9,0 4,1 4,0 4,16 5,675 28,-284-6,883-38,1-74,-998 61,657-15,-693 49,339 49,-211 26,-3 20,315 117,-612-164,215 64,223 30,-506-129,-1-4,2-6,55-3,-106-8,0-2,-1-3,0-3,0-2,-1-4,-1-1,5-6,-3-3,-1-4,-2-2,0-2,-3-4,-1-1,-2-3,-2-2,-2-2,-2-3,2-6,32-44,-4-4,-4-3,-6-3,46-102,44-131,-16-8,46-195,96-468,-223 729,-12-3,2-182,-38 192,-13-1,-11 1,-48-263,-22 90,-104-314,-176-426,331 1095,-102-331,-62-359,144 467,4-129,3-322,41 707,-31-881,31 803,-12-62,2 113</inkml:trace>
  <inkml:trace contextRef="#ctx0" brushRef="#br2" timeOffset="-118421.276">4076 414,'-2'7,"-19"66,-3-1,-13 23,32-82,-200 461,-31 10,-591 1082,703-1336,-334 639,385-727,20-43,17-32</inkml:trace>
  <inkml:trace contextRef="#ctx0" brushRef="#br2" timeOffset="-117961.5">4292 465,'0'0,"-9"11,-49 67,2 3,-20 32,-19 31,-15 30,-16 24,-841 1309,190-319,666-1020,22-36</inkml:trace>
  <inkml:trace contextRef="#ctx0" brushRef="#br2" timeOffset="-117014.026">3564 775,'8'3,"28"10,0-2,1-2,0-1,1-2,36 1,130 3,1-10,139-20,1398-151,-966 85,3045-206,-1501 196,-1054 47,106 14,-1334 34,-7 0,74 1,0-4,-1-5,0-5,40-12,-83 8</inkml:trace>
  <inkml:trace contextRef="#ctx0" brushRef="#br2" timeOffset="-116538.291">16884 1,'-1'2,"-467"722,-367 565,318-552,-172 147,546-713,22-32,23-33</inkml:trace>
  <inkml:trace contextRef="#ctx0" brushRef="#br2" timeOffset="-115562.89">4470 814,'171'-3,"428"-35,197-52,-526 56,1202-122,2062 0,-946 201,-1206-7,-1069-34,-31-5,-46-3</inkml:trace>
  <inkml:trace contextRef="#ctx0" brushRef="#br2" timeOffset="-114997.857">4736 995,'0'0,"22"-3,40-7,49-8,49-6,44-7,38-6,32-5,28-8,-37 6</inkml:trace>
  <inkml:trace contextRef="#ctx0" brushRef="#br2" timeOffset="-114335.56">9626 3657,'0'0,"-6"12,-10 24,-14 26,-13 28,-9 20,-9 16,-6 12,-6 6,-2 3,-1 0,2-5,4-9,8-12,9-18,12-21,13-23</inkml:trace>
  <inkml:trace contextRef="#ctx0" brushRef="#br2" timeOffset="-113955.572">10060 3889,'0'0,"-8"12,-17 24,-22 29,-19 28,-15 25,-11 19,-8 14,-8 9,-3 5,-2 2,-1-3,4-6,5-10,10-14,20-31</inkml:trace>
  <inkml:trace contextRef="#ctx0" brushRef="#br2" timeOffset="-113482.29">8710 4782,'0'0,"-1"1,-105 493,-68 148,153-533,21-108,0 1,-1-1,1 0,0 0,0 0,0 0,0 0,0 0,0 1,0-1,0 0,0 0,1 0,-1 0,0 0,1 0,-1 0,1 0,-1 0,1 0,0 0,-1 0,1 0,0 0,0 0,-1 0,1-1,0 1,0 0,0-1,0 1,0-1,0 1,0-1,0 1,0-1,0 0,0 1,0-1,1 0,-1 0,0 0,0 0,0 0,8-2,0 0,0-1,0 0,-1-1,1 1,-1-2,0 1,4-5,4 0,54-31,309-170,-69 62,-169 83</inkml:trace>
  <inkml:trace contextRef="#ctx0" brushRef="#br0" timeOffset="-67041.912">11677 6552,'14'530,"-15"-489,0-7</inkml:trace>
  <inkml:trace contextRef="#ctx0" brushRef="#br0" timeOffset="-66712.705">11130 7340,'0'0,"0"0,0 0,9-1,17-2,18-1,20-1,17 1,13 0,8 0,6-1,3-1,0 0,-3 2,-7 1,-13 0,-20 1</inkml:trace>
  <inkml:trace contextRef="#ctx0" brushRef="#br0" timeOffset="-66238.445">11587 7573,'0'7,"0"40,3-1,1 1,2-1,2 0,3 0,1-1,2 0,6 6,-11-20,-10-31,1 1,0-1,0 1,-1-1,1 1,0-1,-1 1,1-1,0 0,-1 1,1-1,0 0,-1 1,1-1,-1 0,1 1,-1-1,1 0,-1 0,1 0,-1 1,1-1,-1 0,1 0,-1 0,1 0,-1 0,1 0,-1 0,1 0,-1 0,1 0,-1 0,1-1,-1 1,1 0,-1 0,0-1,-25-4,0-1,1-1,-19-9,34 13,-172-74,163 68</inkml:trace>
  <inkml:trace contextRef="#ctx0" brushRef="#br0" timeOffset="-65971.612">11562 7664,'0'0,"5"-2,9-1,13 0,14 1,11 0,9 1,7 0,-9 0</inkml:trace>
  <inkml:trace contextRef="#ctx0" brushRef="#br0" timeOffset="-65594.616">11868 7779,'6'6,"61"44,-44-35,-2 2,1 0,-2 1,1 2,-18-17,0 0,0 1,0-1,0 0,-1 1,0 0,1 0,-1 0,0 0,-1 0,1 0,-1 0,0 0,0 1,0-1,0 0,-1 1,0-1,0 0,0 1,0-1,-1 1,0-1,-1 2,0-1,-1 1,0-1,0 0,0 0,-1 0,0-1,0 1,0-1,0 0,0 0,-1 0,0-1,0 0,-3 2,-82 34,41-25,64-10,74-11,-35 1</inkml:trace>
  <inkml:trace contextRef="#ctx0" brushRef="#br0" timeOffset="-65045.079">13013 7133,'0'0,"-1"0,-9 7,0 1,1 0,0 1,0 0,1 0,0 1,1-1,0 2,0-1,1 1,1 0,-1 1,0 5,5-13,0 1,0-1,1 0,-1 1,1-1,0 1,0-1,1 0,0 1,-1-1,1 0,1 1,-1-1,1 0,-1 0,1 0,0 0,1-1,-1 1,1 0,-1-1,1 0,0 1,1-1,-1 0,0-1,1 1,-1-1,1 1,3 1,7 2,0 0,1 0,-1-2,1 1,0-2,0 0,0-1,1 0,-1-2,0 1,1-2,-1 0,0-1,12-3,-23 5,0-1,1 0,-1 0,0-1,0 1,1-1,-1 0,-1 0,1 0,0 0,0-1,-1 1,1-1,-1 0,0 0,0-1,0 1,0-1,-1 1,1-1,-1 0,0 0,0 0,0 0,-1 0,0 0,1-1,-1 1,-1 0,1-1,-1-1,-1 1,0-1,0 0,0 1,-1-1,0 1,0-1,0 1,-1 0,1 0,-1 0,-1 0,1 0,-1 1,1 0,-1-1,-1 1,-1-1,-3-3,0 1,-1 0,0 1,0 0,0 0,-1 1,0 0,-7-1,-33-4,35 9</inkml:trace>
  <inkml:trace contextRef="#ctx0" brushRef="#br0" timeOffset="-64682.046">13383 7042,'4'5,"37"30,1-1,1-3,2-1,39 19,56 37,-93-47,-46-37,1-1,-1 1,0 0,0-1,0 1,0 0,0 0,0 0,0 0,-1 0,1-1,-1 1,1 1,-1-1,0 0,0 0,0 0,0 0,0 0,0 0,-1 0,1 0,-1 0,1 0,-1 0,0 0,0 1,-4 4,-1-1,1 1,-2-1,1 0,-1 0,1-1,-1 0,-1 0,1 0,-1-1,0 0,-6 1,8-2,-43 19,0-2,-2-3,-5 0,-14 2</inkml:trace>
  <inkml:trace contextRef="#ctx0" brushRef="#br0" timeOffset="-64398.775">12454 6991,'0'0,"0"0,0 0,1 6,3 13,2 14,-1 15,0 12,-2 7,-1 7,1 1,2-3,-1-13</inkml:trace>
  <inkml:trace contextRef="#ctx0" brushRef="#br0" timeOffset="-63991.86">14160 7352,'0'0,"6"0,14-3,13 0,14-1,10-1,8 1,2 1,0 1,-11-1</inkml:trace>
  <inkml:trace contextRef="#ctx0" brushRef="#br0" timeOffset="-63771.372">14517 7249,'0'0,"0"0,1 6,2 10,0 12,1 12,0 6,1 3,-2-8</inkml:trace>
  <inkml:trace contextRef="#ctx0" brushRef="#br0" timeOffset="-63474.562">15063 7121,'0'0,"0"6,1 12,0 15,0 11,0 9,-1 3,1 1,0-4,0-10</inkml:trace>
  <inkml:trace contextRef="#ctx0" brushRef="#br0" timeOffset="-63049.185">15319 6913,'5'4,"89"64,42 20,-107-69,241 133,-210-113,-59-38,0 0,0 0,0 0,0 0,0 1,0-1,0 0,-1 0,1 0,0 1,-1-1,1 0,-1 1,1-1,-1 1,0-1,1 0,-1 1,0-1,0 1,0-1,0 1,0-1,-1 1,1-1,0 0,-1 1,1-1,-1 0,1 1,-1-1,0 2,-37 32,-7-7,-2-2,-42 16,64-30,-38 17,6-4</inkml:trace>
  <inkml:trace contextRef="#ctx0" brushRef="#br0" timeOffset="-62795.862">14733 7133,'0'0,"0"0,0 0,0 5,0 9,1 13,-1 12,-1 12,1 9,0 6,1-8</inkml:trace>
  <inkml:trace contextRef="#ctx0" brushRef="#br0" timeOffset="-62293.199">16109 6539,'0'0,"2"6,6 13,7 18,7 20,7 19,4 18,1 17,-4 12,-9 9,-14 5,-18 3,-23-1,-30-5,-31-12,-33-17,6-26</inkml:trace>
  <inkml:trace contextRef="#ctx0" brushRef="#br0" timeOffset="-61661.881">12288 6630,'0'0,"-2"8,-4 15,-5 21,-2 20,2 20,3 16,7 15,11 10,13 10,18 5,21 2,-1-23</inkml:trace>
  <inkml:trace contextRef="#ctx0" brushRef="#br0" timeOffset="-56555.366">12504 10468,'0'0,"1"5,0 10,2 12,1 11,1 9,-1 6,1 4,-1 2,1 0,0-2,1-4,1-7,-2-11</inkml:trace>
  <inkml:trace contextRef="#ctx0" brushRef="#br0" timeOffset="-56066.635">12759 10533,'18'0,"-1"4,0 1,-1 1,0 1,0 0,0 1,-1 0,0 1,-1 1,0 1,0 0,-1 0,-1 2,5 5,-9-10,-7-8,49 48,1-3,3-2,2-3,10 4,-30-21,-36-22,0 0,1 0,-1 0,0 0,0 0,0 0,0 0,0 0,0 0,0 0,-1 0,1 0,0 0,0 0,-1 0,1-1,-1 1,1 0,-1 0,1 0,-1 0,1 0,-1-1,0 1,0 0,1 0,-1-1,0 1,0-1,0 1,0-1,0 1,1-1,-1 1,0-1,0 0,0 0,0 1,-1-1,0 1,-166 90,54-22,46-27,-2-2,-31 10,52-30</inkml:trace>
  <inkml:trace contextRef="#ctx0" brushRef="#br0" timeOffset="-55800.347">12071 10389,'0'0,"0"0,0 0,1 9,1 19,2 22,2 25,2 24,2 22,3 19,4 17,-2-19</inkml:trace>
  <inkml:trace contextRef="#ctx0" brushRef="#br0" timeOffset="-51508.262">12136 14577,'0'0,"0"0,0 0,0 0,0 0,5 1,12 2,12 2,11 1,8 0,5-1,1 0,-2-2,-1-1,-1-4,-4-4,-4-4,-9 1</inkml:trace>
  <inkml:trace contextRef="#ctx0" brushRef="#br0" timeOffset="-51254.915">12823 14357,'0'0,"-1"6,-2 11,-1 12,1 11,2 9,3 4,4 2,3-3,3-6,2-10,3-12,-2-9</inkml:trace>
  <inkml:trace contextRef="#ctx0" brushRef="#br0" timeOffset="-50988.584">13000 14164,'0'0,"0"0,5 6,9 13,9 16,7 17,2 13,-1 12,-7 7,-9 3,-14-1,-14-7,-15-11,-3-18</inkml:trace>
  <inkml:trace contextRef="#ctx0" brushRef="#br0" timeOffset="-50637.52">11982 14137,'0'8,"-29"401,28-369,1 0,2 0,1-1,2 1,2-1,2 0,1-1,2 0,2 0,1-2,2 0,2 0,3 2,55 57,1-16</inkml:trace>
  <inkml:trace contextRef="#ctx0" brushRef="#br0" timeOffset="-50225.616">14020 14292,'0'0,"0"0,0 7,1 11,2 14,2 13,0 11,2 10,0 5,0 3,-1 1,-1-2,-1-6,1-10,3-13,4-14,-2-12</inkml:trace>
  <inkml:trace contextRef="#ctx0" brushRef="#br0" timeOffset="-49751.879">14376 14216,'13'38,"2"0,1-1,2-1,13 18,-7-19,1-2,2 0,1-2,2-1,1-2,1-1,1-1,1-2,1-1,12 4,-26-16,-14-7,0-1,0 1,-1 0,1 0,-1 1,0 0,0 0,0 1,2 3,-7-8,0 1,0 0,0 0,-1 0,1-1,0 1,-1 0,0 0,1 0,-1 0,0 0,0 0,0 0,0 0,0 0,0 0,-1 0,1 0,-1 0,1 0,-1 0,0 0,0-1,-1 3,-30 41,29-42,-206 224,167-180,-3-2,-13 8,16-20</inkml:trace>
  <inkml:trace contextRef="#ctx0" brushRef="#br0" timeOffset="-49403.293">13510 13931,'0'0,"0"0,-1 7,0 15,-1 20,0 19,1 18,1 18,2 13,3 12,3 12,2 9,2 6,0-21</inkml:trace>
  <inkml:trace contextRef="#ctx0" brushRef="#br0" timeOffset="-42222.33">4061 6706,'11'30,"13"49,12 69,0 6,-25-117,-2-4</inkml:trace>
  <inkml:trace contextRef="#ctx0" brushRef="#br0" timeOffset="-41969.969">4227 7522,'0'0,"1"6,1 4</inkml:trace>
  <inkml:trace contextRef="#ctx0" brushRef="#br0" timeOffset="-41968.969">4266 8076,'0'0,"2"8,0 3</inkml:trace>
  <inkml:trace contextRef="#ctx0" brushRef="#br0" timeOffset="-41717.134">4304 8657,'0'0,"1"7,1 13,2 14,1 1</inkml:trace>
  <inkml:trace contextRef="#ctx0" brushRef="#br0" timeOffset="-40991.044">4354 9446,'13'388,"-23"177,26-88,0-145,-15-299,27 522,10-71,-35-211,6 150,9 95,-21-331,1 294,25 315,1-127,-32-139,5-443,-16 363,-5 286,29-542,0-111</inkml:trace>
  <inkml:trace contextRef="#ctx0" brushRef="#br0" timeOffset="-30436.13">3005 6022,'-4'1,"-8"1,0 2,0-1,0 2,0 0,1 0,0 1,0 0,0 1,1 0,0 1,0 0,-3 4,-5 3,0 1,1 1,1 0,1 1,0 0,-8 16,18-27,1 0,1 0,-1 0,1 0,0 1,1 0,-1-1,2 1,-1 0,1 0,0 0,1 0,-1 0,2 0,-1 0,1 0,1 0,-1 0,1 0,0-1,2 4,-1-6,0 0,-1 0,2-1,-1 1,0-1,1 1,0-1,0-1,0 1,1 0,-1-1,1 0,0 0,0 0,0-1,0 0,0 0,0 0,1 0,-1-1,1 0,-1 0,1 0,2-1,13 1,0-1,0-1,0-1,0-1,19-5,-14 2,0-1,-1-1,0-1,-1-1,0-1,18-11,-32 16,0 0,-1-1,0 0,-1 0,1-1,-1 0,-1-1,1 0,-1 0,-1 0,0-1,0 0,-1 0,0 0,-1-1,3-10,-6 14,0 0,0 0,0 0,-1 0,0 0,0 0,0-1,-1 1,0 0,-1 0,0 0,0 0,0 1,-1-1,0 1,0-1,-1 1,0 0,0 0,0 0,-1 1,1-1,-1 1,-1 0,-4-4,0 1,0 1,-1 0,0 0,0 1,0 0,-1 1,0 0,0 1,-1 1,1 0,0 0,-4 1,5 0,0 1,0 0,0 0,0 1,-1 1,1 0,0 1,0 0,0 0,1 1,-1 1,1 0,-1 0,1 1,0 0,1 1,-1 0,1 0,0 1,1 1,0-1,0 1,1 1,-1-1,2 1,-3 4,-3 16</inkml:trace>
  <inkml:trace contextRef="#ctx0" brushRef="#br0" timeOffset="-29821.231">3693 6009,'-12'-9,"6"6,1 1,-1-1,0 1,0 0,0 1,-1-1,1 1,0 0,-1 1,1 0,0 0,-1 0,1 1,0-1,0 2,-1-1,1 1,0 0,0 0,1 0,-1 1,0 0,1 0,-1 1,1-1,-3 4,-4 4,1 0,1 1,0 0,1 0,0 1,1 0,0 1,1 0,0 0,2 0,-1 1,2 0,0 0,1 0,0 1,1-1,1 16,0-26,1 1,0 0,1 0,0 0,-1 0,2-1,-1 1,1 0,0-1,0 1,0-1,1 0,0 1,0-1,0-1,1 1,-1 0,1-1,0 0,1 0,1 2,6 0,1 0,0-1,0 0,0-1,0-1,0 0,1-1,0 0,-1-1,1 0,0-2,-1 1,1-2,0 1,11-5,2 2,0-2,-1-1,0-1,-1-1,0-1,2-2,-15 6,0 0,0-1,0-1,-1 0,0-1,-1 0,0-1,0 1,-1-2,0 0,-1 0,5-9,-10 14,1-1,-2 0,1 0,-1 0,0 0,-1 0,1 0,-1 0,-1-1,1 1,-1 0,-1-1,1 1,-1 0,-1-1,1 1,-1 0,0 0,-1 0,0 1,0-1,0 0,-1 1,0 0,0 0,-2-2,-5-4,-1 1,1 0,-2 1,1 0,-1 1,-1 1,0 0,0 0,-1 2,1 0,-1 0,-1 1,1 1,-1 1,1 0,-1 1,0 1,0 0,0 1,0 1,-8 2,16-3,-1 1,0 0,1 1,-1 0,1 0,0 1,0 0,0 1,0-1,0 2,1-1,-1 1,-4 4,11-9,0 1,0 0,0 0,0 0,1 0,-1 0,0 0,0 0,0 1,1-1,-1 0,1 0,-1 1,1-1,-1 0,1 1,0-1,0 0,-1 1,1-1,0 0,0 1,0-1,1 0,-1 1,0-1,0 0,1 1,-1-1,1 0,-1 0,1 1,0-1,-1 0,1 0,0 0,0 0,0 0,0 0,0 0,0 0,0 0,0 0,0-1,0 1,0 0,1-1,-1 1,0-1,0 1,2 0,32 9,5-3</inkml:trace>
  <inkml:trace contextRef="#ctx0" brushRef="#br0" timeOffset="-29535.949">4354 5906,'0'0,"0"0,0 0,0 0,0 0,0 6,1 11,1 14,1 10,2 8,1 5,1 1,2-2,0-4,0-5,-1-11</inkml:trace>
  <inkml:trace contextRef="#ctx0" brushRef="#br0" timeOffset="-29060.216">4584 5776,'6'3,"188"141,-133-106,1-3,1-3,2-3,68 21,-115-44,-11-4,1 0,-1 1,0 0,0 1,0-1,0 1,0 0,5 5,-11-8,0 0,-1 0,1 0,0 0,-1 0,1 0,-1 0,1 0,-1 0,1 0,-1 1,0-1,1 0,-1 0,0 0,0 0,0 1,0-1,0 0,0 0,0 0,-1 1,1-1,0 0,-1 0,1 0,0 0,-1 0,0 0,1 0,-1 0,0 0,0 0,-29 33,24-29,-243 213,190-167</inkml:trace>
  <inkml:trace contextRef="#ctx0" brushRef="#br0" timeOffset="-28499.709">2368 5711,'0'0,"0"0,0 0,0 0,0 0,-2 4,-5 8,-3 12,-3 11,-2 14,0 12,1 10,0 7,0 8,0 4,0 1,2-16</inkml:trace>
  <inkml:trace contextRef="#ctx0" brushRef="#br0" timeOffset="-26887.443">4177 6862,'2'7,"18"61,-4 2,-3 0,-2 1,-3 19,20 351,7 319,-35-759,18 655,-23 40,8-516,1 707,-36 366,23-86,9-900,27 1368,-18-1454,23 952,-68-203,26-776</inkml:trace>
  <inkml:trace contextRef="#ctx0" brushRef="#br0" timeOffset="-25880.102">3795 6809,'2'9,"35"192,2 94,-23-160,86 711,-94-755</inkml:trace>
  <inkml:trace contextRef="#ctx0" brushRef="#br0" timeOffset="-25550.958">4049 9383,'2'129,"-1"13,2 41,25 1418,9-455,-38 354,-5-1249</inkml:trace>
  <inkml:trace contextRef="#ctx0" brushRef="#br0" timeOffset="-23918.738">10238 6604,'0'0,"0"0,0 0,0 0,2 4,4 6,1 7,3 4,-2-2</inkml:trace>
  <inkml:trace contextRef="#ctx0" brushRef="#br0" timeOffset="-23667.864">10340 7055,'0'0,"1"4,1 12,3 12,1 10,3 7,0-4</inkml:trace>
  <inkml:trace contextRef="#ctx0" brushRef="#br0" timeOffset="-23666.864">10390 7664,'0'0,"1"9,1 18,3 16,-1 1</inkml:trace>
  <inkml:trace contextRef="#ctx0" brushRef="#br0" timeOffset="-23399.05">10416 8606,'0'0</inkml:trace>
  <inkml:trace contextRef="#ctx0" brushRef="#br0" timeOffset="-22746.749">10467 10131,'0'2,"23"281,-22-273,65 697,-55-634,17 129,-2 98,-22-63,6 107,19-36,6 102,-22 222,38-148,-18-202,8 272,-9-103,-9-156,-12 55,-21 411,43 435,-24-879,-6-236</inkml:trace>
  <inkml:trace contextRef="#ctx0" brushRef="#br0" timeOffset="-15539.412">11282 4729,'0'0,"0"0,0 0,0 0,0 0,0 0,0 0,2 5,4 11,5 12,3 12,1 8,0 7,1 2,-1 1,-1-2,-1-7,-2-10</inkml:trace>
  <inkml:trace contextRef="#ctx0" brushRef="#br0" timeOffset="-15240.683">11001 5571,'0'0,"6"0,12 0,14 0,17-1,16 0,13-2,12-1,8 0,4-1,0 1,-2 1,-5 2,-10 0,-19 0</inkml:trace>
  <inkml:trace contextRef="#ctx0" brushRef="#br0" timeOffset="-14801.852">11307 5841,'3'6,"159"323,-155-315,-4-9,0-1,-1 1,1 0,-1-1,0 1,-1 0,1 1,-1-1,0 0,-1 0,1 5,-1-9,-1 1,0-1,0 1,0-1,0 0,0 1,0-1,-1 0,1 0,0 0,0 0,-1 0,1 0,-1 0,1 0,-1-1,1 1,-1 0,0-1,1 1,-1-1,0 0,1 0,-1 1,0-1,1 0,-1 0,0-1,1 1,-1 0,0-1,1 1,-1-1,1 1,-47-4,0-3,1-2,-20-7,39 9,-69-19,61 14</inkml:trace>
  <inkml:trace contextRef="#ctx0" brushRef="#br0" timeOffset="-14484.185">11270 5853,'0'0,"0"0,0 0,5 0,11 0,13 0,14 0,12 0,9 0,-6-1</inkml:trace>
  <inkml:trace contextRef="#ctx0" brushRef="#br0" timeOffset="-14074.277">11677 6022,'6'3,"15"8,0 0,0 2,-1 1,0 0,1 4,26 33,-45-50,-1 1,0 0,0 1,0-1,0 0,0 0,0 0,-1 1,1-1,-1 0,1 1,-1-1,0 0,0 1,0-1,0 0,-1 1,1-1,-1 0,1 1,-1-1,0 0,0 0,0 1,0-1,0 0,0 0,-1 0,-4 5,-1-1,0 1,0-1,0-1,-1 0,0 0,0 0,0-1,-6 2,4 0,11-3,49 1,61-2,-52-1</inkml:trace>
  <inkml:trace contextRef="#ctx0" brushRef="#br0" timeOffset="-12949.275">12568 4600,'0'0,"0"0,-3 6,-5 10,-8 13,-6 15,-5 15,-2 13,2 13,5 14,8 13,11 14,14 13,17 12,17 7,19 2,-1-27</inkml:trace>
  <inkml:trace contextRef="#ctx0" brushRef="#br0" timeOffset="-10413.513">13293 5169,'-3'5,"-34"46,23-35,1 1,1 1,0 1,1-1,1 2,1-1,-2 9,10-24,-1 0,1 0,0 0,0 0,1 0,-1 0,1 0,0 0,0 0,0 0,1 0,-1 0,1 0,0 0,0 0,0 0,1 0,-1-1,1 1,0 0,0-1,1 1,-1-1,1 0,-1 0,1 0,0 0,0 0,0-1,0 1,1-1,0 0,9 4,0-2,0 0,1 0,0-1,0-1,0 0,0-1,0 0,0-1,0-1,0 0,0-1,2-1,2 1,-1-1,-1-1,1 0,0-2,-1 0,0 0,-1-1,1-1,-1-1,-1 0,1-1,-2-1,0 0,0-1,-1 0,0-1,-1 0,0-1,-8 11,-1-1,1 0,-1 0,0 0,0-1,-1 1,1 0,-1-1,0 1,0-1,0 1,-1-1,1 1,-1-1,0 0,-1 1,1-1,-1 1,0-1,0 1,0-1,-1 1,1-1,-1 1,0 0,0 0,-1 0,1 0,-4-3,0 1,0 1,-1 0,1 0,-1 1,0 0,0 0,-1 0,1 1,-1 0,0 1,0 0,0 0,0 0,-2 1,-7-1,-1 1,0 0,1 1,-1 1,0 1,-1 1,8-2,1 1,0 0,0 0,1 1,-1 0,1 1,-1 0,1 0,0 1,0 0,1 1,0 0,0 0,0 1,1 0,-1 1,-3 12</inkml:trace>
  <inkml:trace contextRef="#ctx0" brushRef="#br0" timeOffset="-9764.245">14095 4898,'0'0,"0"0,0 0,0 0,0 0,1 6,2 9,2 11,1 12,2 9,0 8,2 6,3 5,1 2,0 2,1-3,-2-12</inkml:trace>
  <inkml:trace contextRef="#ctx0" brushRef="#br0" timeOffset="-6503.9">14669 4858,'0'8,"6"92,6 0,20 84,-7-66,-14-72</inkml:trace>
  <inkml:trace contextRef="#ctx0" brushRef="#br0" timeOffset="-5177.325">10505 5350,'0'0,"0"0,0 0,0 0,0 0,0 0,0 0,0 0,0 0,0 0,0 0,9-1,18-4,21-4,1-1</inkml:trace>
  <inkml:trace contextRef="#ctx0" brushRef="#br0" timeOffset="-4246.803">14897 4691,'7'5,"49"37,1-3,3-2,1-3,1-3,2-2,63 18,-67-27,-21-7,1 1,-2 3,1 1,-36-17,1 0,0 1,0 0,-1 0,1 0,-1 0,1 0,-1 1,0 0,0-1,0 1,-1 0,1 1,-1-1,1 0,-1 1,0-1,0 1,-1 0,1-1,-1 1,0 0,0 0,0 0,0 0,-1 0,0 0,1 0,-2 0,1 1,0-1,-1 0,-4 8,-1 1,0-1,-1-1,0 1,-1-1,0 0,0-1,-2 0,1-1,-6 5,12-12,-72 68,-3-3,-70 44,61-51</inkml:trace>
  <inkml:trace contextRef="#ctx0" brushRef="#br0" timeOffset="-3777.536">12593 5052,'0'0,"3"5,3 10,4 13,1 13,0 14,-2 11,-1 9,0 9,0 5,1 0,-1-16</inkml:trace>
  <inkml:trace contextRef="#ctx0" brushRef="#br0" timeOffset="-2772.674">16146 5156,'0'0,"8"-2,15-2,16-3,15-3,10 1,6 1,4 1,2 2,-2 0,-3 2,-4-2,-15 0</inkml:trace>
  <inkml:trace contextRef="#ctx0" brushRef="#br0" timeOffset="-2520.838">16516 5001,'0'0,"0"0,0 0,0 0,0 0,0 7,-1 10,1 14,3 13,3 9,4 5,-1-7</inkml:trace>
  <inkml:trace contextRef="#ctx0" brushRef="#br0" timeOffset="-371.562">17534 4756,'0'0,"0"0,0 0,0 0,0 0,0 0,0 6,-1 12,-1 13,1 11,1 10,1 4,2 3,3-1,3-6,3-8,-1-11</inkml:trace>
  <inkml:trace contextRef="#ctx0" brushRef="#br0" timeOffset="1059.702">16936 4652,'3'4,"5"13,0 0,-1 1,-1 0,-1 0,0 0,-2 1,0-1,-1 1,-1 0,0 7,0-12,11 231,-9-165</inkml:trace>
  <inkml:trace contextRef="#ctx0" brushRef="#br0" timeOffset="2862.887">16109 5207,'0'0,"0"0,0 0,0 0,1 0,662-13,-591 10,-50 1</inkml:trace>
  <inkml:trace contextRef="#ctx0" brushRef="#br0" timeOffset="3224.441">15967 5259,'0'0,"0"0,0 0,7 0,11 0,13 0,12-1,11 0,8 0,4 0,4-1,0-1,-2 2,-3 0,-6 0,-6 1,-8 0,-11 0</inkml:trace>
  <inkml:trace contextRef="#ctx0" brushRef="#br0" timeOffset="4841.636">10467 5376,'0'0,"0"0,0 0,0 0,0 0,0 0,7-1,110-12,-1-6,-1-5,10-8,-93 23,-5 2</inkml:trace>
  <inkml:trace contextRef="#ctx0" brushRef="#br0" timeOffset="5837.487">16388 4974,'1'7,"6"48,-2 0,-3 0,-2 4,1 43,17 96,-11-145</inkml:trace>
  <inkml:trace contextRef="#ctx0" brushRef="#br0" timeOffset="7520.539">18260 4122,'16'9,"21"16,-1 1,-1 2,-1 2,-1 1,-2 2,-1 0,-2 2,-2 2,-1 0,8 18,-5-6,-2 1,-2 1,-2 1,-3 1,-2 1,-2 0,-3 2,-2-1,0 37,-6-23,-4 0,-2 0,-4 0,-7 27,-2-10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7:29.28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0 814,'0'0,"0"0,0 0,0 0,6 0,12-1,11-2,11-1,9 0,4-1,2 0,0-1,-3-2,-5-2,-10 0</inkml:trace>
  <inkml:trace contextRef="#ctx0" brushRef="#br0" timeOffset="252.837">306 724,'0'0,"0"0,-4 4,-4 9,-5 8,-1 9,0 6,6 5,5 0,7-4,2-7</inkml:trace>
  <inkml:trace contextRef="#ctx0" brushRef="#br0" timeOffset="1204.353">688 607,'0'0,"0"0,0 6,-1 12,-2 13,0 12,0 11,1 6,1 5,3-1,-1-11</inkml:trace>
  <inkml:trace contextRef="#ctx0" brushRef="#br0" timeOffset="507.667">1019 607,'0'0,"0"0,0 0,1 6,2 11,0 13,0 11,-2 8,0 3,-1-2,1-6,1-8,1-10</inkml:trace>
  <inkml:trace contextRef="#ctx0" brushRef="#br0" timeOffset="951.484">1197 387,'8'5,"174"108,33-14,-214-99,67 42,-66-40,0-1,0 1,-1 0,1 0,0 0,-1 0,0 0,1 0,-1 0,0 1,0-1,0 0,0 1,-1-1,1 1,-1-1,0 1,1-1,-1 1,0-1,0 1,0-1,-1 1,1-1,-1 1,1-1,-1 0,0 1,0-1,0 1,-8 10,0-1,0 0,-1-1,0 0,-1 0,-1-1,0 0,0-1,0 0,-1-1,-12 5,-8 6,-1-1,0-2,-2-1,0-2,-34 8,16-9</inkml:trace>
  <inkml:trace contextRef="#ctx0" brushRef="#br0" timeOffset="1598.299">1987 1,'0'0,"6"4,10 9,10 13,10 14,4 17,2 16,-4 17,-7 15,-12 12,-15 9,-19 6,-21 2,-25-4,-26-6,-28-13,-27-15,11-24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7:37.88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457 258,'0'0,"0"0,0 0,0 0,1 6,1 9,-1 13,-1 10,0 9,0 4,1 0,0-1,1-10</inkml:trace>
  <inkml:trace contextRef="#ctx0" brushRef="#br0" timeOffset="439.337">700 89,'126'105,"-27"-25,3-5,29 12,-5-6,-123-80,-1 1,1 0,-1 0,1 0,-1 1,0-1,1 0,-1 1,0 0,-1-1,1 1,0 0,-1 0,0 0,0 0,0 0,0 0,0 0,0 0,-1 1,1-1,-1 0,0 0,0 1,-1-1,1 0,0 0,-1 0,0 1,0-1,0 0,-1 1,-7 9,0 0,-1-1,-1-1,0 0,0 0,-1-1,0 0,-1-1,-8 3,-73 47,48-34</inkml:trace>
  <inkml:trace contextRef="#ctx0" brushRef="#br0" timeOffset="818.435">0 1,'0'0,"0"0,0 0,2 6,2 13,4 15,2 15,0 15,0 12,-1 12,0 10,-2 9,-2 9,-2-15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7:02.1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1 944,'0'0,"0"0,0 6,2 12,0 16,2 16,0 15,0 12,2 9,1 8,1 3,0-1,-2-17</inkml:trace>
  <inkml:trace contextRef="#ctx0" brushRef="#br0" timeOffset="-691.207">522 944,'-7'7,"-12"12,1 0,1 2,1 0,1 1,1 0,1 1,1 1,1 0,0 0,2 1,-2 13,10-34,-1 1,1-1,1 1,-1 0,0 0,1-1,0 1,0 0,1 0,-1-1,1 1,0 0,0-1,1 1,-1 0,1-1,0 0,0 1,0-1,1 0,0 0,-1 0,2-1,-1 1,0-1,1 0,-1 1,1-1,0-1,0 1,1 0,5 0,1 1,-1-2,1 0,0 0,0 0,-1-2,1 1,0-1,0-1,0 0,0-1,0 0,-1 0,1-1,-1-1,1 0,-1 0,-1-1,1 0,0 0,-1-1,0-1,-1 0,0 0,7-7,-10 9,-1 0,1 0,-1-1,0 0,0 0,-1 0,0 0,0-1,0 1,-1-1,0 0,0 1,-1-1,0 0,0 0,0 0,-1 0,0 0,-1 0,1 0,-1 0,-1 0,1 0,-1 0,0 0,-1 1,0-1,0 1,-3-5,-1 2,0 0,0 0,-1 1,0 0,-1 0,0 1,0 0,0 1,-4-2,-15-9</inkml:trace>
  <inkml:trace contextRef="#ctx0" brushRef="#br0" timeOffset="-315.698">765 904,'7'5,"75"47,2-4,2-4,58 21,-135-61,-4-3,0 0,-1 0,0 1,1 0,-1-1,0 2,1-1,-1 0,-1 1,1 0,0 0,-1 0,1 0,-1 1,0-1,0 1,0 0,-1 0,1 0,-1 0,0 0,0 1,-1-1,1 3,-3-1,0 1,-1 0,0-1,-1 1,1-1,-1 1,0-1,-1 0,0 0,0-1,0 1,0-1,-1 0,0 0,0 0,-1-1,4-2,-50 48,-3-2,-2-3,-6 0,5-4</inkml:trace>
  <inkml:trace contextRef="#ctx0" brushRef="#br0" timeOffset="3512.792">522 3101,'0'7,"-17"102,9-72,3 1,0 0,3 7,1-39,1 1,0-1,1 0,0 1,0-1,0 0,0 0,1 0,0 0,1 0,-1 0,1-1,0 1,1-1,-1 0,1 0,0 0,0 0,0-1,1 1,0-1,0 0,0-1,3 3,7 0,0-1,0 0,1-1,0-1,0 0,0-1,0-1,0 0,0-1,0-1,0 0,0-2,0 1,0-2,13-4,-17 4,1 0,-1-1,0 0,0 0,-1-1,1-1,7-6,-15 10,-1 1,0-1,1 0,-1 0,0 0,-1-1,1 1,-1-1,1 1,-1-1,0 0,0 0,-1 0,1 0,-1 0,0 0,0 0,0-1,-1 1,1 0,-1-1,0 1,0 0,-1 0,1-2,-2-1,0 1,-1-1,1 0,-1 1,-1 0,1 0,-1 0,0 0,0 0,-1 1,0-1,0 1,0 1,0-1,-1 1,0-1,-8-5,-1 1,-1 0,1 1,-2 0,-14-4,8 5,-1 0,0 2,-1 0,-6 1,6 2</inkml:trace>
  <inkml:trace contextRef="#ctx0" brushRef="#br0" timeOffset="3890.335">1083 3075,'7'6,"28"20,2-2,1-1,1-2,0-2,27 8,-22-8,-27-11,6 1,-2 1,1 1,-1 1,11 9,-30-19,0-1,0 0,0 0,0 1,0-1,-1 1,1 0,0-1,-1 1,1 0,-1 0,0 0,0 0,0 0,0 0,0 0,0 0,0 1,-1-1,1 0,-1 0,0 1,1-1,-1 0,0 1,0-1,-1 0,1 1,0-1,-1 0,1 1,-1-1,0 0,0 0,-1 2,-5 6,-1 0,0-1,-1 0,1-1,-2 0,1 0,-1-1,-1 0,-8 4,8-3,-254 143,255-146,-54 29</inkml:trace>
  <inkml:trace contextRef="#ctx0" brushRef="#br0" timeOffset="4224.443">26 3088,'0'0,"0"0,0 0,0 6,1 14,2 16,0 17,2 17,0 14,1 9,-1 6,1 2,0 0,5-4,-1-19</inkml:trace>
  <inkml:trace contextRef="#ctx0" brushRef="#br0" timeOffset="7101.858">1974 3373,'9'0,"596"-19,28 4,800-47,-651 40,-347 6,-329 8</inkml:trace>
  <inkml:trace contextRef="#ctx0" brushRef="#br0" timeOffset="14034.499">6940 2868,'0'0,"0"0,0 1,-2 26,-3 0,0 0,-1 0,-2-1,-1 0,-1 0,-1-1,-1 0,-1-1,-3 2,-12 26,-2-1,-3-1,-4 2,19-31</inkml:trace>
  <inkml:trace contextRef="#ctx0" brushRef="#br0" timeOffset="14284.831">6648 3062,'0'0,"3"-1,4-1,6 1,7 4,6 6,5 7,3 10,0 11,0 8,0 5,-2 3,-6-8</inkml:trace>
  <inkml:trace contextRef="#ctx0" brushRef="#br0" timeOffset="15108.632">5922 2855,'0'0,"0"0,0 0,0 0,0 0,0 7,0 14,0 16,0 14,-2 13,2 8,1 5,0 2,1-2,1-3,0-3,-1-6,-2-14</inkml:trace>
  <inkml:trace contextRef="#ctx0" brushRef="#br0" timeOffset="15875.102">5731 2868,'85'-24,"38"-3,1 5,1 6,11 4,150-12,355-21,-610 43,-9 1,1 0,-1 1,0 1,0 1,22 5,-38-5,-1 1,1-1,0 1,-1 0,0 0,0 0,0 1,0 0,0 0,-1 0,0 1,0-1,0 1,0 0,-1 0,0 0,0 1,0-1,-1 1,1 0,-1-1,-1 1,1 0,-1 2,69 234,-41-180,3-2,3-1,2-2,2-1,3-3,3-1,4 1,-45-49,66 85,-68-87,0 0,-1 0,1 0,-1 0,1 0,-1 0,0 0,0 1,0-1,0 0,0 1,-1-1,1 1,0-1,-1 1,0-1,0 1,0-1,0 1,0-1,0 1,-1-1,1 1,-1-1,0 1,0-1,0 0,0 1,0-1,0 0,0 0,-1 0,1 0,-1 0,0 0,1 0,-1 0,0 0,-8 2,1 1,-1-1,0-1,0 0,0 0,0-1,0 0,-1-1,-1 0,-97 8,-70-5,148-3,-261 0,-476 15,137 50,528-52</inkml:trace>
  <inkml:trace contextRef="#ctx0" brushRef="#br0" timeOffset="20396.617">7527 3230,'184'-14,"552"-22,525 27,-1107 12</inkml:trace>
  <inkml:trace contextRef="#ctx0" brushRef="#br0" timeOffset="2595.658">1910 1305,'0'0,"0"0,0 0,0 0,0 0,30 6,42 0,0-3,0-3,62-9,-66 4,557-31,199-5,107 7,-78 21,-728 15</inkml:trace>
  <inkml:trace contextRef="#ctx0" brushRef="#br0" timeOffset="8875.692">5858 710,'-4'369,"35"236,-24-539,0-13</inkml:trace>
  <inkml:trace contextRef="#ctx0" brushRef="#br0" timeOffset="9761.398">5769 723,'71'-8,"349"-13,508-64,-912 84,19-2,-1 0,0 2,1 2,-1 1,0 2,0 1,3 3,-32-7,0 0,0 1,0 0,-1 0,1 0,-1 1,0-1,1 1,-1 0,0 1,-1-1,1 0,-1 1,1 0,-1 0,0 0,0 0,-1 1,1-1,-1 1,0-1,1 4,1 11,-1 0,0 0,-1 0,-2 0,0 0,-1 13,0 24,2-25,2 0,1-1,1 1,2-1,1 0,1 0,1-1,2 0,1-1,12 18,53 88,-76-130,0-1,0 0,0 1,-1-1,1 1,-1 0,0-1,0 1,0 0,0 0,-1 0,1-1,-1 1,0 0,-1 0,1 0,0 0,-1 0,0-1,0 1,0 0,-1-1,1 1,-2 2,-2-1,0 0,0-1,0 1,-1-1,1 0,-1-1,0 1,0-1,0-1,-1 1,-5 1,-60 19,-1-4,-2-3,-51 4,114-18,-1030 104,851-96,120-9</inkml:trace>
  <inkml:trace contextRef="#ctx0" brushRef="#br0" timeOffset="10111.464">6228 1072,'0'0,"1"4,2 9,3 10,2 8,2 7,3 6,-1 5,1 3,-1-1,0-2,0-6,1-8,-2-9,1-10,-3-7</inkml:trace>
  <inkml:trace contextRef="#ctx0" brushRef="#br0" timeOffset="10379.747">6533 1045,'0'0,"0"0,0 0,2 5,2 8,4 13,2 12,3 10,1 6,1 4,0 2,0-4,-3-6,-3-11</inkml:trace>
  <inkml:trace contextRef="#ctx0" brushRef="#br0" timeOffset="10631.585">6215 1421,'0'0,"7"-1,13-4,19-3,14-2,15 0,15-1,-8 3</inkml:trace>
  <inkml:trace contextRef="#ctx0" brushRef="#br0" timeOffset="19799.212">7310 1123,'8'2,"25"5,1-2,-1-2,1-1,0-1,17-3,-28 2,639-51,-498 34,808-50,-132 67,-767 0,65 2</inkml:trace>
  <inkml:trace contextRef="#ctx0" brushRef="#br0" timeOffset="23376.701">10926 77,'0'0,"0"0,0 0,0 0,0 0,1 7,0 13,0 15,0 14,1 12,1 8,0 5,1 4,-1-1,0-4,-3-6,0-15</inkml:trace>
  <inkml:trace contextRef="#ctx0" brushRef="#br0" timeOffset="23643.988">10519 1060,'0'0,"7"-2,14-4,17-5,18-3,14-2,13 0,11 0,6 3,5 3,1 1,-4 3,-19 2</inkml:trace>
  <inkml:trace contextRef="#ctx0" brushRef="#br0" timeOffset="24150.635">10812 1319,'0'0,"8"3,22 8,-1 1,0 1,0 2,-2 1,0 1,-1 2,-21-16,-1 0,0 0,0 1,0-1,-1 1,1 0,-1 0,0 1,0-1,0 1,-1-1,0 1,0 0,0 0,0 0,-1 0,0 0,0 0,0 1,0-1,-1 0,0 0,0 1,-1-1,0 3,-3 2,-1 0,-1 0,0 0,0-1,-1 0,0 0,-1-1,0 1,0-2,0 1,-1-1,-1-1,-8 6,-138 96,153-106,1-1,0 0,1 0,-1 0,0 1,0-1,1 1,-1-1,1 1,0 0,-1-1,1 1,0 0,0 0,0 0,0 0,0 0,2-1,-1 0,1 0,0 0,-1 0,1 0,0-1,0 1,-1 0,1 0,0-1,0 1,0-1,0 1,0-1,0 1,0-1,0 1,1-1,-1 0,0 0,0 0,0 1,0-1,0 0,0 0,0-1,1 1,-1 0,1 0,34 1,-1-2,0-2,0-1,0-2,24-7,22-5,-6 0</inkml:trace>
  <inkml:trace contextRef="#ctx0" brushRef="#br0" timeOffset="24838.314">10544 1434,'-1'9,"-7"47,3-1,3 1,1-1,3 1,3 0,11 51,11 0,-26-104,-1-3,1 1,-1 0,1-1,-1 1,1 0,-1-1,0 1,1 0,-1-1,0 1,0 0,0 0,1-1,-1 1,0 0,0 0,0 0,0-1,0 1,0 0,-1 0,1-1,0 1,0 0,0 0,-1-1,1 1,0 0,-1 0,1-1,-1 1,1-1,-1 1,1 0,-1-1,1 1,-1-1,0 1,1-1,-1 1,0-1,1 0,-1 1,0-1,0 0,-61-39,28 16,11 8,0-1,1-1,1 0,-3-5,7 0,5 2</inkml:trace>
  <inkml:trace contextRef="#ctx0" brushRef="#br0" timeOffset="25222.29">10380 1265,'0'0,"7"-1,16-2,16-3,17-3,14-3,12-2,9-2,5-1,3 0,-1 1,-3 1,-9 3,-9 1,-18 3</inkml:trace>
  <inkml:trace contextRef="#ctx0" brushRef="#br0" timeOffset="25959.343">12595 568,'-7'3,"-6"4,0 0,0 1,1 1,0 0,1 1,0 0,-5 6,12-12,1 0,-1 1,0 0,1-1,0 1,0 1,1-1,-1 0,1 1,0-1,1 1,-1-1,1 1,0 0,1 0,-1 0,1-1,0 1,1 0,0 4,0-6,1 1,-1-1,1 1,0-1,1 0,-1 1,1-1,-1-1,1 1,1 0,-1-1,0 1,1-1,0 0,-1 0,1 0,1-1,-1 0,0 1,0-1,3 0,6 3,1 0,-1-2,1 1,0-2,0 0,11 0,-7-1,-1-1,1-1,0 0,0-1,0-1,3-2,-13 3,0-1,0 1,0-2,0 1,0-1,-1 0,1 0,-1-1,0 0,-1-1,1 1,-1-1,5-6,-8 8,-1-1,1 1,-1-1,0 1,0-1,-1 0,0 1,0-1,0 0,0 0,-1 0,1 0,-1 0,0 0,-1 0,1 0,-1 0,0 1,-1-1,1 0,-1 0,0 1,0-1,0 1,0 0,-1-1,0 1,0 0,0 1,0-1,-1 0,0 1,1 0,-1 0,0 0,0 0,-2 0,-9-5,0 1,-1 0,1 1,-1 1,0 1,-1 0,1 1,-1 0,0 2,1 0,-1 1,0 0,-3 2,3-1</inkml:trace>
  <inkml:trace contextRef="#ctx0" brushRef="#br0" timeOffset="26352.8">12912 439,'7'4,"34"18,0-3,2-1,0-2,0-2,2-2,0-1,1-3,-36-6,6 1,-10-2,1 0,-1 1,1-1,-1 1,0 1,0-1,0 1,0 0,-1 0,4 3,-8-6,0 1,0 0,0 0,-1 0,1 0,0 0,-1 0,1 0,-1 0,1 0,-1 0,1 1,-1-1,0 0,1 0,-1 0,0 1,0-1,0 0,0 0,0 0,0 1,0-1,-1 0,1 0,0 0,-1 0,1 1,-1-1,1 0,-1 0,1 0,-1 0,-28 34,-7-3,-1-2,-2-1,-1-2,0-2,-2-1,-13 3,1-1</inkml:trace>
  <inkml:trace contextRef="#ctx0" brushRef="#br0" timeOffset="26622.08">12148 555,'0'0,"0"0,0 0,2 7,2 13,2 14,2 14,0 11,-1 6,0 3,1-2,-2-12</inkml:trace>
  <inkml:trace contextRef="#ctx0" brushRef="#br0" timeOffset="29154.422">11957 309,'0'0,"0"0,-3 4,-4 9,-8 13,-7 15,-7 17,-1 16,3 17,6 13,11 11,17 8,18 3,6-19</inkml:trace>
  <inkml:trace contextRef="#ctx0" brushRef="#br0" timeOffset="31768.027">10939 2701,'0'0,"0"0,0 0,0 0,-1 6,1 13,0 18,3 19,1 19,2 18,2 17,1 13,-1-13</inkml:trace>
  <inkml:trace contextRef="#ctx0" brushRef="#br0" timeOffset="31041.384">11475 2713,'0'0,"0"0,0 0,0 0,0 8,1 14,1 17,2 14,1 10,2 5,-1 3,-1 1,-1-6,0-14</inkml:trace>
  <inkml:trace contextRef="#ctx0" brushRef="#br0" timeOffset="31484.734">11703 2752,'3'-8,"-3"8,1 0,-1-1,1 1,-1 0,1-1,-1 1,1 0,-1-1,1 1,-1 0,1 0,-1 0,1-1,-1 1,1 0,-1 0,1 0,0 0,-1 0,1 0,-1 0,1 0,-1 0,1 1,-1-1,1 0,0 0,-1 0,1 1,-1-1,1 0,-1 0,1 1,-1-1,0 1,1-1,-1 0,1 1,-1-1,1 1,117 103,-26-18,77 53,-146-122,-2-3,0 2,-1 1,16 18,-34-33,0 0,0-1,0 1,-1 0,1 0,-1 0,1 0,-1 1,0-1,0 0,0 0,0 1,0-1,0 1,-1-1,1 1,-1-1,1 1,-1-1,0 1,0-1,-1 1,1 0,0-1,-1 1,1-1,-1 0,0 1,0-1,0 1,0-1,-6 6,1-1,-1 0,0-1,-1 0,1 0,-1-1,-1 1,1-2,-1 1,1-1,-2-1,1 2,-240 100,190-82</inkml:trace>
  <inkml:trace contextRef="#ctx0" brushRef="#br1" timeOffset="46277.028">3095 0,'0'0,"0"5,1 8,2 7,2 5,3 1,-1-2</inkml:trace>
  <inkml:trace contextRef="#ctx0" brushRef="#br1" timeOffset="46499.435">3121 413,'0'0,"0"0,1 8,1 13,3 14,3 14,4 9,0 5,-2-8</inkml:trace>
  <inkml:trace contextRef="#ctx0" brushRef="#br1" timeOffset="46703.89">3147 1123,'0'2,"3"535,-4-166,-9 508,-5-438,14-343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08.065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 1,'0'0,"0"0,0 0,0 0,0 0,0 11,0 22,3 27,2 31,4 30,5 29,2 29,2 27,-1 25,-1 19,-4-31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06.123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259 350,'-22'9,"0"1,1 1,0 1,1 0,0 2,1 0,-7 8,18-15,0 1,1 0,-1 0,2 1,-1 0,1 0,1 1,-1 0,2-1,-1 2,2-1,-1 0,1 1,1 0,0 0,0-1,1 2,1-3,0-1,1 1,0-1,0 1,1-1,0 1,1-1,0 0,0 0,0 0,1 0,1-1,-1 1,1-1,0 0,1-1,0 1,5 4,3 1,0 0,1-1,0-1,1-1,0 0,0-1,1 0,8 1,-6-1,0-1,0-2,0 0,1-1,0 0,0-2,0 0,0-2,0 0,1-1,-1-1,0-1,-1-1,1 0,-1-2,15-6,-26 8,-1 0,0 0,-1-1,1 0,-1 0,0-1,0 1,0-2,-1 1,0 0,-1-1,1 0,-1 0,0 0,-1-1,0 1,0-1,0 0,-1 0,-1 0,1 0,-1 0,0 0,-1-1,0 1,0 0,-2-3,-1-8,-2-1,0 1,-2 1,0-1,-1 1,0 0,-2 1,0 0,-1 0,0 1,-2 1,0 0,0 1,-2 0,1 1,-2 0,-6-3,8 6,-1 1,1 0,-1 1,-1 1,0 1,0 0,0 1,-11-2,21 5,-1 1,1 0,-1 0,1 1,-1 0,1 0,-1 0,0 1,1 0,-1 0,1 1,0 0,-1 0,1 0,0 1,0 0,1 0,-1 0,1 1,-1 0,1 0,0 1,-1 1,-14 19</inkml:trace>
  <inkml:trace contextRef="#ctx0" brushRef="#br0" timeOffset="604.42">1074 272,'-9'2,"-6"2,0 0,0 1,1 0,0 1,0 1,1 0,-1 1,1 1,1 0,0 0,0 1,1 1,0 0,1 0,0 1,1 1,1-1,-1 2,2-1,0 1,1 0,0 0,1 1,1-1,0 1,1 0,0 5,3-2,0 1,2-1,0 0,1 1,1-1,1 0,0-1,2 1,0-1,0 0,2-1,0 0,1 0,1-1,0 0,1-1,0 0,1-1,1 0,0-1,0-1,2 0,-1-1,1-1,1 0,-1-1,1-1,1-1,-1 0,1-1,0-1,1-1,1 0,-10-2,-1-1,1 0,0-1,-1 0,1 0,-1-1,1-1,-1 1,0-1,0-1,0 0,-1 0,1-1,-1 0,0 0,0-1,-1 0,1 0,-1-1,-1 0,1 0,-1 0,3-6,-2 1,-1 1,-1-1,0 0,-1-1,0 1,0-1,-2 0,1 0,-2 0,0 0,0 0,-1 0,-1 0,0 0,-1 0,0 0,-3-11,-1 0,-1 0,-2 1,0 0,-1 0,-1 1,-1 1,-3-2,1 1,-1 2,-1 0,-1 1,-1 0,0 1,-1 2,-12-9,19 17,-1-1,0 1,0 1,-1 1,0 0,0 0,0 1,-1 1,0 1,0 0,0 1,0 0,-3 1,10 1,1 0,0 0,-1 1,1 0,0 1,0-1,0 2,0-1,0 1,0 0,0 0,1 0,0 1,-1 0,1 1,1-1,-5 5,-11 17</inkml:trace>
  <inkml:trace contextRef="#ctx0" brushRef="#br0" timeOffset="968.446">1724 206,'0'0,"-1"6,1 12,-1 16,1 16,2 14,2 10,1 9,2 4,2 3,2-3,3-6,-2-17</inkml:trace>
  <inkml:trace contextRef="#ctx0" brushRef="#br0" timeOffset="1503.088">2066 1,'7'6,"89"120,-44-53,10 5,4-2,2-4,4-2,3-4,3-3,59 36,51 17,-184-114,-2-1,-1-1,0 0,0 1,0-1,0 1,0-1,0 1,0-1,0 1,0 0,0 0,0-1,0 1,0 0,0 0,-1 0,1 0,0 0,-1 0,1 0,0 0,-1 0,0 0,1 0,-1 1,0-1,1 0,-1 0,0 0,0 1,0-1,0 0,0 0,0 0,0 1,-1 0,-43 45,24-29,-62 69,3 4,-50 78,54-69,17-24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18.402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0 1,'0'0,"1"5,0 12,2 14,0 13,1 14,0 11,0 7,2 2,0-2,0-14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16.491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501 412,'0'0,"0"0,0 8,0 12,2 17,1 16,1 13,2 11,-1 6,1 3,0-3,-1-17</inkml:trace>
  <inkml:trace contextRef="#ctx0" brushRef="#br0" timeOffset="3452.781">93 0,'0'0,"0"0,0 0,-2 7,-4 13,-4 16,-5 17,-3 16,-1 16,3 14,9 13,15 11,17 12,22 8,22 8,21 3,18-7,-8-29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17.712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0 453,'0'0,"2"6,1 10,1 13,2 12,0 9,0 4,0-1,-1-11</inkml:trace>
  <inkml:trace contextRef="#ctx0" brushRef="#br0" timeOffset="424.863">179 285,'0'0,"7"4,121 98,-89-68,248 197,-284-229,44 41,-46-41,1-1,-1 1,0 0,0 0,0 0,0 0,0 0,0 0,-1 0,1 0,-1 0,1 1,-1-1,0 0,0 0,0 0,0 1,0-1,0 0,-1 0,1 0,-1 1,1-1,-1 0,0 0,0 0,0 0,-6 7,-1 1,0-1,0-1,-1 0,-1 0,1 0,-1-1,0-1,-1 0,-5 2,9-3,-41 22,-1-3,0-1,-22 5,20-11</inkml:trace>
  <inkml:trace contextRef="#ctx0" brushRef="#br0" timeOffset="1604.715">802 1,'0'0,"0"0,5 5,7 11,11 16,9 15,7 16,6 16,1 13,-2 12,-7 11,-10 7,-14 5,-16 2,-19-3,-16-8,-1-25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17.142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0 142,'0'0,"0"0,6 0,12 0,14 1,12 0,10 2,5-1,1 0,-1-1,-12-1</inkml:trace>
  <inkml:trace contextRef="#ctx0" brushRef="#br0" timeOffset="268.282">254 0,'0'0,"0"0,0 0,-1 6,-4 11,-1 12,-2 12,1 8,1 4,3 1,1-11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15.811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180 38,'-6'4,"-9"5,1 0,0 0,1 2,0-1,1 2,0 0,0 0,2 1,-1 0,2 1,0 1,0-1,2 1,-2 5,7-15,1 1,0-1,1 1,-1-1,1 1,0 0,1-1,-1 1,1 0,0-1,0 1,1-1,0 0,0 1,0-1,1 0,-1 0,1 0,0 0,1-1,-1 1,1-1,0 0,1 1,5 4,1 0,0-1,1 0,-1-1,1 0,1-1,-1 0,1-1,7 2,-9-3,0 0,0-1,1 0,-1-1,1-1,-1 1,1-2,-1 0,1 0,0-1,-1 0,1-1,-1 0,0-1,1-1,0 0,-9 2,0 0,0 0,0-1,-1 1,1-1,-1 1,0-1,0 0,0 0,0 0,0 0,0 0,-1-1,0 1,1 0,-1-1,0 1,-1-1,1 1,-1-1,1 0,-1 1,0-1,-1 1,1-1,-1 1,1-1,-1 1,0-1,0 1,0-1,-1 1,1 0,-1 0,0 0,0 0,0 0,-1-1,-8-12,-1 1,-1 0,0 0,-1 1,-1 1,0 0,-1 1,0 1,-1 1,0 0,0 1,-1 1,-1 0,-5 0,-8-3</inkml:trace>
  <inkml:trace contextRef="#ctx0" brushRef="#br0" timeOffset="393.945">396 0,'5'7,"32"27,2-2,1-1,1-2,1-1,3-3,246 134,-289-157,41 29,-42-30,0 0,0 0,0 0,0 0,0 1,0-1,0 0,0 1,-1-1,1 0,0 1,-1-1,1 1,-1-1,0 1,0-1,1 1,-1-1,0 1,0 0,0-1,-1 1,1-1,0 1,0-1,-1 1,1-1,-1 1,0-1,1 0,-1 1,-5 6,1-1,-2 0,1 0,-1 0,0-1,0 0,-7 4,-3 3,-169 124,140-108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21.157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395 197,'0'0,"0"0,0 0,-4 4,-5 9,-6 8,-6 7,-4 4,-2 1,-1-1,1-3,1-4,5-6</inkml:trace>
  <inkml:trace contextRef="#ctx0" brushRef="#br0" timeOffset="284.242">76 131,'0'0,"4"5,8 7,7 11,9 8,4 8,5 6,1 2,2 1,0-2,-1-6,-3-7,-3-9,-7-10</inkml:trace>
  <inkml:trace contextRef="#ctx0" brushRef="#br0" timeOffset="787.926">420 29,'-56'-24,"44"22,-1 1,1 0,-1 1,1 0,-1 0,1 2,0-1,-1 2,1-1,0 2,0 0,0 0,1 1,0 0,0 1,0 1,0 0,1 0,0 1,-5 5,4-3,1 0,0 1,1-1,0 2,1-1,0 1,1 1,0-1,1 1,0 0,1 1,1-1,0 1,1 0,0 0,1 0,1 0,0 2,2-1,0-1,2 1,-1-1,2 1,0-1,0 0,1 0,1-1,0 1,1-1,1-1,0 1,0-1,2-1,-1 1,1-2,1 1,0-1,0-1,5 3,1 0,1 0,0-2,0 1,2-2,-1-1,1 0,0-2,0 0,1-1,-1-1,1-1,0-1,21 0,-29-2,0-1,0 0,0 0,0-2,0 1,-1-2,1 0,-1 0,0-1,0 0,0-1,-1-1,0 0,0 0,-1-1,0-1,0 1,-1-2,0 1,0-1,-1-1,-1 1,0-1,0 0,-1-1,0 0,-1 0,0-3,-2 3,-1-1,0 1,-1 0,0 0,-1-1,0 1,-1-1,0 1,-1 0,-1 0,0 0,0 0,-1 0,-1 1,0 0,0-1,-1 2,-4-5,1 1,-2 0,1 1,-2 0,0 0,0 2,-1 0,-1 0,1 1,-2 0,1 2,-2-1,1 2,-2 0,-3 0,0 1,0 0,0 2,-1 1,0 0,-14 1,-33 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24.208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0 0,'0'0,"0"0,2 8,4 15,4 20,4 20,3 18,3 15,2 12,0 6,1 0,-4-18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24.857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494 233,'0'0,"0"0,0 0,0 0,-3 5,-4 8,-7 11,-7 8,-8 6,-5 3,-5 0,-1-3,1-7,6-8,7-8</inkml:trace>
  <inkml:trace contextRef="#ctx0" brushRef="#br0" timeOffset="267.285">215 245,'0'0,"7"5,12 11,15 11,10 10,8 9,5 3,-1-2,-3-7,-10-10</inkml:trace>
  <inkml:trace contextRef="#ctx0" brushRef="#br0" timeOffset="706.114">431 0,'-24'6,"-2"2,-1 1,2 1,-1 2,2 0,0 2,0 0,1 2,1 1,1 0,0 2,1 0,1 1,-10 16,20-26,1 0,1 1,0 0,0 0,1 1,0 0,1 0,1 1,0-1,1 1,0 0,0 0,2 0,0 0,0 0,1 0,1 0,0 0,0 0,2 0,0 0,0 0,1-1,0 1,7 11,-3-11,1 0,0-1,1 1,1-2,0 1,0-2,1 1,0-2,1 0,0 0,1-1,0 0,0-2,0 1,6 0,1 0,0-1,0-1,1-1,0 0,0-2,0 0,0-2,1-1,-1 0,13-4,-15 2,0-1,0 0,-1-2,0 0,-1-2,1 0,-1-1,-1 0,1-2,-2 0,0-1,0-1,-1 0,0-1,-2 0,1-1,-2-1,0 0,-1-1,0 0,4-12,-12 20,1-1,-1 0,-1 0,0-1,0 1,-1 0,-1-1,0 1,0 0,-1-1,0 1,0-1,-1 1,-1 0,0 0,0 0,-1 1,0-1,-1 1,0 0,-4-6,-6-3,-1 0,0 2,-1 0,-1 0,0 2,-1 0,0 1,-1 1,-1 1,0 1,-1 1,1 1,-2 0,1 2,-19-3,15 4,0 0,-1 2,1 1,-1 1,0 1,1 1,-1 2,1 1,-2 1,-34 11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23.483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0 143,'0'0,"0"0,0 0,3 5,3 9,5 11,2 11,1 11,-1 7,-1 7,-2 4,-1 1,0-2,1-6,2-8,-2-13</inkml:trace>
  <inkml:trace contextRef="#ctx0" brushRef="#br0" timeOffset="441.819">318 0,'6'7,"9"11,34 45,3-2,48 42,-46-59,1-2,2-2,2-4,2-1,1-4,22 7,-23-6,-60-31,0 0,0-1,0 1,0 0,0 0,0 0,-1 0,1 0,0 1,-1-1,1 0,-1 0,1 0,-1 1,1-1,-1 0,0 0,0 1,0-1,0 0,0 0,0 1,0-1,0 0,0 1,0-1,-1 0,1 0,-1 1,1-1,-1 0,1 0,-1 0,1 0,-2 1,-32 35,32-35,-97 79,-74 45,103-79,5-7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26.730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0 1,'0'0,"0"0,2 7,2 12,2 15,0 12,0 11,-1 5,0 3,-1-4,2-6,0-10,0-12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27.223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 1,'110'129,"-17"-20,5-4,89 72,-64-65,-120-110,0 1,0-1,-1 1,1 0,-1 0,1 1,-1-1,0 0,0 1,0-1,-1 1,1 0,-1-1,0 1,0 0,0 0,-1 0,1 0,-1 0,0 0,0 0,-1 0,1-1,-1 1,1 0,-1 0,0 0,-1 0,0 2,-6 4,1 0,-1 0,-1-1,0 0,0 0,-1-1,0-1,-6 5,11-9,-79 56,-3-4,-18 5,-17-4,69-36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27.540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 1,'0'0,"0"0,2 9,5 19,5 23,6 23,3 21,4 18,3 14,1 13,1 6,-4-22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7:36.36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10633 1164,'7'1,"65"8,0-3,63-3,-41-5,-57 2</inkml:trace>
  <inkml:trace contextRef="#ctx0" brushRef="#br0" timeOffset="292.217">11271 1048,'0'0,"0"0,0 0,0 0,1 5,1 11,2 10,0 10,1 7,0 3,-1-7</inkml:trace>
  <inkml:trace contextRef="#ctx0" brushRef="#br0" timeOffset="592.923">11435 840,'0'0,"0"0,6 4,9 8,11 10,9 11,3 10,0 11,-5 6,-11 7,-13 2,-16 1,-17-3,-5-13</inkml:trace>
  <inkml:trace contextRef="#ctx0" brushRef="#br0" timeOffset="987.868">10290 840,'0'0,"-6"8,-11 17,-7 21,-3 17,3 15,7 10,13 3,18 1,21-4,23-6,24-11,-1-17</inkml:trace>
  <inkml:trace contextRef="#ctx0" brushRef="#br0" timeOffset="-28659.176">765 1227,'0'0,"0"0,0 0,0 1,-9 74,4 0,3 0,5 43,-1-80</inkml:trace>
  <inkml:trace contextRef="#ctx0" brushRef="#br0" timeOffset="-28216.359">994 982,'5'6,"124"136,-61-72,3-3,3-3,-54-48,-11-10,-1 0,0 0,0 1,0 1,-1-1,0 1,0 0,-1 1,0 0,3 8,-8-12,0 0,-1 1,0-1,-1 0,1 0,-1 1,0-1,0 0,0 0,-1 0,0 0,0 0,0 0,-1-1,1 1,-1-1,0 1,-1-1,1 0,-1 0,1-1,-1 1,-1 0,5-4,-222 237,133-136,52-59</inkml:trace>
  <inkml:trace contextRef="#ctx0" brushRef="#br0" timeOffset="-27856.299">243 1149,'0'0,"1"6,1 14,3 17,3 19,2 18,2 15,2 11,2 8,-1 3,0 0,-1-6,-4-21</inkml:trace>
  <inkml:trace contextRef="#ctx0" brushRef="#br0" timeOffset="-26302.842">1962 1280,'5'0,"463"-1,202-25,360-7,-201 32,-648 2</inkml:trace>
  <inkml:trace contextRef="#ctx0" brushRef="#br0" timeOffset="-17153.171">6456 683,'0'0,"1"0,19-4,1 0,-1 2,1 0,0 1,11 2,-23 0,0 0,0 0,0 1,0 0,-1 0,1 1,-1 0,0 1,0 0,0 0,0 1,-1 0,0 0,1 1,-4-2,0 0,-1 0,1 0,-1 0,0 0,0 1,-1 0,1-1,-1 1,0 0,0 0,-1 0,0 0,0 1,0-1,0 0,-1 0,0 1,0-1,0 0,-1 1,0 3,-2 4,0 0,-1 0,-1 0,0-1,0 1,-2-1,1-1,-6 7,-15 18,-1-1,-2-2,-2-1,-8 5,-39 40,79-77,-1 1,0-1,1 0,-1 0,1 0,-1 1,0-1,1 0,-1 1,1-1,-1 1,1-1,-1 1,1-1,-1 0,1 1,0 0,-1-1,1 1,0-1,-1 1,1-1,0 1,0 0,-1-1,1 1,0 0,0-1,0 1,0 0,0-1,0 1,0 0,0-1,0 1,0 0,0-1,1 1,-1-1,0 1,0 0,1-1,-1 1,0-1,1 1,-1-1,1 1,-1-1,0 1,1-1,-1 1,1-1,0 1,-1-1,1 0,-1 1,1-1,-1 0,1 0,0 1,11 0,0 0,0 0,0-2,0 1,-1-1,6-2,7 0,251-28,-210 23</inkml:trace>
  <inkml:trace contextRef="#ctx0" brushRef="#br0" timeOffset="-16901.323">6367 1008,'0'0,"8"-1,17-3,20-1,20-1,18 0,12 2,5 0,-15 1</inkml:trace>
  <inkml:trace contextRef="#ctx0" brushRef="#br0" timeOffset="-16381.19">5756 517,'0'0,"0"0,0 0,1 8,2 14,1 17,1 19,2 15,0 14,2 9,3 6,2 4,2 0,0 0,2-4,-2-8,-2-20</inkml:trace>
  <inkml:trace contextRef="#ctx0" brushRef="#br0" timeOffset="-15596.285">5565 504,'33'-8,"91"-14,108-3,-184 20,829-78,-863 82,155-14,154 8,-303 7,1 0,0 2,-1 0,1 2,-1 0,0 1,0 1,0 1,-1 0,0 2,-1 0,0 1,0 1,5 5,-2 6,-1 0,-2 1,0 1,-2 1,0 0,-2 2,-1-1,-1 1,2 9,9 18,57 129,48 70,59 43,-94-155,-34-34,-57-105,-1 0,0 0,0 0,0 0,-1 0,1 0,0 0,-1 1,1-1,-1 0,0 0,0 0,0 1,0-1,0 0,0 0,-1 1,1-1,-1 0,1 0,-1 0,0 0,0 0,0 0,0 0,0 0,0 0,-1 0,1 0,-1-1,1 1,-1 0,0-1,1 0,-1 1,0-1,0 0,0 0,0 0,0 0,0 0,0-1,-1 1,1 0,-15 2,1 0,-1-1,0-1,0-1,1 0,-9-2,-322-31,180 14,-1053-60,808 60,242 8</inkml:trace>
  <inkml:trace contextRef="#ctx0" brushRef="#br0" timeOffset="-15234.252">4483 1265,'0'0,"8"0,17 0,21 0,23 0,22 0,20 0,18 0,16-1,14-1,-21 0</inkml:trace>
  <inkml:trace contextRef="#ctx0" brushRef="#br0" timeOffset="-13282.918">7998 1409,'0'0,"8"-1,15 1,19-1,16 1,15 0,11 1,-8-1</inkml:trace>
  <inkml:trace contextRef="#ctx0" brushRef="#br0" timeOffset="-1226.318">7909 1409,'0'0,"0"0,1 0,501-8,658-20,-1035 26</inkml:trace>
  <inkml:trace contextRef="#ctx0" brushRef="#br1" timeOffset="13071.23">3184 1,'3'75,"0"12,11 1169,-49-374,31-687,2 599,11-295,-6-284,10 1,18 63,-27-251,16 110,-1 80,-26 180,1-274,3-40</inkml:trace>
  <inkml:trace contextRef="#ctx0" brushRef="#br1" timeOffset="14526.343">611 5816,'-4'2,"-15"10,1 1,1 0,0 1,1 1,1 0,0 1,1 1,0 0,-10 19,19-26,-1-1,1 1,1 0,0 0,1 1,-1-1,2 1,0 0,0 0,1 0,0 0,1 0,0 0,1 0,0 0,1-1,0 1,0 0,2-1,2 8,-2-9,1-1,0 0,1 0,0-1,0 1,1-1,-1-1,1 1,1-1,-1 0,1-1,0 0,1 0,-1-1,1 0,0 0,0-1,0 0,0-1,0 0,1 0,-1-1,1 0,-1-1,1 0,-1-1,1 0,-1 0,1-1,-1 0,0 0,0-1,0 0,0-1,0 0,-1-1,0 0,0 0,-2 1,-1-1,1 0,-1 0,0 0,-1-1,0 0,1 0,-2 0,1 0,-1-1,0 1,0-1,-1 0,0 0,0 1,0-2,-1 1,0 0,-1 0,0 0,0 0,0-1,-1 1,0 0,0 0,-1 0,0 0,0 0,-1-1,-3-5,0-1,-2 1,1 0,-2 0,1 1,-2 0,1 1,-2 0,0 1,0 0,-1 0,0 1,0 1,-1 0,0 1,0 0,-1 1,0 0,0 1,-1 1,1 0,-8 0,-28-4</inkml:trace>
  <inkml:trace contextRef="#ctx0" brushRef="#br1" timeOffset="16413.305">802 5724,'9'19,"0"0,1 0,1-1,0-1,1 0,12 11,-23-26,27 31,1-1,2-2,1-1,2-1,27 17,24 16,-83-60,-1 0,1 1,-1-1,1 1,-1-1,1 1,-1 0,0 0,0-1,0 1,0 0,0 0,0 0,0 0,-1 0,1 0,-1 0,1 1,-1-1,0 0,0 0,0 0,0 0,0 0,0 1,-1-1,1 0,-1 0,0 0,1 0,-1 0,0 0,0 0,-1 1,-86 113,51-67,-3-1,-1-2,-29 24,31-37</inkml:trace>
  <inkml:trace contextRef="#ctx0" brushRef="#br1" timeOffset="16775.894">0 5737,'0'0,"0"0,0 0,0 0,0 0,1 7,3 14,1 15,3 18,1 16,2 10,1 9,1 4,1 1,1-1,0-8,2-11,-2-17</inkml:trace>
  <inkml:trace contextRef="#ctx0" brushRef="#br1" timeOffset="17196.793">1682 6010,'0'0,"3"1,8 2,3 2,0 4,-2 3,-7 4,-6 5,-7 2,-8 2,-5 2,-3-1,-3-1,1-3,2-6,5-5</inkml:trace>
  <inkml:trace contextRef="#ctx0" brushRef="#br1" timeOffset="17449.644">1503 6049,'0'0,"4"3,7 7,8 9,8 7,8 7,4 3,3 0,1-2,-1-7,-9-7</inkml:trace>
  <inkml:trace contextRef="#ctx0" brushRef="#br1" timeOffset="17954.808">1706 5866,'-5'-2,"-4"-1,1 1,-1-1,0 2,-1-1,1 1,0 1,0 0,0 0,0 0,-1 1,1 1,0 0,0 0,0 1,1 0,-1 0,1 1,0 0,-1 0,2 1,-1 0,1 1,-1-1,1 1,1 1,0 0,-3 3,1 1,0 0,0 1,2 0,-1 1,2 0,0 0,0 0,1 0,1 1,0-1,1 1,0 0,1 0,1 0,0 0,1 0,0 0,1-1,1 1,0 0,1-1,0 0,1 0,1 0,0 0,1-1,0 0,5 6,-1-3,1-1,0-1,1 0,1-1,0 0,0-1,1 0,1-2,-1 0,1 0,1-1,5 0,-9-3,0-1,0 0,0-1,1 0,0-1,-1-1,1 0,0-1,0 0,-1-1,1-1,0 0,-1-1,1 0,-1-1,6-3,-11 3,1 0,-1 0,-1-1,1 0,-1-1,1 0,-2 0,1 0,-1-1,0 0,0 0,0 0,-1-1,-1 0,1 0,-1 0,-1-1,1 1,-1-1,-1 0,0 0,0 0,-1 0,0 0,0 0,-1-2,-2-9,0 1,-1 0,-1-1,-1 1,-1 1,-1-1,0 1,-1 0,-1 1,-1 0,0 0,-1 1,-1 0,-1 1,0 1,-1 0,0 0,-1 2,0 0,-1 0,-1 2,0 0,0 0,-1 2,0 0,-17-4,26 9,0 0,-1 0,1 1,-1 0,1 1,-1 0,0 1,0 0,0 0,1 1,-1 0,0 1,1 0,-1 1,1-1,0 2,0 0,0 0,0 0,1 1,-1 0,1 1,0 0,-19 29,10-1</inkml:trace>
  <inkml:trace contextRef="#ctx0" brushRef="#br1" timeOffset="18297.892">2662 5879,'0'0,"0"0,0 0,0 0,0 0,0 0</inkml:trace>
  <inkml:trace contextRef="#ctx0" brushRef="#br1" timeOffset="18784.592">2687 5893,'-6'0,"0"1,0-1,0 1,1 0,-1 1,0 0,0-1,1 2,-1-1,1 1,-1 0,1 0,0 0,0 0,1 1,-1 0,1 0,0 1,0-1,0 1,0 0,1 0,0 0,0 0,0 0,1 1,0-1,0 1,0 0,1 0,-1 0,2-1,-2 7,2-3,0-1,1 1,0 0,0 0,1-1,0 1,1-1,-1 1,2-1,-1 0,1 0,0 0,1-1,0 0,0 1,1-2,-1 1,6 4,-1-1,1-1,-1 0,2 0,-1-2,1 1,0-1,1-1,-1 0,1-1,1 0,6 1,-14-4,0-1,-1 1,1-1,0 0,0 0,0-1,-1 0,1 0,0 0,0-1,0 1,0-2,-1 1,1 0,0-1,-1 0,1-1,-1 1,0-1,0 0,0 0,0-1,0 1,-1-1,0 0,0 0,0-1,0 1,0-1,2-4,-4 2,0 0,0 1,-1-1,0 0,0 0,-1 0,0 0,0 0,0 0,-1 0,0 0,-1 1,1-1,-1 0,0 1,-1-1,-1-2,-4-8,-1 0,0 1,-2 0,1 1,-13-13,10 13,0 1,-2 0,1 1,-2 1,0 0,0 2,-10-6,19 13</inkml:trace>
  <inkml:trace contextRef="#ctx0" brushRef="#br1" timeOffset="19227.411">3032 5724,'89'90,"3"-5,100 71,-181-148,-8-7,0 1,0-1,0 1,-1-1,1 1,0 0,-1 0,1 0,-1 1,0-1,0 0,0 1,0-1,0 1,0 0,-1 0,1 0,-1 0,0 0,0 0,0 0,0 0,0 0,-1 0,0 1,1-1,-1 0,0 0,-1 1,1-1,-1 0,-5 7,0 0,-2 0,1-1,-1 0,0-1,-1 0,0 0,0-1,-2 1,1 0,-37 30,-2-2,-1-3,-31 15,37-26</inkml:trace>
  <inkml:trace contextRef="#ctx0" brushRef="#br1" timeOffset="19527.608">2190 5686,'0'0,"0"0,0 0,0 7,0 11,-1 16,2 16,2 14,2 11,3 8,2 4,2 1,4-3,1-6,-2-16</inkml:trace>
  <inkml:trace contextRef="#ctx0" brushRef="#br1" timeOffset="19985.387">4139 5893,'0'0,"-2"4,-5 6,-5 6,-5 7,-4 3,-3 2,-2 2,0-1,1-2,5-5,6-8,5-5</inkml:trace>
  <inkml:trace contextRef="#ctx0" brushRef="#br1" timeOffset="20190.35">3884 5983,'0'0,"6"4,12 9,11 8,10 7,7 4,4 1,0-4,-8-6</inkml:trace>
  <inkml:trace contextRef="#ctx0" brushRef="#br1" timeOffset="20725.92">4075 5790,'-12'-5,"0"1,0 0,0 0,-1 1,1 1,-1 0,1 1,-1 0,0 1,1 0,-1 1,0 1,1 0,-1 0,1 1,0 1,0 0,0 1,0 0,1 1,0 0,0 1,0 0,1 1,0 0,-2 3,4-2,1 0,1 0,0 1,0 0,1 0,0 0,1 0,0 1,1 0,0 0,1 0,0 0,0 0,1 1,1-1,0 0,0 1,1-1,1 0,0 0,0 0,1 0,1 0,0 0,0-1,1 0,0 0,1 0,0 0,1-1,0 0,7 7,-4-5,2-1,-1 0,1 0,1-1,0-1,0 0,1-1,0 0,0-1,0 0,1-2,0 0,-1 0,2-1,8 0,-12-2,0 0,0-1,1 0,-1-1,0-1,0 0,0 0,-1-1,1-1,0 0,-1 0,0-1,0-1,0 1,-1-2,0 0,0 0,-1-1,8-8,-9 7,0 0,0-1,-1-1,-1 1,0-1,-1 0,0-1,0 1,-1-1,0 0,-1 0,-1 0,0 0,-1 0,0-1,-1 1,0 0,-1-1,0 1,-1 0,0 0,-1 0,0 0,-1 0,-3-5,-1 0,0 1,-1 0,-1 0,0 1,-1 1,-1-1,0 2,-1 0,0 0,-1 1,-1 1,0 0,0 1,-1 1,0 0,0 1,-11-3,17 8,0 0,0 0,-1 1,1 0,0 1,-9 0,15 1,1 0,-1 0,1 0,0 1,-1-1,1 1,0 0,-1 0,1 0,0 0,0 1,0-1,0 1,0 0,0 0,0 0,1 0,-1 0,1 0,0 1,-1 0,1 0,-8 17</inkml:trace>
  <inkml:trace contextRef="#ctx0" brushRef="#br1" timeOffset="21075.03">4954 5750,'0'0,"0"0,0 0,0 5,0 11,-1 11,0 12,1 9,2 6,2 3,-1 0,1-4,1-5,1-9,3-10,1-10</inkml:trace>
  <inkml:trace contextRef="#ctx0" brushRef="#br1" timeOffset="21516.848">5095 5633,'0'0,"1"1,134 117,-39-32,62 40,-29-46,-127-80,-1 1,0-1,0 1,0-1,0 1,0 0,0 0,0 0,0 0,0 0,0 0,0 0,0 0,-1 0,1 0,0 0,-1 0,1 0,-1 1,0-1,1 0,-1 0,0 1,0-1,1 0,-1 1,0-1,0 0,-1 1,1-1,0 0,0 0,-1 1,1-1,0 0,-1 0,1 1,-1-1,0 0,1 0,-1 0,0 0,0 1,-60 70,35-46,-18 24,-62 60,81-90</inkml:trace>
  <inkml:trace contextRef="#ctx0" brushRef="#br1" timeOffset="21769.686">4534 5530,'0'0,"1"9,1 16,2 21,2 22,3 20,2 19,2 15,-2-12</inkml:trace>
  <inkml:trace contextRef="#ctx0" brushRef="#br1" timeOffset="36773.726">10849 4716,'0'0,"0"0,0 0,3 7,3 14,4 15,4 15,1 11,2 7,2 5,0 1,-2-3,-4-14</inkml:trace>
  <inkml:trace contextRef="#ctx0" brushRef="#br1" timeOffset="37120.312">10570 5595,'0'0,"8"0,16 0,18 0,18 0,17 0,13 0,8 0,6 0,2 0,1 1,-5 1,-9 0,-13 0,-13 0,-20 0</inkml:trace>
  <inkml:trace contextRef="#ctx0" brushRef="#br1" timeOffset="37546.742">11067 5841,'2'65,"3"1,3-1,8 26,0-19,4-2,25 61,-27-74,-17-57,-1 1,0 0,0 0,0-1,0 1,0 0,0-1,0 1,0 0,0-1,0 1,0 0,-1 0,1-1,0 1,0 0,-1-1,1 1,0-1,-1 1,1 0,-1-1,1 1,-1-1,1 1,-1-1,1 0,-1 1,0-1,1 1,-1-1,1 0,-1 1,0-1,1 0,-1 0,0 0,1 1,-1-1,0 0,0 0,1 0,-1 0,0 0,1 0,-1 0,0-1,1 1,-1 0,0 0,0-1,-39-13,39 13,-168-96,97 42,47 31</inkml:trace>
  <inkml:trace contextRef="#ctx0" brushRef="#br1" timeOffset="37843.946">11028 5854,'0'0,"0"0,0 0,0 0,0 0,9 1,16 2,19 4,15 3,12 1,-7-1</inkml:trace>
  <inkml:trace contextRef="#ctx0" brushRef="#br1" timeOffset="38190.53">11358 6086,'6'4,"14"10,0 0,-2 1,0 1,0 1,-2 1,0 0,-1 1,0 1,-12-15,1 0,-1 0,0 1,0-1,-1 1,0-1,0 1,0 0,0 0,-1 0,0 0,0 0,-1 0,0 0,0 0,0 0,-1 0,0 1,0-1,-1-1,1 1,-1 0,-4 4,1-2,-1 1,0-1,-1 0,0 0,-1-1,1 1,-1-2,-1 1,-4 2,13-9,-16 15,16-15,0 1,0-1,0 1,0-1,0 0,0 1,0-1,0 1,0-1,0 1,0-1,0 1,1-1,-1 1,0-1,0 0,0 1,1-1,-1 1,0-1,0 0,1 1,-1-1,0 0,1 1,-1-1,0 0,1 1,-1-1,1 0,-1 0,0 1,1-1,-1 0,1 0,-1 0,1 0,-1 0,1 0,-1 0,1 0,-1 0,1 0,105 19,-74-16,27 4</inkml:trace>
  <inkml:trace contextRef="#ctx0" brushRef="#br1" timeOffset="52673.155">9870 5130,'5'-2,"26"-12,1 2,1 1,0 1,1 2,-1 2,1 1,1 1,-1 2,15 2,28 3,-67 2,-6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52.117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0 1,'0'0,"1"0,34 7,1-1,-1-2,1-2,0-1,14-2,212-9,-233 7,-20-1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56.434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113 1,'-31'65,"12"-29,2 1,2 1,-3 13,15-40,0 1,0 0,2-1,-1 1,1 0,1 0,0 0,1 0,0 0,1 0,0 0,1 0,2 4,0-4,2-1,-1 1,1-1,1 0,0-1,0 0,1 0,0-1,1 0,0 0,1-1,-1-1,1 0,1 0,0-1,0 0,0-1,0-1,1 0,-1 0,1-1,0-1,0 0,4-1,-9 0,0 0,0-1,0 0,0-1,0 1,-1-1,1-1,0 0,-1 0,1 0,-1-1,1 0,-1-1,0 1,-1-1,1-1,0 1,-1-1,0 0,-1-1,1 1,-1-1,0 0,0 0,-1-1,1 0,-1 0,-1 0,0 0,0 0,0-1,0-4,-1 1,-1 0,0-1,0 1,-1-1,-1 0,1 1,-2-1,0 1,0 0,-1-1,-1 1,0 1,0-1,-2-1,-2-6,-2 1,0-1,-1 2,-1 0,-1 0,0 1,-1 0,-6-3,11 8,0 2,-1-1,-1 1,1 1,-1 0,0 1,-1 0,0 0,0 1,0 1,0 0,-1 1,1 0,-1 1,0 0,0 1,0 0,-8 1,-3 7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56.796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 1,'0'0,"0"0,1 6,2 11,3 14,2 15,4 11,1 8,0 7,1 1,-1-1,0-5,0-8,-2-14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57.160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10 0,'0'0,"-1"8,-1 15,0 17,-1 15,2 12,0 9,3 3,1-1,2-6,0-10,1-16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57.638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0 1,'8'9,"56"71,4-3,3-3,4-4,14 8,135 82,-213-153,51 42,-59-47,-1 1,0-1,0 1,0-1,-1 1,1 0,-1-1,1 1,-1 0,0 0,0 0,0 0,0 0,-1 0,1 0,-1 1,0-1,0 0,0 0,0 0,0 0,-1 0,0 1,-2 5,-2 1,1-1,-1 0,0 0,-1-1,0 0,-1 1,0-2,0 1,-2 1,2-2,-62 63,-3-3,-79 57,89-79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52.507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306 68,'0'0,"0"7,0 13,1 16,2 14,2 11,4 9,3 5,1 4,1-2,0-4,0-6,-2-15</inkml:trace>
  <inkml:trace contextRef="#ctx0" brushRef="#br0" timeOffset="314.673">1 934,'298'29,"-204"-21,359 33,-334-30,-78-9</inkml:trace>
  <inkml:trace contextRef="#ctx0" brushRef="#br0" timeOffset="739.056">512 1309,'-2'10,"1"42,1 1,3 0,2-1,5 15,-9-60,48 296,-48-295,0-3,0 1,0-1,0 0,-1 1,0-1,0 1,-1-1,1 1,-1-1,-1 0,1 1,0-1,-1 0,0 0,-1 1,1-4,-1-1,1 1,0-1,0 0,0 0,-1 0,1 0,-1 0,1-1,-1 1,1-1,-1 1,1-1,-1 0,1 0,-1 0,1 0,-1-1,1 1,-1-1,1 1,-1-1,1 0,0 0,-1 0,1 0,0-1,-1 0,-29-13,1-2,1-1,1-1,-4-4,29 20,-4-3,-1 0,1 0,0-1,0 0,0 0,1-1,1 0,-1 0,0-2,-3-11</inkml:trace>
  <inkml:trace contextRef="#ctx0" brushRef="#br0" timeOffset="1069.175">485 1233,'0'0,"0"0,0 0,6 0,12 0,15-1,14 2,8 0,7 2,5 1,1-1,-10 0</inkml:trace>
  <inkml:trace contextRef="#ctx0" brushRef="#br0" timeOffset="1477.591">753 1400,'4'4,"57"69,-33-43,-2 1,-2 2,12 20,-31-46,-1-1,-1 1,1-1,-1 1,0 0,-1 0,1 1,-1-1,-1 0,0 1,0-1,0 1,-1-1,0 1,0 0,-1-1,0 1,0-1,-1 0,0 1,0-1,-1 0,0 0,0 0,-1 0,-2 4,-5 0,0 0,0 0,-1-1,0 0,-1-1,0-1,0 0,-1-1,0 0,-3 0,3 0,11-3,12-3,-8-1,285 24,-207-17</inkml:trace>
  <inkml:trace contextRef="#ctx0" brushRef="#br0" timeOffset="2588.627">1517 68,'-4'-3,"-6"-4,0 0,0 0,-1 0,0 1,0 0,0 1,-1 0,1 1,-1 0,-8-1,19 5,-1 0,1-1,0 1,-1 0,1 0,0 0,-1 0,1 0,-1 0,1 0,0 0,-1 1,1-1,0 0,-1 1,1-1,0 1,-1 0,1-1,0 1,0 0,0 0,0 0,0 0,0 0,0 0,0 0,0 0,0 0,1 0,-1 0,0 1,1-1,-1 0,1 0,-1 1,1-1,-1 0,1 1,0-1,0 9,1-1,-1 0,2 0,-1 0,1 0,1 0,0-1,0 1,2 4,2 3,35 101,-4 2,12 81,-20-7,-3 88,8 56,-32-306,1-1,2 0,1 0,1-1,1 1,2-2,1 0,7 11,-17-35,1 1,0-1,0 0,0 0,1 0,-1-1,1 1,0-1,0 1,0-1,1-1,-1 1,1-1,-1 1,1-1,0 0,0-1,0 1,0-1,0 0,0-1,0 1,0-1,0 0,3 0,29-8,-2-3</inkml:trace>
  <inkml:trace contextRef="#ctx0" brushRef="#br0" timeOffset="5541.757">2076 147,'0'0,"0"7,1 13,1 19,3 19,3 20,3 17,4 16,3 12,2 6,3 1,4-2,-3-22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59.627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0 1,'0'0,"0"0,0 0,1 7,1 12,2 16,2 14,3 12,0 10,0 5,1 4,-1-1,1-5,0-7,0-11,-1-14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9:00.005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11 1,'0'0,"0"0,-1 7,-1 12,0 16,-1 14,2 12,0 9,2 5,2 1,3-3,1-8,-1-15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9:00.372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0 1,'0'0,"0"0,1 6,0 14,2 15,0 13,-1 13,1 8,0 6,2 0,1-4,-1-13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8:58.949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0 181,'0'0,"10"0,18 2,18 1,18 0,11 2,6 0,1-2,-4-3,-8-3,-10-4,-11-4,-14-1</inkml:trace>
  <inkml:trace contextRef="#ctx0" brushRef="#br0" timeOffset="283.755">509 1,'0'0,"-4"3,-7 8,-6 9,-2 9,0 8,5 8,4 6,5 4,5 0,3-4,2-10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9:01.270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5 0,'0'0,"0"0,-1 7,-1 12,1 17,1 20,3 17,4 18,4 12,4 10,4 7,2 2,1-4,1-9,-2-23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9:00.906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1 340,'33'19,"0"2,29 23,-43-30,413 314,-137-112,-252-170,-42-44,0 1,0-1,0 0,-1 0,1 1,0-1,-1 1,1-1,-1 0,0 1,0-1,0 1,0-1,-1 1,1-1,0 0,-1 1,0-1,1 1,-1-1,0 0,0 0,-1 0,1 1,-7 9,-1-1,-1 0,1-1,-2 1,1-2,-1 0,-6 3,-1 3,-333 272,176-150,97-80</inkml:trace>
  <inkml:trace contextRef="#ctx0" brushRef="#br0" timeOffset="1281.649">905 366,'3'-5,"53"-95,-30 50,2 2,27-33,-51 74,1 1,0 0,0 0,0 0,0 0,1 1,0 0,0 1,1-1,-1 1,1 0,0 1,0-1,0 1,1 1,-1-1,5 0,-9 4,1 0,-1 0,0 0,0 1,0-1,0 1,0 0,0 0,0 0,-1 0,1 0,-1 0,1 1,-1-1,0 1,0 0,0 0,0-1,-1 1,1 0,-1 1,1-1,-1 0,0 0,-1 0,1 1,0-1,-1 1,0-1,0 2,12 64,-3 0,-3 7,-1-22,105 823,-96-782,17 126,-9 1,-8 124,-14-342,1 22,-2 1,-1-1,-1 0,-1 1,-1-1,-6 18,9-38,0-1,-1 0,1 0,-1 0,0 0,-1 0,1 0,-1-1,0 0,0 0,0 0,0 0,-1 0,0-1,1 0,-1 0,-1 0,1-1,0 0,0 0,-1 0,0 0,1-1,-1 0,0 0,1-1,-1 1,-2-1,-76-8,-2-11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9:54.42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676 116,'-14'-2,"1"1,0 0,-1 1,1 1,-1 0,1 0,0 1,0 1,-6 2,4 1,0 1,1 0,0 1,0 1,1 0,0 1,1 0,0 1,0 0,-2 4,-36 52,49-64,-1 0,1 0,0 1,-1-1,2 0,-1 1,0-1,1 1,-1-1,1 1,0-1,0 1,1-1,-1 1,1-1,-1 1,1-1,0 0,1 1,-1-1,0 0,2 2,3 2,1 0,0-1,0 0,0 0,1-1,-1 1,2-2,-1 1,0-1,1-1,0 1,-1-1,1-1,1 0,-1 0,0-1,0 0,1 0,7-1,25 1,0-3,-1 0,0-3,1-1,-2-3,1-1,-1-1,15-9,-48 18,-1 0,1 0,-1-1,0 0,0 0,0 0,-1-1,1 0,-1 0,0 0,0-1,0 1,0-1,-1-1,0 1,0 0,0-1,-1 0,0 0,0 0,0 0,-1-1,0 1,0 0,-1-1,1-6,-2 6,0 1,0 0,-1-1,0 1,0 0,0-1,-1 1,0 0,0 0,-1 0,1 0,-1 1,-1-1,1 1,-1-1,0 1,0 1,-1-1,1 0,-1 1,0 0,0 0,0 0,-5-1,-1-1,0 0,0 0,-1 1,0 1,0 0,0 1,-1 0,1 1,-1 0,1 1,-1 1,-2 0,-7 2,0 1,1 1,0 0,0 2,0 0,1 2,0 0,0 1,1 2,0-1,1 2,-3 3,-7 9,10-4</inkml:trace>
  <inkml:trace contextRef="#ctx0" brushRef="#br0" timeOffset="824.326">1428 78,'-27'11,"11"-2,0 1,0 0,1 1,1 1,0 1,1 0,0 0,1 1,0 1,-4 7,13-19,1 1,-1-1,1 1,0-1,0 1,0 0,1 0,-1 0,1 0,0 0,0 0,0 0,1 0,-1 0,1 0,0 1,0-1,1 0,-1 0,1 0,0 0,0 0,0 0,1 0,0 2,1-2,0 1,1-1,0-1,-1 1,1 0,1-1,-1 0,0 0,1 0,-1 0,1-1,0 0,0 0,0 0,0-1,0 1,3-1,7 2,1-1,-1-1,0 0,1-1,6-2,33-3,-1-3,0-3,17-7,-59 16,1-1,-1 0,0-1,0 0,-1-1,1-1,-1 0,0 0,0-1,-1 0,0-1,-1 0,1-1,-1 0,-1 0,7-9,-14 14,1 1,-1-1,1 1,-1-1,0 1,0-1,0 1,-1-1,0 0,1 1,-1-1,0 0,-1 0,1 1,-1-1,1 0,-1 1,0-1,-1 1,1-1,-1 1,1 0,-1-1,0 1,0 0,0 0,-2-1,-2-4,-2 1,1 0,-1 0,0 0,0 1,-1 0,1 1,-1 0,-5-2,-6-1,0 0,-1 2,0 0,0 1,0 1,-1 1,1 1,-1 1,0 0,1 2,-1 1,0 0,1 2,0 0,-1 2,-52 28,52-17</inkml:trace>
  <inkml:trace contextRef="#ctx0" brushRef="#br0" timeOffset="2752.243">1 1,'0'0,"0"0,0 0,0 0,0 0,0 0,1 5,3 10,2 12,1 12,-1 10,1 11,-2 9,2 10,0 11,2 9,1 4,0-16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9:55.81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0 168,'0'0,"0"0,0 1,18 263,-15-223,2-1,2 1,1-1,11 28,-8-40</inkml:trace>
  <inkml:trace contextRef="#ctx0" brushRef="#br0" timeOffset="659.793">242 0,'4'5,"37"30,2-1,1-2,1-2,20 9,-23-17,1-1,1-2,0-2,11 0,-26-8,17 5,0 1,32 18,-76-33,0 0,-1 1,0 0,1-1,-1 1,1 0,-1-1,0 1,1 0,-1 0,0 0,0 0,0 1,0-1,0 0,0 0,0 1,0-1,0 0,-1 1,1-1,0 1,-1-1,1 1,-1-1,0 1,0-1,1 1,-1-1,0 1,0 0,0-1,-1 1,1-1,0 1,0-1,-1 1,1-1,-1 1,0-1,1 1,-1 0,-51 61,39-51,-132 129,-60 38,131-118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0:00.55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16 239,'-1'-6,"-2"-2,1 1,0 0,0 0,0 0,1 0,0 0,0-1,1 1,0 0,0-1,1 1,1-6,1 2,0-1,1 2,0-1,0 0,2 1,-1 0,1 0,1 1,6-9,-10 16,1-1,-1 1,1 0,-1 0,1 0,-1 1,1 0,0-1,0 1,0 0,0 1,0-1,0 1,0 0,0 0,0 0,0 0,0 1,0-1,0 1,0 0,-1 0,1 1,0-1,0 1,-1 0,1 0,-1 0,0 0,1 1,-1-1,0 1,-1 0,1 0,0 0,-1 0,1 0,-1 0,0 1,0-1,-1 1,2 3,3 12,0 0,-1 0,-2 0,0 1,-1 0,0 4,0 4,65 507,8 99,-51-371,-23-260,0 0,-1 1,1-1,-1 1,0-1,0 1,0 0,-1-1,1 1,-1-1,1 0,-1 1,-1-1,1 1,0-1,-1 0,1 0,-1 0,0 0,0 0,0 0,-1-1,1 1,0-1,-3 3,-4-1,0-1,-1 1,1-2,-1 1,1-1,-1-1,1 0,-5 0,-66 4,-6-2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0:05.43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1,'4'3,"106"45,-95-40,1 1,-1 1,0 0,-1 1,-1 0,6 6,-14-12,1 1,-1 0,0 0,-1 1,1-1,-1 1,-1 0,1 0,-1 0,0 1,-1-1,0 1,0 0,-1-1,1 6,-3 7,-2-2,0 1,-1 0,-1 0,-1-1,0 0,-1-1,-1 1,-1-1,-1-1,-1 3,10-17,-134 233,133-231,1-4,0 1,1-1,-1 1,0-1,1 1,-1 0,0-1,1 1,-1-1,1 1,-1 0,1 0,0-1,-1 1,1 0,0 0,-1-1,1 1,0 0,0 0,0 0,0-1,0 1,0 0,0 0,0 0,0 0,0-1,0 1,0 0,1 0,-1 0,0-1,1 1,-1 0,0 0,1-1,-1 1,1 0,-1-1,1 1,-1 0,1-1,0 1,-1-1,1 1,0-1,0 1,64-8,-25 0,-1-1,0-2,18-7,158-60,-172 64</inkml:trace>
  <inkml:trace contextRef="#ctx0" brushRef="#br0" timeOffset="393.948">26 427,'0'0,"0"0,0 0,0 0,0 0,0 0,0 0,7 1,14 1,16-1,18 0,14-1,14-3,11-4,-10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0:10.28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0 234,'61'-71,"-33"35,-12 16,1 1,0 1,1 0,1 2,7-6,-23 21,0-1,-1 0,1 1,0-1,0 1,0 0,0 0,0 0,0 1,0-1,0 1,0 0,1-1,-1 1,0 1,0-1,0 0,0 1,0 0,0-1,0 1,0 0,0 1,0-1,0 0,0 1,-1 0,1-1,2 3,5 6,0 0,-1 1,0 0,0 1,-1-1,-1 1,0 1,0 2,15 28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0:04.09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535 372,'-2'8,"-11"37,-3-1,-1-1,-2 0,-1-2,-8 9,-133 195,81-129,28-39,34-52</inkml:trace>
  <inkml:trace contextRef="#ctx0" brushRef="#br0" timeOffset="389.467">1 502,'0'0,"0"2,2 5,5 7,5 7,6 6,6 5,7 5,5 5,6 4,3 3,4 3,1 3,0 0,-2-2,-10-11</inkml:trace>
  <inkml:trace contextRef="#ctx0" brushRef="#br0" timeOffset="5632.121">63 346,'9'-21,"18"-43,3 2,25-38,-2 28,-51 69,0 1,0 0,1-1,-1 1,1 1,0-1,-1 0,1 1,0-1,0 1,0 0,0 0,0 0,0 0,0 0,1 1,-1-1,0 1,0 0,1 0,-1 0,0 1,0-1,0 1,0-1,1 2,5 3,0 0,-1 1,0 0,0 1,0 0,-1 0,1 1,-2-1,1 2,3 6,2 0,13 18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0:02.21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115 328,'0'0,"0"2,2 76,-4 1,-3-1,-5 10,7-55,-47 503,36-420,8-73</inkml:trace>
  <inkml:trace contextRef="#ctx0" brushRef="#br0" timeOffset="439.33">445 419,'1'7,"27"234,-23-201,10 71,-5 0,-5 0,-5 34,-1-126</inkml:trace>
  <inkml:trace contextRef="#ctx0" brushRef="#br0" timeOffset="722.085">0 1041,'0'0,"0"0,0 0,5-1,11-2,12-1,15-2,12 0,11-2,6-2,-7 0</inkml:trace>
  <inkml:trace contextRef="#ctx0" brushRef="#br0" timeOffset="6944.111">229 290,'2'-6,"2"-11,9-44,4 1,15-37,-10 58,-22 38,1 0,0 0,0 1,0-1,-1 0,1 1,0-1,0 1,0-1,0 1,0-1,0 1,0 0,0-1,0 1,0 0,1 0,-1 0,0 0,0 0,0 0,0 0,0 0,0 0,0 0,0 1,0-1,0 0,0 1,0-1,0 1,0-1,0 1,0 0,0-1,0 1,-1 0,2 0,47 58,-38-42,11 14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0:27.14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23,'103'-6,"-16"2,425-8,-447 15,1 3,45 11,-106-16,-4-1,0 0,0 0,1 0,-1 0,0 0,0 0,0 0,0 1,0-1,0 1,0-1,0 1,0-1,0 1,0-1,0 1,0 0,0 0,0-1,0 1,-1 0,1 0,0 0,0 1,-1 4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0:27.50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1,'0'0,"0"0,0 0,0 0,0 0,7 0,13 1,16-1,16 0,15 0,12 0,8 0,6-1,6 3,3 1,0-2,-17-1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0:30.88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0 139,'41'-8,"4"2,-36 6,1-1,0 0,0-1,0 0,0 0,-1-1,1 0,-1-1,0 0,0 0,0-1,6-5,30-48,-32 36,-12 21,0 1,-1 0,1-1,0 1,0 0,-1-1,1 1,0 0,0 0,0 0,-1 0,1 0,0 0,0 0,0 0,-1 0,1 0,0 0,0 1,-1-1,1 0,0 0,0 1,-1-1,1 1,0-1,-1 0,1 1,0-1,-1 1,1 0,-1-1,1 1,-1-1,1 1,-1 0,1-1,-1 1,0 0,1 0,-1-1,0 1,0 0,0 0,1 0,-1-1,0 1,0 0,2 3,80 137,-56-97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0:31.49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523 1,'0'0,"0"0,-2 3,-7 8,-8 10,-6 11,-6 6,-3 7,-2 4,-2 4,1 2,-1 1,0-2,0-1,0-3,1-5,2-5,7-10</inkml:trace>
  <inkml:trace contextRef="#ctx0" brushRef="#br0" timeOffset="617.351">0 79,'0'0,"0"0,1 4,4 7,6 8,8 6,7 8,7 6,4 8,3 9,2 6,4 3,4 1,3-2,2-5,-8-13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0:29.61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153 65,'-6'53,"-8"124,8 0,8 0,19 133,-1-196,-10-73</inkml:trace>
  <inkml:trace contextRef="#ctx0" brushRef="#br0" timeOffset="411.9">689 1,'-3'7,"-9"43,2 0,2 1,2 1,1 44,9 3,4-1,4 0,4 0,15 38,-20-80,-2-10</inkml:trace>
  <inkml:trace contextRef="#ctx0" brushRef="#br0" timeOffset="677.22">1 738,'0'0,"7"-2,14-4,17-2,18-3,14 1,10 1,9 2,3-2,-13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0:33.57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0 313,'6'-17,"60"-162,-63 169,0 1,1 0,0-1,0 1,1 1,0-1,1 1,-1 0,2 0,-1 0,4-1,-9 7,1 1,0 0,0 0,0 0,0 0,-1 0,2 0,-1 1,0-1,0 1,0-1,0 1,0 0,0 0,0 0,1 0,-1 0,0 0,0 1,0-1,0 1,0-1,0 1,0 0,0 0,0 0,0 0,1 1,46 42,-23-11,-1 2,-3 0,11 23,-18-32,13 22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0:36.43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191 0,'-2'7,"-72"222,46-145,4 2,4 0,4 2,4 0,3 0,4 58,7-102,2 1,2 0,2-1,2 0,2 0,2-2,1 1,5 3,34 64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0:34.32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0 583,'0'0,"1"0,80 17,167 42,-233-55,-1 0,-1 2,1-1,-1 1,13 9,-21-12,-1-1,0 2,0-1,0 0,-1 1,1 0,-1 0,0 0,0 0,0 0,0 1,-1 0,0-1,0 1,0 0,-1 0,1 0,0 4,-3 7,0 1,0-1,-2 0,0 0,0-1,-2 1,0-1,-1 1,0-1,-1-1,-1 0,0 0,-9 11,-85 135,84-118,18-41,-1 0,1 0,0 0,0 0,-1 0,1 0,0 1,0-1,0 0,0 0,0 0,1 0,-1 0,0 1,1-1,-1 0,0 0,1 0,-1 0,1 0,-1 0,1 0,0 0,0 0,-1 0,1-1,0 1,0 0,0 0,0-1,0 1,0-1,0 1,0 0,0-1,0 1,7 0,0 1,0-1,0-1,0 0,-1 0,1 0,0-1,0 0,6-2,4 1,290-48,-186 26,-75 13</inkml:trace>
  <inkml:trace contextRef="#ctx0" brushRef="#br0" timeOffset="297.205">102 996,'0'0,"0"0,8-1,15-1,18-1,18-2,15-1,9 0,5 1,3-1,-15 1</inkml:trace>
  <inkml:trace contextRef="#ctx0" brushRef="#br0" timeOffset="784.42">127 363,'3'-5,"57"-90,-56 89,40-55,-42 59,0 0,0 0,0 0,0 1,0-1,1 1,-1-1,1 1,-1 0,1 0,-1 0,1 0,0 1,0-1,-1 1,1 0,0-1,0 1,-1 0,1 1,0-1,0 0,-1 1,1 0,1 0,3 3,-1 0,1 0,-1 1,1 0,-2 0,1 1,0 0,-1 0,0 0,-1 0,1 1,-1 0,-1 0,4 7,-6-12,22 40,-3-2</inkml:trace>
  <inkml:trace contextRef="#ctx0" brushRef="#br0" timeOffset="1442.661">1058 1,'1'8,"4"21,1-1,2-1,0 1,2 0,6 20,10 31,7 19,-4 1,-4 1,11 97,-32-149,-2-1,-3 1,-1-1,-2 0,-2 0,-3 0,-10 32,-29 60,-6-17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0:37.74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304 55,'0'0,"-4"-3,-4-4,-1 1,0 1,-1 0,1 0,-1 1,0 0,0 0,-1 1,1 1,0-1,-1 2,0 0,1 0,-1 1,-3 0,10 0,0 1,0 0,1 0,-1 0,0 1,0-1,1 1,-1-1,1 1,-1 1,1-1,0 0,0 1,0-1,0 1,1 0,-1 0,1 0,-1 1,1-1,0 0,0 1,1-1,-1 1,1 0,-1 0,1-1,1 1,-1 0,0 0,-5 35,1 0,1 1,3-1,2 31,0-18,-6 757,-14-343,9-364,4 0,5 0,4 1,5-1,4-1,5 4,-17-102,29 84,-28-83,1 0,1 0,-1-1,1 1,-1 0,1-1,0 0,0 0,0 0,1 0,-1 0,1-1,-1 1,1-1,0 0,0 0,0-1,0 1,3 0,10 0,-1-1,1-1,-1 0,1-1,-1-1,1-1,-1 0,10-4,-2 2,31-6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0:42.79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91 119,'-48'-2,"8"0,37 4,14 1,20 1,0-2,1-2,-1-1,14-2,1 0,663-30,173 3,-126-6,-632 29,292-6,-349 13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0:43.5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65,'52'13,"0"-3,40 2,29-8,0-5,0-5,75-16,-143 16,270-27,107 10,128 20,-142-6,-298 8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4:59:47.43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3519 710,'-5'7,"-131"154,-7-7,82-88,-50 46,85-89</inkml:trace>
  <inkml:trace contextRef="#ctx0" brushRef="#br0" timeOffset="364.027">2998 760,'0'0,"0"0,0 0,2 5,7 7,5 10,8 9,6 8,5 6,5 6,3 1,3 2,1-1,1-2,-8-11</inkml:trace>
  <inkml:trace contextRef="#ctx0" brushRef="#br0" timeOffset="11670.976">388 24,'0'0,"0"0,0 0,0 0,-6-1,-34-6,26 3,1 0,-1 1,0 1,-1 0,1 1,0 1,0 0,0 1,-1 1,1 0,0 0,1 2,-1-1,0 2,-5 3,11-4,1 0,-1 1,1 0,0 0,0 1,1 0,0 0,0 1,0 0,1 0,0 0,0 1,1-1,0 1,0 0,1 0,0 0,0 1,1 0,-1 21,1 1,1 0,1 0,2 0,2-1,4 24,-7-52,66 443,-46-189,-12 43,24 421,-31-697,15-25,36-7,-29 6</inkml:trace>
  <inkml:trace contextRef="#ctx0" brushRef="#br0" timeOffset="20664.646">3011 515,'2'-4,"1"0,11-20,2 0,1 0,1 2,1 0,1 1,1 1,6-4,-25 22,0 0,0 1,1-1,-1 0,0 1,1-1,-1 1,1 0,-1 0,1 0,-1 0,1 0,0 1,0-1,-1 1,1 0,0-1,0 1,-1 1,1-1,0 0,0 1,-1-1,1 1,0 0,-1 0,1 0,-1 0,1 0,-1 1,1-1,-1 1,1 0,5 6,0 1,-1 1,1-1,-2 1,0 1,5 8,-2-2,13 22</inkml:trace>
  <inkml:trace contextRef="#ctx0" brushRef="#br0" timeOffset="-1441.21">1928 722,'0'0,"0"0,0 0,1 0,180 1,-178-1,98 5,-95-5,-1 1,1 0,-1 1,1 0,-1-1,0 2,0-1,0 1,0-1,0 1,-1 1,1-1,-1 1,0-1,0 1,3 3,-5-2,0 1,0-1,0 1,-1-1,0 1,0 0,0-1,-1 1,0 0,0-1,0 1,-1 0,1-1,-2 1,1 0,0-1,-1 1,0-1,-1 0,1 0,-1 0,0 0,0 0,-1 0,-21 37,-2-1,-2-2,-5 3,5-7,2 1,1 2,-16 33,40-67,1-4,0 1,0 0,0 0,1 0,-1 0,1 0,-1 0,1 0,-1 0,1 0,-1 1,1-1,0 0,0 0,-1 0,1 0,0 1,0-1,0 0,0 0,0 0,1 0,-1 1,0-1,1 0,-1 0,0 0,1 0,-1 0,1 0,0 0,-1 0,1 0,0 0,42 3,62-9,-1-6,0-3,1-6,-54 8</inkml:trace>
  <inkml:trace contextRef="#ctx0" brushRef="#br0" timeOffset="-1107.584">1865 1161,'0'0,"8"-3,16-3,17-6,18-4,14-3,11 1,5-1,-1 2,-16 3</inkml:trace>
  <inkml:trace contextRef="#ctx0" brushRef="#br0" timeOffset="20130.035">2119 567,'-1'-12,"1"-4,0 1,1 0,0-1,1 1,1 0,0 0,2 0,-1 0,2 1,0 0,0 0,2 0,-1 1,5-5,-10 16,-1-1,0 1,1 0,0-1,0 1,0 0,0 0,0 1,0-1,0 0,0 1,1-1,-1 1,1 0,-1 0,1-1,-1 2,1-1,0 0,-1 1,1-1,0 1,0 0,0 0,-1 0,1 0,0 0,1 1,6 4,-1 0,-1 1,1 0,-1 1,0 0,0 0,5 8,12 9,12 9,-1-3</inkml:trace>
  <inkml:trace contextRef="#ctx0" brushRef="#br0" timeOffset="-3393">1317 567,'-3'5,"-106"183,-268 389,329-511,30-44</inkml:trace>
  <inkml:trace contextRef="#ctx0" brushRef="#br0" timeOffset="-2950.182">731 747,'0'0,"0"0,4 5,7 6,6 10,6 10,4 10,4 6,2 4,1 4,3 1,1 0,2 1,1-1,1-1,-3-3,-8-11</inkml:trace>
  <inkml:trace contextRef="#ctx0" brushRef="#br0" timeOffset="19391.008">897 619,'4'-5,"102"-142,-99 135,43-55,-47 66,0 0,0-1,0 1,0 0,0 0,0 1,0-1,0 1,0-1,0 1,0 0,0 0,1 1,-1-1,0 1,0-1,0 1,0 0,0 0,0 0,-1 0,1 1,0-1,0 1,-1 0,1 0,-1 0,0 0,2 1,-3-2,21 14</inkml:trace>
  <inkml:trace contextRef="#ctx0" brushRef="#br0" timeOffset="37488.297">694 2027,'0'0,"0"0,0 0,0 0,0 0,0 0,0 0,24 3,0-1,1-1,-1-1,0-1,0-1,15-4,-22 4,422-50,365 5,-485 32,670-45,-730 51,-205 9</inkml:trace>
  <inkml:trace contextRef="#ctx0" brushRef="#br0" timeOffset="38147.121">617 2181,'24'5,"58"5,1-4,0-4,1-3,21-6,682-66,-425 35,565-39,-799 69</inkml:trace>
  <inkml:trace contextRef="#ctx0" brushRef="#br1" timeOffset="54346.022">821 2077,'7'-1,"102"-13,71 1,465-1,393-30,-185 15,-670 27,-147 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1:01.49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1,'2'9,"17"157,-4 81,-9-142,2 18,13 40,-16-131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1:02.20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325 0,'-6'7,"-68"59,46-43,1 0,1 2,1 0,2 2,0 1,2 1,1 0,-12 25,29-49,1 0,-1 0,1 0,0 1,0-1,1 0,-1 1,1-1,1 1,-1 0,1-1,0 1,0-1,0 1,1 0,0-1,0 1,1-1,-1 1,1-1,0 0,1 0,-1 0,1 0,0 0,0 0,0-1,4 4,3-2,0 0,1-1,-1 1,1-2,1 0,-1 0,0-1,1 0,0-1,0-1,0 0,-1 0,1-1,0 0,0-1,10-3,-3 3,1-1,0-2,-1 0,1 0,-1-2,0-1,-1 0,0-1,0-1,-1-1,0 0,0-2,-1 1,-1-2,0 0,-1-1,0-1,8-12,-17 21,-1 0,-1 0,1-1,-1 0,0 0,-1 0,0 0,0 0,0 0,-1-1,0 1,-1 0,1-1,-1 1,-1-1,1 1,-1 0,-1-1,1 1,-1 0,-1 0,1 0,-1 0,0 0,-1 1,1-1,-1 1,-1 0,1 0,-6-5,2 5,-1-1,0 1,-1 0,1 1,-1 0,0 1,0 0,-1 0,1 1,-1 0,0 1,1 1,-1-1,0 2,0-1,0 2,0-1,0 2,0-1,0 1,1 1,-1 0,1 0,-1 1,-9 6,14-8,0 1,1 0,-1 1,0-1,1 1,0 0,0 1,-4 3,-2 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1:03.84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0,'0'0,"0"0,0 0,0 0,0 0,0 0,1 8,-1 16,0 21,1 23,1 21,1 22,4 22,4 19,4 20,3 10,-2-26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1:02.73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201 324,'-5'4,"-12"9,0 1,1 1,0 1,1 1,1 0,1 0,0 1,2 1,-9 17,13-22,0 1,1 1,1-1,0 1,1 0,1 0,0 0,0 16,3-25,0 0,0 0,1 0,-1 0,2 0,-1-1,1 1,0 0,0 0,1-1,0 0,0 1,1-1,-1 0,1-1,1 1,-1-1,1 1,0-1,0-1,6 5,2-2,0 0,1-1,-1 0,1-1,1-1,-1-1,1 0,0 0,-1-2,1 1,0-2,0 0,0-1,0-1,0 0,-1-1,1 0,-1-1,7-4,-5 3,-1-1,0-1,-1-1,0 0,0-1,0 0,-1-1,-1 0,0-2,0 1,-1-1,2-4,-7 9,-1 0,0-1,0 0,0 0,-1-1,0 1,-1-1,0 0,0 0,-1 0,0 0,-1 0,1-1,-2 1,0 0,0-1,0 1,-1 0,-1-1,0 1,-2-8,0 6,-1 1,0 0,0 1,-1-1,0 1,-1 0,0 0,0 1,-1 0,0 0,0 1,-1 0,0 0,0 1,-1 1,0-1,-6-2,-3 0,0 1,-1 0,0 1,0 2,0 0,0 1,-1 0,1 2,-3 1,-66 10,60-1</inkml:trace>
  <inkml:trace contextRef="#ctx0" brushRef="#br0" timeOffset="527.592">825 1,'0'0,"0"1,31 30,2-1,1-1,1-2,1-1,1-2,16 6,23 13,2-3,1-4,2-3,55 13,3-3,-138-42,1-1,0 0,-1 1,1-1,-1 1,1 0,0-1,-1 1,0 0,1 0,-1 0,1 0,-1 0,0 0,0 1,0-1,1 0,-1 1,0-1,-1 1,1-1,0 1,0-1,-1 1,1-1,-1 1,1 0,-1-1,0 1,1 0,-1-1,0 1,0 0,0-1,-1 1,1 1,-3 4,-1 0,1-1,-1 0,0 0,-1 0,1-1,-1 1,-2 0,-200 200,-45 45,167-168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1:27.95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5,'60'6,"276"-13,144 5,-444 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1:28.4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81,'0'0,"0"0,0 0,0 0,0 0,4-2,11-3,11-4,12-3,13-1,11 2,12 2,14 2,15 1,15 2,-12 2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1:36.00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4,'0'0,"0"0,0 0,7-1,11 0,12 0,13 1,9 0,7 1,4 2,4 1,2 1,2 0,2-2,-12-2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1:37.19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0,'0'0,"0"0,0 0,2 8,1 14,2 17,-1 14,-1 13,-1 9,1 5,1 2,1-2,0-16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1:40.04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37,'0'0,"0"0,0 0,0 0,0 0,89 6,373-4,-237-6,935 10,22-23,-865 13,1217-1,-487 2,-894 1,56-6,-130 0</inkml:trace>
  <inkml:trace contextRef="#ctx0" brushRef="#br0" timeOffset="1153.939">191 230,'9'-1,"353"-17,1205-49,-452 33,417 24,-390-7,-995 9,-19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1:36.37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0 425,'0'0,"0"0,0 0,0 0,2 5,2 8,0 12,-1 13,-1 8,0 8,1 2,2-1,0-4,0-11</inkml:trace>
  <inkml:trace contextRef="#ctx0" brushRef="#br0" timeOffset="487.232">318 259,'48'40,"282"218,-288-229,63 51,-102-78,-1-1,0 1,0 1,0-1,-1 0,1 0,0 1,-1-1,1 0,-1 1,0 0,0-1,0 1,0 0,-1-1,1 1,-1 0,1 0,-1 0,0 0,0-1,0 1,-1 0,1 0,-1 0,1-1,-1 1,0 0,0 0,0-1,-1 1,1-1,0 1,-2 0,-10 14,-1-2,-1 0,0 0,-1-2,-1 0,0 0,-11 5,-76 44,57-36</inkml:trace>
  <inkml:trace contextRef="#ctx0" brushRef="#br0" timeOffset="1558.873">1031 1,'0'0,"0"0,3 4,7 9,9 11,6 11,6 12,3 11,2 11,-1 11,-3 10,-7 10,-8 9,-14 9,-17 7,-21 3,-24-3,-2-22</inkml:trace>
  <inkml:trace contextRef="#ctx0" brushRef="#br0" timeOffset="14690.9">1974 388,'0'0,"0"0,0 0,-14 43,0-9,-1-1,-1 0,-2-2,-1 0,-1-1,-7 5,12-17</inkml:trace>
  <inkml:trace contextRef="#ctx0" brushRef="#br0" timeOffset="14990.101">1758 425,'0'0,"0"0,0 0,0 0,0 0,0 6,3 11,3 10,5 8,4 4,3 1,4-3,0-5,-3-9</inkml:trace>
  <inkml:trace contextRef="#ctx0" brushRef="#br0" timeOffset="15637.371">1935 246,'-10'4,"-23"11,2 0,-1 3,2 0,0 2,2 1,0 1,1 1,1 2,2 1,0 1,-3 7,21-26,0 1,1 0,0 0,0 0,1 1,1 0,-1-1,2 1,-1 1,1-1,1 0,0 0,0 1,1-1,0 0,1 1,0-1,1 0,0 0,1 0,0 0,0 0,1 0,2 4,1-5,-1 0,1 0,0-1,1 0,0-1,0 1,0-2,1 1,0-1,1 0,-1-1,1 0,0-1,0 0,8 2,3 0,1-1,0-1,0 0,0-2,0-1,0-1,7-1,-6 0,0-2,0 0,-1-2,1-1,-1 0,0-2,-1 0,0-1,0-2,-1 0,-9 5,0-2,0 1,-1-1,0-1,0 0,-1 0,0-1,-1 0,0-1,0 0,-1 0,-1 0,0-1,-1 0,0 0,0 0,-1-1,-1-1,-1 3,-1 1,0-1,-1 0,0 1,-1-1,0 0,0 1,-1-1,-1 1,0 0,0-1,-1 1,0 1,-1-1,0 1,0-1,-1 1,0 1,-1-1,0 1,0 1,-1-1,0 1,0 0,-1 1,0 0,0 0,0 1,-1 0,-2 0,-4-1,0 1,0 0,-1 1,1 1,-1 1,0 0,0 1,0 1,1 0,-1 1,0 1,0 1,-12 4,-23 6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1:59.82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1,'0'0,"0"0,0 0,0 0,2 5,1 10,1 14,-1 17,-3 18,-2 17,-1 18,0 15,1 15,1-15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2:01.36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1,'0'0,"0"0,0 5,0 11,2 12,0 12,2 9,1 8,1 6,0 3,0 1,1 0,-2-3,-1-12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2:01.7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0,'0'0,"0"0,0 0,8 1,15 2,19 2,17 2,15 1,13 0,9 1,6-1,5-2,2 0,0-1,-1 0,-5-1,-5 1,-21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2:04.12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156 89,'-3'-3,"-92"-72,94 74,0 0,1 1,-1-1,0 0,0 0,0 1,0-1,1 0,-1 1,0-1,0 1,0 0,0-1,0 1,0 0,-1-1,1 1,0 0,0 0,0 0,0 0,0 0,0 0,0 0,0 0,0 1,0-1,0 0,0 1,0-1,0 1,0-1,0 1,0-1,0 1,0-1,0 1,0 0,1 0,-1 0,0-1,1 1,-1 0,0 1,-3 8,1 1,1 0,-1 0,2 0,-1 1,1-1,1 0,0 1,2 7,-2-14,24 263,-9-138,8 193,-16 273,-8-551,-2 50,3 0,13 83,-11-162,0 0,1 0,1-1,1 0,0 1,1-1,0-1,2 2,-5-12,-1-1,1 0,0 0,0 0,0 0,0 0,0-1,1 1,-1-1,1 0,0 0,-1 0,1-1,0 1,0-1,0 0,0 0,3 0,76 2,-70-3,29-2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2:05.69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0,'0'0,"-1"6,1 9,1 13,0 12,2 9,2 7,2 5,2 2,2-2,-1-4,0-12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2:05.20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574 65,'-13'1,"0"1,0 0,0 1,0 0,0 1,1 0,-1 1,1 1,0 0,1 0,0 2,0-1,0 1,1 1,0 0,-7 8,9-9,0-1,1 1,1 0,-1 1,1 0,1 0,0 0,0 0,1 1,0 0,0 0,1 0,1 0,0 1,0-1,1 0,0 1,1 0,0-1,0 1,1-1,1 1,0-1,0 0,3 5,-1-5,2-1,-1 0,1 0,0-1,1 1,0-1,1-1,-1 1,1-2,1 1,-1-1,1 0,0 0,0-1,1-1,5 3,2-1,0 0,0-1,0-1,1 0,0-1,0-1,0-1,-1-1,9-1,-10 0,0-1,0-1,-1 0,1-2,-1 1,0-2,0 0,-1-1,0 0,0-1,0-1,7-6,-13 9,0-1,-1 0,0 0,0 0,-1-1,0 0,-1 0,1 0,-2-1,1 1,-1-1,0-1,-1 1,0 0,-1-1,1 0,-2 1,0-1,0 0,-1-9,0 10,-1 0,-1 0,1 0,-2 1,1-1,-1 1,0-1,-1 1,0 0,-1 0,1 1,-1-1,-1 1,1 0,-1 1,0-1,-1 1,0 0,0 1,-2-2,-3-1,-2 0,1 0,-1 2,0-1,0 2,-1 0,0 1,0 0,0 1,0 1,-6-1,-36 3,8 3</inkml:trace>
  <inkml:trace contextRef="#ctx0" brushRef="#br0" timeOffset="2068.051">0 1,'0'0,"0"0,2 5,2 11,2 16,1 14,1 13,0 12,-2 9,-2 8,-2 6,-2 5,-1 4,-1-3,0-17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2:06.29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86 168,'-2'5,"-27"70,20-57,1-1,0 1,2 1,0 0,1 0,1 0,1 0,0 0,2 1,0-1,1 1,1 6,1-19,0 0,0 0,0-1,1 1,0 0,0-1,1 0,0 0,0 0,0 0,1-1,0 0,0 1,0-2,1 1,-1-1,1 0,0 0,0 0,1-1,-1 0,1 0,0-1,-1 1,1-2,4 2,0-1,0 0,0-1,0 0,0-1,1 0,-1-1,0 0,0 0,0-1,0-1,0 0,0-1,-1 0,1 0,-1-1,6-4,-10 5,0 0,0 0,0-1,-1 1,0-1,0-1,0 1,0-1,-1 0,0 0,0 0,-1 0,1-1,-2 1,1-1,-1 0,0 0,0 0,0 0,-1 0,-1-1,1 1,-1-7,-3 1,0 0,0 1,-1-1,-1 1,0 0,-1 0,0 1,-1-1,0 1,0 1,-2 0,1 0,-1 0,0 1,-1 0,0 1,-1 0,0 1,0 0,-12-5,-44-12,41 20</inkml:trace>
  <inkml:trace contextRef="#ctx0" brushRef="#br0" timeOffset="509.679">671 0,'5'4,"120"126,-57-74,3-3,1-3,3-3,2-3,34 12,-91-47,61 38,-80-46,0 0,1 0,-1 0,0 0,1 0,-1 0,0 0,0 1,0-1,0 0,0 1,0-1,-1 1,1-1,0 1,-1-1,1 1,-1-1,0 1,1-1,-1 1,0 0,0-1,0 1,0 0,0-1,0 1,-1 0,1-1,0 1,-1-1,0 1,1-1,-1 1,-48 60,33-46,-95 99,-5-5,-41 24,86-79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2:02.24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140 66,'8'29,"92"396,-94-404,7 63,-13-83,0 0,1 0,-1 0,-1 0,1 0,0 0,0 0,0 0,0 0,-1-1,1 1,0 0,-1 0,1 0,-1 0,1-1,-1 1,1 0,-1 0,1-1,-1 1,0 0,1-1,-1 1,0-1,0 1,0-1,1 1,-1-1,0 0,0 1,0-1,0 0,0 0,0 1,1-1,-1 0,0 0,-1 0,-36-10,0-7,1-1,1-3,-30-21,36 21</inkml:trace>
  <inkml:trace contextRef="#ctx0" brushRef="#br0" timeOffset="362.542">26 0,'0'0,"6"2,10 1,14 2,16 2,13 2,11 1,7 1,6 1,2 0,-2 1,-16-3</inkml:trace>
  <inkml:trace contextRef="#ctx0" brushRef="#br0" timeOffset="787.404">395 286,'7'3,"10"3,0 1,-1 1,0 1,-1 0,0 1,0 0,-1 1,0 1,-1 1,-1 0,0 0,10 15,-19-23,0 0,-1 1,0-1,0 1,0-1,0 1,-1-1,0 1,-1 0,1 0,-1 0,0 0,0-1,-1 1,0 0,0 0,0 0,-1-1,1 1,-1-1,-1 1,1-1,-1 0,0 0,0 0,-1 0,1-1,-1 1,-2 1,-95 79,100-85,1 1,-1-1,1 0,-1 1,1-1,0 0,-1 1,1-1,-1 1,1-1,0 1,-1-1,1 1,0-1,-1 1,1-1,0 1,0-1,-1 1,1-1,0 1,0 0,0-1,0 1,0-1,0 1,0 0,0-1,0 1,0-1,0 1,0 0,1-1,-1 1,0-1,1 1,21 9,104-3,-102-7,35-1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1:31.76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244 48,'0'8,"14"452,-12-422</inkml:trace>
  <inkml:trace contextRef="#ctx0" brushRef="#br0" timeOffset="365.024">1 773,'8'0,"43"-1,619 5,-608-1</inkml:trace>
  <inkml:trace contextRef="#ctx0" brushRef="#br0" timeOffset="3539.643">1351 308,'0'0,"0"0,0 0,0 6,-1 13,-1 16,0 17,2 16,2 12,3 7,3 6,4 0,0-16</inkml:trace>
  <inkml:trace contextRef="#ctx0" brushRef="#br0" timeOffset="2151.798">1962 449,'-7'3,"-5"1,1 1,-1-1,1 2,0 0,0 0,1 1,0 0,0 1,0 0,1 1,1-1,-1 2,1-1,1 1,0 1,0-1,1 1,0 2,5-9,0 0,0 0,0 1,0-1,1 0,0 1,0-1,0 0,0 1,1-1,0 0,0 1,0-1,0 0,1 0,-1 0,1 0,0 0,0 0,1 0,-1-1,1 1,0-1,0 0,0 0,0 0,0 0,1 0,0-1,-1 0,5 3,4 1,1 0,1-1,-1 0,1-1,-1 0,1-1,1 0,-1-2,0 1,0-2,0 0,1-1,-1 0,0-1,0-1,-7 2,0 0,0-1,-1 0,1-1,-1 0,1 0,-1 0,0-1,0 1,4-6,-7 7,-1 0,1 0,-1-1,0 1,0-1,0 1,-1-1,1 0,-1 0,1 0,-1 0,0 0,0 0,0 0,-1 0,1-1,-1 1,0 0,1 0,-2 0,1-1,0 1,0 0,-1-2,-1-1,0 0,-1 1,1-1,-1 0,0 1,0-1,-1 1,1 0,-1 0,-1 0,1 1,-1-1,1 1,-1 0,0 1,-1-1,-2-1,-8-4,-1 1,1 0,-1 1,0 1,-9-1,-6-1</inkml:trace>
  <inkml:trace contextRef="#ctx0" brushRef="#br0" timeOffset="2856.958">2230 280,'5'6,"17"15,1-1,0-1,2 0,0-2,1-1,0-1,2-2,16 7,23 4,2-2,0-3,7-1,-75-18,-1 1,0 0,1 0,-1 0,0-1,0 1,0 0,0 0,0 0,0 0,0-1,0 1,0 0,0 0,0 0,0 0,-1-1,1 1,0 0,-1 0,1-1,0 1,-1 0,1 0,-1-1,1 1,-1-1,0 1,1 0,-1-1,1 1,-1-1,0 1,0-1,1 0,-1 1,0-1,-13 11,12-10,1-1,-1 1,1 0,-1 0,1 1,-1-1,1 0,0 0,-1 1,1-1,0 1,0-1,0 1,0-1,0 1,1-1,-1 1,0 0,1 0,-1-1,1 1,0 0,-1 0,1 0,0 0,2 17,-1-17,-1 1,1 0,-1 0,1 0,-1 0,0 0,-1 0,1 0,0 0,-1 0,0 0,1 0,-1 0,0 0,-1 0,1-1,0 1,-1-1,1 1,-2 1,-11 11,-1 0,-1-1,0-1,0-1,-6 3,13-8,-156 98,74-52</inkml:trace>
  <inkml:trace contextRef="#ctx0" brushRef="#br0" timeOffset="826.791">206 1019,'3'6,"44"120,3 29,-46-142,-1-4,0 0,-1 0,1 0,-2 1,1-1,-1 0,-1 1,0-1,0 0,-1 2,1-9,-1-1,1 1,-1-1,1 0,-1 1,0-1,1 0,-1 1,0-1,0 0,0 0,0 1,0-1,0 0,-1 0,1 0,0-1,0 1,-1 0,1 0,-1-1,1 1,0-1,-1 1,1-1,-1 1,1-1,-1 0,0 0,1 0,-1 0,-48-7,23 0,0-1,0-1,1-2,0 0,-21-14,29 12,6 2</inkml:trace>
  <inkml:trace contextRef="#ctx0" brushRef="#br0" timeOffset="1137.483">129 1082,'0'0,"0"0,5-1,11-2,13-2,12-1,12 1,8-1,-7 1</inkml:trace>
  <inkml:trace contextRef="#ctx0" brushRef="#br0" timeOffset="1544.421">485 1199,'7'2,"16"4,0 2,0 1,-1 0,0 2,-1 0,0 1,0 3,-18-14,-1 0,0 1,1 0,-1 0,0-1,0 1,0 0,0 1,0-1,0 0,-1 1,1-1,-1 1,0-1,1 1,-1 0,0-1,-1 1,1 0,0 0,-1 0,0-1,1 1,-1 0,0 0,-1 1,-1 1,-1 0,0 0,0 0,-1-1,1 1,-1-1,0 0,0 0,0 0,-1 0,0-1,1 0,-1 0,0 0,-3 1,6-3,-126 67,127-68,1 0,-1 0,1 0,0 0,-1 1,1-1,0 0,-1 0,1 0,-1 0,1 0,0 0,-1 1,1-1,0 0,-1 0,1 0,0 1,0-1,-1 0,1 1,0-1,0 0,-1 0,1 1,0-1,0 0,0 1,0-1,-1 1,1-1,0 0,0 1,0-1,0 0,0 1,0-1,0 1,0-1,0 0,0 1,0-1,0 0,0 1,1-1,-1 1,0-1,0 0,0 1,0-1,1 0,-1 1,0-1,0 0,1 0,-1 1,0-1,1 0,-1 0,0 1,0-1,1 0,-1 0,1 0,-1 0,0 1,1-1,-1 0,72 5,-12-8,2 0</inkml:trace>
  <inkml:trace contextRef="#ctx0" brushRef="#br0" timeOffset="6913.245">981 88,'0'0,"0"0,0 0,0 0,0 0,0 0,0 0,-1 8,-2 16,-3 17,-2 18,-1 14,0 13,1 9,3 7,6 5,10 2,2-18</inkml:trace>
  <inkml:trace contextRef="#ctx0" brushRef="#br0" timeOffset="36288.612">1848 23,'0'0,"0"0,4 6,19 26,-15-19,0 0,1-1,1-1,0 1,0-2,1 1,4 2,-13-12,0 0,0 0,-1 0,1 0,0 0,0 0,1-1,-1 1,0-1,0 1,0-1,0 0,0 0,0 0,1 0,-1 0,0-1,0 1,0 0,0-1,0 0,0 1,0-1,0 0,0 0,0 0,0 0,-1-1,1 1,0 0,0-2,45-54,-46 56,27-44,-1-2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1:59.06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256 731,'-13'-6,"6"4,-1 0,1 0,-1 1,0 0,1 1,-1-1,0 2,0-1,1 1,-1 0,0 0,1 1,-1 0,1 1,0-1,0 1,0 1,0-1,0 1,1 1,-1-1,1 1,0 0,1 0,-1 1,1-1,0 1,1 1,-1-1,1 1,0-1,1 1,0 0,0 1,0-1,1 0,0 1,-1 6,3-9,0 0,0-1,1 1,-1 0,1-1,0 1,0-1,0 1,1-1,0 0,-1 1,2-1,-1 0,0 0,1 0,0-1,0 1,0-1,0 1,0-1,1 0,-1 0,1 0,3 1,3 2,0-1,0 0,1 0,0-1,0-1,0 0,1 0,-1-1,5 0,-3 0,0 0,0-1,-1-1,1 0,0-1,0 0,0-1,-1-1,1 1,-1-2,0 0,0-1,0 0,0 0,-1-1,0-1,0 0,3-4,-10 7,0-1,-1 0,0 0,0 0,0 0,0 0,-1-1,0 0,0 1,0-1,-1 0,1 0,-2 0,1 0,-1 0,1 0,-2 0,1 0,-1 0,0 1,0-1,0 0,-1 0,0 0,0 1,-1-1,1 1,-1 0,0 0,-1 0,1 0,-1 0,-2-1,-5-6,-1 0,0 1,0 0,-1 1,-1 1,0 0,0 1,-1 0,0 1,0 1,-1 0,1 1,-1 1,0 0,-16-1,17 4</inkml:trace>
  <inkml:trace contextRef="#ctx0" brushRef="#br0" timeOffset="408.449">649 471,'40'25,"24"18,40 28,44 19,-8-19,-138-70,46 30,-46-30,-1 0,1 0,-1 1,0-1,1 1,-1-1,0 1,0-1,0 1,-1 0,1 0,0-1,-1 1,1 0,-1 0,1 0,-1 0,0-1,0 1,0 0,0 0,0 0,0 0,0 0,-1 0,1 0,-1 1,-3 4,0 0,0 0,-1 0,0-1,-1 1,1-1,-1 0,0-1,-1 1,1-1,-6 3,2 0,-56 39,-1-3,-3-2,-39 15,41-24</inkml:trace>
  <inkml:trace contextRef="#ctx0" brushRef="#br0" timeOffset="10911.112">1 46,'0'8,"0"13,1 0,1 0,1-1,1 1,1-1,0 0,2 0,0 0,1-1,-6-15,0 0,0 0,0 0,0 0,1-1,-1 1,1-1,0 0,0 0,1 0,-1 0,0 0,1 0,0-1,-1 0,1 0,0 0,0 0,1-1,-1 1,0-1,0 0,1 0,-1-1,0 1,1-1,-1 0,1 0,2-1,6-4,0 0,0-1,-1 0,1-1,-1 0,-1-1,0-1,0 1,0-2,-1 1,-1-2,1 1,-2-1,3-4,81-115,-52 67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1:53.82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16 511,'0'0,"-1"10,-2 18,-1 20,0 20,1 16,2 11,3 10,2 2,1-17</inkml:trace>
  <inkml:trace contextRef="#ctx0" brushRef="#br0" timeOffset="-992.865">411 420,'0'0,"0"0,0 0,0 0,0 7,1 10,1 13,0 12,-1 8,-1 5,0 2,0-2,-1-1,1-4,2-6,-1-7,1-9</inkml:trace>
  <inkml:trace contextRef="#ctx0" brushRef="#br0" timeOffset="-427.376">602 370,'0'0,"1"0,174 112,117 40,-288-149,43 30,-45-32,-1 0,0 1,0-1,1 1,-1-1,0 1,0-1,0 1,-1-1,1 1,0 0,0-1,-1 1,1 0,-1 0,0-1,0 1,1 0,-1 0,0 0,0 0,-1-1,1 1,0 0,-1 0,1 0,-1-1,0 2,-3 5,-1 0,0-1,0 0,-1 0,0-1,0 0,-7 5,3-1,-225 223,198-195</inkml:trace>
  <inkml:trace contextRef="#ctx0" brushRef="#br0" timeOffset="3769.458">1926 575,'0'0,"0"0,0 0,0 0,-4 4,-5 7,-8 8,-6 8,-4 6,-2 2,-1 1,-1-1,1-5,1-4,6-8</inkml:trace>
  <inkml:trace contextRef="#ctx0" brushRef="#br0" timeOffset="4040.24">1595 627,'0'0,"0"0,5 3,8 6,9 7,8 6,6 6,4 3,2 1,0-2,-2-4,-3-5,-4-7,-7-5</inkml:trace>
  <inkml:trace contextRef="#ctx0" brushRef="#br0" timeOffset="4576.319">1762 471,'-8'3,"-13"5,1 2,1 0,-1 1,2 1,0 1,0 1,1 0,1 1,0 1,1 0,1 1,1 1,0 0,1 1,-4 10,12-23,1 0,-1 0,1 1,0-1,1 1,0 0,0 0,0 0,1 0,0 0,1 0,-1 0,1 0,0 1,1-1,0 0,0 0,1 0,0 0,0 0,0-1,1 1,0 0,0-1,1 0,0 0,0 0,0 0,1-1,3 4,4-1,2-1,-1 0,1 0,0-2,0 0,0 0,1-1,0-1,0 0,-1-1,2-1,-1-1,0 0,7-1,7 0,-1-1,0-2,1 0,-2-2,1-2,-1 0,0-2,14-7,-25 10,-1-1,0 0,0-2,-1 1,-1-2,1 0,-2-1,1 0,-2 0,0-2,0 1,-1-1,-1-1,6-11,-11 18,-1 1,1-1,-1 0,-1 0,0-1,0 1,0 0,-1-1,0 1,-1-1,0 1,0-1,-1 1,0-1,-1 1,0-1,0 1,0 0,-1 0,0 0,-1 0,0 1,0-1,-1 1,0 0,0 1,0-1,-1 1,-6-6,0 4,0 0,0 1,-1 0,0 1,0 1,0 0,0 1,-1 0,0 1,0 0,0 1,0 1,0 0,0 1,-1 1,1 0,0 1,0 0,0 1,1 1,-1 0,1 1,-1 1,7-3,1 0,0 1,0 0,0 0,1 0,-1 1,1-1,0 2,-1 1,-9 14</inkml:trace>
  <inkml:trace contextRef="#ctx0" brushRef="#br0" timeOffset="15267.504">232 97,'6'3,"16"14,0 1,-2 1,0 0,14 19,32 30,-65-65,1-1,0 0,0 0,0-1,0 1,0 0,0-1,0 1,0-1,1 0,-1 0,0 0,1 0,-1 0,1 0,0-1,-1 1,1-1,-1 1,1-1,0 0,-1 0,1 0,0-1,-1 1,1-1,-1 1,1-1,-1 0,1 0,-1 0,1 0,-1-1,2 0,7-8,-1 0,0 0,-1-1,0 0,0 0,-1-1,3-8,-2 6,68-110,-40 63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2:11.89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0,'0'0,"0"0,0 0,12 2,261 29,32-10,-193-15,111-8,-194-3,-23 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2:12.75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1,'0'0,"0"0,0 0,0 0,2 6,1 12,1 13,1 12,0 9,-1 7,-1 3,1 1,1 1,1-5,0-10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2:13.14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0,'0'0,"0"0,0 6,2 13,0 15,0 14,0 12,0 8,-1 6,2 1,2 2,0-4,2-6,-2-16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2:14.64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18 1,'0'0,"0"0,0 0,0 0,0 0,-1 8,-2 15,-1 18,-1 21,2 18,1 14,4 9,4 6,3 2,3-3,0-21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2:13.72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48 994,'-4'9,"-5"17,0 0,2 1,1 0,1 0,2 1,-1 26,4-42,0 0,1 0,0 0,1 0,1 0,0 0,0 0,1-1,1 1,0-1,0 0,1-1,0 1,1-1,0 0,1-1,1 0,0 0,0-1,1 0,0-1,1 0,-1-1,1 0,1 0,-1-2,1 1,0-1,0-1,0 0,0-1,0 0,1-1,-1 0,1-1,-1 0,4-2,-6 1,1 0,-1-1,1 0,-1-1,1 0,-1-1,-1 0,1 0,0-1,-1 0,0-1,0 0,-1-1,1 0,-2 0,1 0,-1-1,0 0,0-1,-1 0,0 0,2-5,-4 5,0-1,-1 0,0 0,0 0,-1-1,0 1,-1-1,0 1,-1-1,0 1,0-1,-1 1,-1-1,0 1,0 0,-1 0,0 0,-1 0,0 0,-4-6,-1 0,-1 0,0 0,-1 1,-1 0,-1 1,0 0,0 1,-1 1,-1 0,0 1,-4-2,-24-11,6 6</inkml:trace>
  <inkml:trace contextRef="#ctx0" brushRef="#br0" timeOffset="501.724">735 671,'8'4,"275"181,-132-93,4-7,159 62,-249-116,-64-31,0 1,0-1,-1 0,1 1,0-1,-1 1,1-1,0 1,-1 0,1-1,0 1,-1 0,1-1,-1 1,0 0,1-1,-1 1,1 0,-1 0,0 0,0-1,1 1,-1 0,0 0,0 0,0 0,0-1,0 1,0 0,0 0,0 0,-1 0,1 0,0-1,0 1,-1 0,1 0,0-1,-1 1,1 0,-1 0,1-1,-1 1,-31 24,28-22,-213 141,-135 137,267-213</inkml:trace>
  <inkml:trace contextRef="#ctx0" brushRef="#br0" timeOffset="1811.746">1702 168,'6'-7,"30"-36,-20 22,1 1,1 1,1 1,4-3,-21 19,-1 1,1-1,0 1,0-1,0 1,0-1,0 1,1 0,-1 0,0 0,1 0,-1 0,0 1,1-1,-1 1,1-1,-1 1,0 0,1 0,-1 0,1 1,-1-1,1 0,-1 1,1 0,-1-1,0 1,1 0,-1 0,0 0,0 1,0-1,0 0,0 1,0-1,0 1,0 0,0 1,5 9,0 0,-1 0,-1 1,0 0,-1 0,0 0,-1 0,0 1,-1 0,-1-1,0 13,1-9,29 594,-24-388,-6-198,9 255,-12-1,-12 2,13-270,-2 23,-1 0,-1 0,-2-1,-8 22,12-47,0-1,0 1,-1-1,0 0,0 0,-1-1,0 1,0-1,0 0,-6 4,-20 14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5T15:02:43.24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547 103,'-38'13,"-76"41,107-50,0 1,0 0,1 0,0 0,0 0,0 1,1 0,0 1,0-1,0 1,1 0,0 0,1 0,-3 5,5-8,0 0,0 0,0-1,1 1,-1 0,1 0,0 1,0-1,1 0,-1 0,1 0,-1-1,1 1,1 0,-1 0,0 0,1-1,0 1,0 0,0-1,0 0,1 0,-1 1,1-1,0 0,4 3,-1 0,1-1,0 0,1 0,-1 0,1-1,0-1,0 1,0-1,1 0,1 0,2 0,0-1,0 1,1-2,-1 0,0 0,0-1,1-1,-1 0,0-1,0 0,0 0,0-2,0 1,0-1,-1-1,10-6,-17 9,-1 0,0 0,0-1,0 1,-1-1,1 0,0 1,-1-1,0-1,0 1,0 0,0 0,0-1,-1 1,0-1,1 0,-1 1,0-1,-1 0,1 0,-1 1,0-1,0 0,0 0,0 0,-1 1,1-1,-1 0,0 0,0 1,0-1,-1 0,0-1,-7-9,0 1,-1 0,0 1,-1 0,0 0,-1 1,0 1,-1 0,0 1,-1 0,0 1,0 0,-2 1,-1-2</inkml:trace>
  <inkml:trace contextRef="#ctx0" brushRef="#br0" timeOffset="425.861">840 25,'0'0,"0"0,1 0,46 43,2-3,1-2,51 29,-83-56,-8-5,1 0,-1 1,-1 0,1 1,-1 0,4 5,-12-12,0 1,0-1,0 1,0-1,0 1,0 0,-1-1,1 1,0 0,-1 0,1 0,-1-1,0 1,0 0,1 0,-1 0,-1 0,1 0,0 0,0-1,-1 1,1 0,-1 0,1 0,-1-1,0 1,0 0,1-1,-1 1,-1 0,0 0,-44 43,44-44,-62 46,-3-3,-49 24,80-48</inkml:trace>
  <inkml:trace contextRef="#ctx0" brushRef="#br0" timeOffset="788.891">1 0,'0'0,"0"0,0 0,0 0,0 0,0 0,0 6,2 13,0 14,0 15,1 12,0 9,1 5,-1 3,1 2,1-2,-2-6,0-15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C7C4C-FB50-4C1B-970A-A3CBD27E1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1CA0C2-03BD-4660-B635-1FAD00CE6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D3113-079B-4FE1-8C83-21A5C6840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FCD2-1B5A-4BD3-89F4-B4E550A6ADA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01195-60C1-4FFF-BBAD-6EC1DE5EF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448B4-6D3A-4C9D-9D27-5F45C642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898EC-73DA-49A1-9899-927F87D19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44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1FD86-41C7-4E50-8BDD-313290D5B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088AE-3BEA-409A-823C-A0B13ECDA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CC3D1-2998-4F02-ABD5-CC3C45E52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FCD2-1B5A-4BD3-89F4-B4E550A6ADA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5E182-7869-4EE2-97EE-9C132812F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8ADAC-8EFC-40C5-8AAD-283E5D3E9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898EC-73DA-49A1-9899-927F87D19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23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64CE6-E56A-4D3B-9BD6-ACFEA27A3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30209-2479-445F-81AC-6B7009B38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E980B-8E36-4949-9556-DD9681C5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FCD2-1B5A-4BD3-89F4-B4E550A6ADA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8866D-ECB7-47E8-8D53-D2B6ACCAF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3B22D-F050-4E50-A037-D1C084534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898EC-73DA-49A1-9899-927F87D19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255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6EEA1-B071-479F-80D8-3372812B8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31056-D022-4390-A8AD-6D73B04784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580CF-C254-4DB8-92A0-EB4F379C4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3EA37-FAB7-4C60-9EBE-60018CCA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FCD2-1B5A-4BD3-89F4-B4E550A6ADA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6F1BF-B5F7-457A-8959-AD8074EFD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8EC2E-46CE-468B-98BA-8D111B119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898EC-73DA-49A1-9899-927F87D19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37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29E96-F9D9-4B30-A4BD-2D6B823D0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E4307-3340-4C85-9C3B-9524B61A5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0705F-BEBC-4FEF-B8A2-556DD96BF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989EB-4DE1-44FE-8922-90EAD29AB8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5FA993-6C34-4DB5-A15F-5A73D77A7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2066D-184E-4994-AEAB-0ED9DCFD1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FCD2-1B5A-4BD3-89F4-B4E550A6ADA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65535F-EA3A-45A5-95C4-AEA31D76F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FAAAA0-6C38-4A0F-8EFC-17F26CB4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898EC-73DA-49A1-9899-927F87D19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7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856ED-2EFF-47E5-BEAD-B61306B5D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C4E96A-C438-426A-AB29-17793A492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FCD2-1B5A-4BD3-89F4-B4E550A6ADA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2BFC00-09D1-40C0-A236-251D5849C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D82D4F-9C9A-4DB6-85E2-3840D2D17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898EC-73DA-49A1-9899-927F87D19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34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28BD6-8E21-406F-BDFA-D808CF85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FCD2-1B5A-4BD3-89F4-B4E550A6ADA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C9FEB9-AAD3-4A01-80DC-B97517BF0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377D9-AC2D-4088-ABE4-9CCFEBF3D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898EC-73DA-49A1-9899-927F87D19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07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6CD39-2713-44D2-A15C-8411A7C38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A2666-3850-4E57-831B-AEA69AF27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6487D-D0C8-49C9-BCD6-066690D6B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CF9E6-607B-43B1-B93C-5849D5704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FCD2-1B5A-4BD3-89F4-B4E550A6ADA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E44BB-02DC-40CA-B915-20A974BD7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5C884-C421-4BAF-BE98-7D71DBAB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898EC-73DA-49A1-9899-927F87D19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21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AB145-FA5D-477D-8127-0A053A707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905A1F-DDE3-45C0-9010-9071C8ACF8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A96CF-D70F-4B25-9133-4691E1AE2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C9C6E-AB49-4194-A8F9-7F3C847B8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FCD2-1B5A-4BD3-89F4-B4E550A6ADA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3E60A-A6F5-49BB-B534-49B92A44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4E046-3133-43C0-8160-6FD302DC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898EC-73DA-49A1-9899-927F87D19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225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C8C86-8D41-4604-8EAF-B302AD4E9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7B3344-3AD9-43DC-88BB-EA6A44AAD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85D4C-3DC7-4A09-A8F0-06302F569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FCD2-1B5A-4BD3-89F4-B4E550A6ADA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F0AD7-9A6B-4E38-B30B-571853693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EAE7F-5D63-4E70-A79E-93919BB64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898EC-73DA-49A1-9899-927F87D19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644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B3742-632D-41CE-BBF0-89D6DB2A99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478B9-E2C1-48FC-8571-EFBC04A34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28206-4000-4974-9D91-F106DE009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FCD2-1B5A-4BD3-89F4-B4E550A6ADA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7A6E8-DDE9-4BF5-9BC1-958F986FA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36C8A-8369-4466-A24D-72841876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898EC-73DA-49A1-9899-927F87D19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65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5214-F816-4C5A-A4D1-C9F09DA1C10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2BF2-E8AB-46D8-951B-2B9D0FF7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77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5214-F816-4C5A-A4D1-C9F09DA1C10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2BF2-E8AB-46D8-951B-2B9D0FF7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33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5214-F816-4C5A-A4D1-C9F09DA1C10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2BF2-E8AB-46D8-951B-2B9D0FF7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5214-F816-4C5A-A4D1-C9F09DA1C10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2BF2-E8AB-46D8-951B-2B9D0FF7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87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5214-F816-4C5A-A4D1-C9F09DA1C10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2BF2-E8AB-46D8-951B-2B9D0FF7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545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5214-F816-4C5A-A4D1-C9F09DA1C10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2BF2-E8AB-46D8-951B-2B9D0FF7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210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5214-F816-4C5A-A4D1-C9F09DA1C10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2BF2-E8AB-46D8-951B-2B9D0FF7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258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5214-F816-4C5A-A4D1-C9F09DA1C10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2BF2-E8AB-46D8-951B-2B9D0FF7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1049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5214-F816-4C5A-A4D1-C9F09DA1C10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2BF2-E8AB-46D8-951B-2B9D0FF7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909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5214-F816-4C5A-A4D1-C9F09DA1C10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2BF2-E8AB-46D8-951B-2B9D0FF7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904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5214-F816-4C5A-A4D1-C9F09DA1C10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2BF2-E8AB-46D8-951B-2B9D0FF7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0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3A18BA-7DEB-4754-B56B-8ECB33109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D80A4-0760-4B56-A0AB-06489B108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4AD66-A56A-4BB2-A4DA-BC2B7634E4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0FCD2-1B5A-4BD3-89F4-B4E550A6ADA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A0E8B-A54C-41D7-8690-E4F7FEA15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D5539-95B1-4EB3-8D4D-A910E6540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898EC-73DA-49A1-9899-927F87D19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97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55214-F816-4C5A-A4D1-C9F09DA1C10F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32BF2-E8AB-46D8-951B-2B9D0FF7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27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6.xml"/><Relationship Id="rId21" Type="http://schemas.openxmlformats.org/officeDocument/2006/relationships/customXml" Target="../ink/ink8.xml"/><Relationship Id="rId42" Type="http://schemas.openxmlformats.org/officeDocument/2006/relationships/image" Target="../media/image23.png"/><Relationship Id="rId47" Type="http://schemas.openxmlformats.org/officeDocument/2006/relationships/customXml" Target="../ink/ink21.xml"/><Relationship Id="rId63" Type="http://schemas.openxmlformats.org/officeDocument/2006/relationships/customXml" Target="../ink/ink29.xml"/><Relationship Id="rId68" Type="http://schemas.openxmlformats.org/officeDocument/2006/relationships/image" Target="../media/image36.png"/><Relationship Id="rId84" Type="http://schemas.openxmlformats.org/officeDocument/2006/relationships/image" Target="../media/image44.png"/><Relationship Id="rId89" Type="http://schemas.openxmlformats.org/officeDocument/2006/relationships/customXml" Target="../ink/ink42.xml"/><Relationship Id="rId112" Type="http://schemas.openxmlformats.org/officeDocument/2006/relationships/image" Target="../media/image58.png"/><Relationship Id="rId16" Type="http://schemas.openxmlformats.org/officeDocument/2006/relationships/image" Target="../media/image10.png"/><Relationship Id="rId107" Type="http://schemas.openxmlformats.org/officeDocument/2006/relationships/customXml" Target="../ink/ink51.xml"/><Relationship Id="rId11" Type="http://schemas.openxmlformats.org/officeDocument/2006/relationships/customXml" Target="../ink/ink3.xml"/><Relationship Id="rId32" Type="http://schemas.openxmlformats.org/officeDocument/2006/relationships/image" Target="../media/image18.png"/><Relationship Id="rId37" Type="http://schemas.openxmlformats.org/officeDocument/2006/relationships/customXml" Target="../ink/ink16.xml"/><Relationship Id="rId53" Type="http://schemas.openxmlformats.org/officeDocument/2006/relationships/customXml" Target="../ink/ink24.xml"/><Relationship Id="rId58" Type="http://schemas.openxmlformats.org/officeDocument/2006/relationships/image" Target="../media/image31.png"/><Relationship Id="rId74" Type="http://schemas.openxmlformats.org/officeDocument/2006/relationships/image" Target="../media/image39.png"/><Relationship Id="rId79" Type="http://schemas.openxmlformats.org/officeDocument/2006/relationships/customXml" Target="../ink/ink37.xml"/><Relationship Id="rId102" Type="http://schemas.openxmlformats.org/officeDocument/2006/relationships/image" Target="../media/image53.png"/><Relationship Id="rId123" Type="http://schemas.openxmlformats.org/officeDocument/2006/relationships/customXml" Target="../ink/ink59.xml"/><Relationship Id="rId128" Type="http://schemas.openxmlformats.org/officeDocument/2006/relationships/image" Target="../media/image66.png"/><Relationship Id="rId5" Type="http://schemas.openxmlformats.org/officeDocument/2006/relationships/image" Target="../media/image4.png"/><Relationship Id="rId90" Type="http://schemas.openxmlformats.org/officeDocument/2006/relationships/image" Target="../media/image47.png"/><Relationship Id="rId95" Type="http://schemas.openxmlformats.org/officeDocument/2006/relationships/customXml" Target="../ink/ink45.xml"/><Relationship Id="rId22" Type="http://schemas.openxmlformats.org/officeDocument/2006/relationships/image" Target="../media/image13.png"/><Relationship Id="rId27" Type="http://schemas.openxmlformats.org/officeDocument/2006/relationships/customXml" Target="../ink/ink11.xml"/><Relationship Id="rId43" Type="http://schemas.openxmlformats.org/officeDocument/2006/relationships/customXml" Target="../ink/ink19.xml"/><Relationship Id="rId48" Type="http://schemas.openxmlformats.org/officeDocument/2006/relationships/image" Target="../media/image26.png"/><Relationship Id="rId64" Type="http://schemas.openxmlformats.org/officeDocument/2006/relationships/image" Target="../media/image34.png"/><Relationship Id="rId69" Type="http://schemas.openxmlformats.org/officeDocument/2006/relationships/customXml" Target="../ink/ink32.xml"/><Relationship Id="rId113" Type="http://schemas.openxmlformats.org/officeDocument/2006/relationships/customXml" Target="../ink/ink54.xml"/><Relationship Id="rId118" Type="http://schemas.openxmlformats.org/officeDocument/2006/relationships/image" Target="../media/image61.png"/><Relationship Id="rId80" Type="http://schemas.openxmlformats.org/officeDocument/2006/relationships/image" Target="../media/image42.png"/><Relationship Id="rId85" Type="http://schemas.openxmlformats.org/officeDocument/2006/relationships/customXml" Target="../ink/ink40.xml"/><Relationship Id="rId12" Type="http://schemas.openxmlformats.org/officeDocument/2006/relationships/image" Target="../media/image8.png"/><Relationship Id="rId17" Type="http://schemas.openxmlformats.org/officeDocument/2006/relationships/customXml" Target="../ink/ink6.xml"/><Relationship Id="rId33" Type="http://schemas.openxmlformats.org/officeDocument/2006/relationships/customXml" Target="../ink/ink14.xml"/><Relationship Id="rId38" Type="http://schemas.openxmlformats.org/officeDocument/2006/relationships/image" Target="../media/image21.png"/><Relationship Id="rId59" Type="http://schemas.openxmlformats.org/officeDocument/2006/relationships/customXml" Target="../ink/ink27.xml"/><Relationship Id="rId103" Type="http://schemas.openxmlformats.org/officeDocument/2006/relationships/customXml" Target="../ink/ink49.xml"/><Relationship Id="rId108" Type="http://schemas.openxmlformats.org/officeDocument/2006/relationships/image" Target="../media/image56.png"/><Relationship Id="rId124" Type="http://schemas.openxmlformats.org/officeDocument/2006/relationships/image" Target="../media/image64.png"/><Relationship Id="rId129" Type="http://schemas.openxmlformats.org/officeDocument/2006/relationships/customXml" Target="../ink/ink62.xml"/><Relationship Id="rId54" Type="http://schemas.openxmlformats.org/officeDocument/2006/relationships/image" Target="../media/image29.png"/><Relationship Id="rId70" Type="http://schemas.openxmlformats.org/officeDocument/2006/relationships/image" Target="../media/image37.png"/><Relationship Id="rId75" Type="http://schemas.openxmlformats.org/officeDocument/2006/relationships/customXml" Target="../ink/ink35.xml"/><Relationship Id="rId91" Type="http://schemas.openxmlformats.org/officeDocument/2006/relationships/customXml" Target="../ink/ink43.xml"/><Relationship Id="rId96" Type="http://schemas.openxmlformats.org/officeDocument/2006/relationships/image" Target="../media/image5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23" Type="http://schemas.openxmlformats.org/officeDocument/2006/relationships/customXml" Target="../ink/ink9.xml"/><Relationship Id="rId28" Type="http://schemas.openxmlformats.org/officeDocument/2006/relationships/image" Target="../media/image16.png"/><Relationship Id="rId49" Type="http://schemas.openxmlformats.org/officeDocument/2006/relationships/customXml" Target="../ink/ink22.xml"/><Relationship Id="rId114" Type="http://schemas.openxmlformats.org/officeDocument/2006/relationships/image" Target="../media/image59.png"/><Relationship Id="rId119" Type="http://schemas.openxmlformats.org/officeDocument/2006/relationships/customXml" Target="../ink/ink57.xml"/><Relationship Id="rId44" Type="http://schemas.openxmlformats.org/officeDocument/2006/relationships/image" Target="../media/image24.png"/><Relationship Id="rId60" Type="http://schemas.openxmlformats.org/officeDocument/2006/relationships/image" Target="../media/image32.png"/><Relationship Id="rId65" Type="http://schemas.openxmlformats.org/officeDocument/2006/relationships/customXml" Target="../ink/ink30.xml"/><Relationship Id="rId81" Type="http://schemas.openxmlformats.org/officeDocument/2006/relationships/customXml" Target="../ink/ink38.xml"/><Relationship Id="rId86" Type="http://schemas.openxmlformats.org/officeDocument/2006/relationships/image" Target="../media/image45.png"/><Relationship Id="rId130" Type="http://schemas.openxmlformats.org/officeDocument/2006/relationships/image" Target="../media/image67.png"/><Relationship Id="rId13" Type="http://schemas.openxmlformats.org/officeDocument/2006/relationships/customXml" Target="../ink/ink4.xml"/><Relationship Id="rId18" Type="http://schemas.openxmlformats.org/officeDocument/2006/relationships/image" Target="../media/image11.png"/><Relationship Id="rId39" Type="http://schemas.openxmlformats.org/officeDocument/2006/relationships/customXml" Target="../ink/ink17.xml"/><Relationship Id="rId109" Type="http://schemas.openxmlformats.org/officeDocument/2006/relationships/customXml" Target="../ink/ink52.xml"/><Relationship Id="rId34" Type="http://schemas.openxmlformats.org/officeDocument/2006/relationships/image" Target="../media/image19.png"/><Relationship Id="rId50" Type="http://schemas.openxmlformats.org/officeDocument/2006/relationships/image" Target="../media/image27.png"/><Relationship Id="rId55" Type="http://schemas.openxmlformats.org/officeDocument/2006/relationships/customXml" Target="../ink/ink25.xml"/><Relationship Id="rId76" Type="http://schemas.openxmlformats.org/officeDocument/2006/relationships/image" Target="../media/image40.png"/><Relationship Id="rId97" Type="http://schemas.openxmlformats.org/officeDocument/2006/relationships/customXml" Target="../ink/ink46.xml"/><Relationship Id="rId104" Type="http://schemas.openxmlformats.org/officeDocument/2006/relationships/image" Target="../media/image54.png"/><Relationship Id="rId120" Type="http://schemas.openxmlformats.org/officeDocument/2006/relationships/image" Target="../media/image62.png"/><Relationship Id="rId125" Type="http://schemas.openxmlformats.org/officeDocument/2006/relationships/customXml" Target="../ink/ink60.xml"/><Relationship Id="rId7" Type="http://schemas.openxmlformats.org/officeDocument/2006/relationships/customXml" Target="../ink/ink1.xml"/><Relationship Id="rId71" Type="http://schemas.openxmlformats.org/officeDocument/2006/relationships/customXml" Target="../ink/ink33.xml"/><Relationship Id="rId92" Type="http://schemas.openxmlformats.org/officeDocument/2006/relationships/image" Target="../media/image48.png"/><Relationship Id="rId2" Type="http://schemas.openxmlformats.org/officeDocument/2006/relationships/image" Target="../media/image1.png"/><Relationship Id="rId29" Type="http://schemas.openxmlformats.org/officeDocument/2006/relationships/customXml" Target="../ink/ink12.xml"/><Relationship Id="rId24" Type="http://schemas.openxmlformats.org/officeDocument/2006/relationships/image" Target="../media/image14.png"/><Relationship Id="rId40" Type="http://schemas.openxmlformats.org/officeDocument/2006/relationships/image" Target="../media/image22.png"/><Relationship Id="rId45" Type="http://schemas.openxmlformats.org/officeDocument/2006/relationships/customXml" Target="../ink/ink20.xml"/><Relationship Id="rId66" Type="http://schemas.openxmlformats.org/officeDocument/2006/relationships/image" Target="../media/image35.png"/><Relationship Id="rId87" Type="http://schemas.openxmlformats.org/officeDocument/2006/relationships/customXml" Target="../ink/ink41.xml"/><Relationship Id="rId110" Type="http://schemas.openxmlformats.org/officeDocument/2006/relationships/image" Target="../media/image57.png"/><Relationship Id="rId115" Type="http://schemas.openxmlformats.org/officeDocument/2006/relationships/customXml" Target="../ink/ink55.xml"/><Relationship Id="rId131" Type="http://schemas.openxmlformats.org/officeDocument/2006/relationships/customXml" Target="../ink/ink63.xml"/><Relationship Id="rId61" Type="http://schemas.openxmlformats.org/officeDocument/2006/relationships/customXml" Target="../ink/ink28.xml"/><Relationship Id="rId82" Type="http://schemas.openxmlformats.org/officeDocument/2006/relationships/image" Target="../media/image43.png"/><Relationship Id="rId19" Type="http://schemas.openxmlformats.org/officeDocument/2006/relationships/customXml" Target="../ink/ink7.xml"/><Relationship Id="rId14" Type="http://schemas.openxmlformats.org/officeDocument/2006/relationships/image" Target="../media/image9.png"/><Relationship Id="rId30" Type="http://schemas.openxmlformats.org/officeDocument/2006/relationships/image" Target="../media/image17.png"/><Relationship Id="rId35" Type="http://schemas.openxmlformats.org/officeDocument/2006/relationships/customXml" Target="../ink/ink15.xml"/><Relationship Id="rId56" Type="http://schemas.openxmlformats.org/officeDocument/2006/relationships/image" Target="../media/image30.png"/><Relationship Id="rId77" Type="http://schemas.openxmlformats.org/officeDocument/2006/relationships/customXml" Target="../ink/ink36.xml"/><Relationship Id="rId100" Type="http://schemas.openxmlformats.org/officeDocument/2006/relationships/image" Target="../media/image52.png"/><Relationship Id="rId105" Type="http://schemas.openxmlformats.org/officeDocument/2006/relationships/customXml" Target="../ink/ink50.xml"/><Relationship Id="rId126" Type="http://schemas.openxmlformats.org/officeDocument/2006/relationships/image" Target="../media/image65.png"/><Relationship Id="rId8" Type="http://schemas.openxmlformats.org/officeDocument/2006/relationships/image" Target="../media/image6.png"/><Relationship Id="rId51" Type="http://schemas.openxmlformats.org/officeDocument/2006/relationships/customXml" Target="../ink/ink23.xml"/><Relationship Id="rId72" Type="http://schemas.openxmlformats.org/officeDocument/2006/relationships/image" Target="../media/image38.png"/><Relationship Id="rId93" Type="http://schemas.openxmlformats.org/officeDocument/2006/relationships/customXml" Target="../ink/ink44.xml"/><Relationship Id="rId98" Type="http://schemas.openxmlformats.org/officeDocument/2006/relationships/image" Target="../media/image51.png"/><Relationship Id="rId121" Type="http://schemas.openxmlformats.org/officeDocument/2006/relationships/customXml" Target="../ink/ink58.xml"/><Relationship Id="rId3" Type="http://schemas.openxmlformats.org/officeDocument/2006/relationships/image" Target="../media/image2.png"/><Relationship Id="rId25" Type="http://schemas.openxmlformats.org/officeDocument/2006/relationships/customXml" Target="../ink/ink10.xml"/><Relationship Id="rId46" Type="http://schemas.openxmlformats.org/officeDocument/2006/relationships/image" Target="../media/image25.png"/><Relationship Id="rId67" Type="http://schemas.openxmlformats.org/officeDocument/2006/relationships/customXml" Target="../ink/ink31.xml"/><Relationship Id="rId116" Type="http://schemas.openxmlformats.org/officeDocument/2006/relationships/image" Target="../media/image60.png"/><Relationship Id="rId20" Type="http://schemas.openxmlformats.org/officeDocument/2006/relationships/image" Target="../media/image12.png"/><Relationship Id="rId41" Type="http://schemas.openxmlformats.org/officeDocument/2006/relationships/customXml" Target="../ink/ink18.xml"/><Relationship Id="rId62" Type="http://schemas.openxmlformats.org/officeDocument/2006/relationships/image" Target="../media/image33.png"/><Relationship Id="rId83" Type="http://schemas.openxmlformats.org/officeDocument/2006/relationships/customXml" Target="../ink/ink39.xml"/><Relationship Id="rId88" Type="http://schemas.openxmlformats.org/officeDocument/2006/relationships/image" Target="../media/image46.png"/><Relationship Id="rId111" Type="http://schemas.openxmlformats.org/officeDocument/2006/relationships/customXml" Target="../ink/ink53.xml"/><Relationship Id="rId132" Type="http://schemas.openxmlformats.org/officeDocument/2006/relationships/image" Target="../media/image68.png"/><Relationship Id="rId15" Type="http://schemas.openxmlformats.org/officeDocument/2006/relationships/customXml" Target="../ink/ink5.xml"/><Relationship Id="rId36" Type="http://schemas.openxmlformats.org/officeDocument/2006/relationships/image" Target="../media/image20.png"/><Relationship Id="rId57" Type="http://schemas.openxmlformats.org/officeDocument/2006/relationships/customXml" Target="../ink/ink26.xml"/><Relationship Id="rId106" Type="http://schemas.openxmlformats.org/officeDocument/2006/relationships/image" Target="../media/image55.png"/><Relationship Id="rId127" Type="http://schemas.openxmlformats.org/officeDocument/2006/relationships/customXml" Target="../ink/ink61.xml"/><Relationship Id="rId10" Type="http://schemas.openxmlformats.org/officeDocument/2006/relationships/image" Target="../media/image7.png"/><Relationship Id="rId31" Type="http://schemas.openxmlformats.org/officeDocument/2006/relationships/customXml" Target="../ink/ink13.xml"/><Relationship Id="rId52" Type="http://schemas.openxmlformats.org/officeDocument/2006/relationships/image" Target="../media/image28.png"/><Relationship Id="rId73" Type="http://schemas.openxmlformats.org/officeDocument/2006/relationships/customXml" Target="../ink/ink34.xml"/><Relationship Id="rId78" Type="http://schemas.openxmlformats.org/officeDocument/2006/relationships/image" Target="../media/image41.png"/><Relationship Id="rId94" Type="http://schemas.openxmlformats.org/officeDocument/2006/relationships/image" Target="../media/image49.png"/><Relationship Id="rId99" Type="http://schemas.openxmlformats.org/officeDocument/2006/relationships/customXml" Target="../ink/ink47.xml"/><Relationship Id="rId101" Type="http://schemas.openxmlformats.org/officeDocument/2006/relationships/customXml" Target="../ink/ink48.xml"/><Relationship Id="rId122" Type="http://schemas.openxmlformats.org/officeDocument/2006/relationships/image" Target="../media/image63.png"/><Relationship Id="rId4" Type="http://schemas.openxmlformats.org/officeDocument/2006/relationships/image" Target="../media/image3.png"/><Relationship Id="rId9" Type="http://schemas.openxmlformats.org/officeDocument/2006/relationships/customXml" Target="../ink/ink2.xml"/><Relationship Id="rId26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7.png"/><Relationship Id="rId21" Type="http://schemas.openxmlformats.org/officeDocument/2006/relationships/image" Target="../media/image79.png"/><Relationship Id="rId42" Type="http://schemas.openxmlformats.org/officeDocument/2006/relationships/customXml" Target="../ink/ink83.xml"/><Relationship Id="rId63" Type="http://schemas.openxmlformats.org/officeDocument/2006/relationships/image" Target="../media/image100.png"/><Relationship Id="rId84" Type="http://schemas.openxmlformats.org/officeDocument/2006/relationships/customXml" Target="../ink/ink104.xml"/><Relationship Id="rId138" Type="http://schemas.openxmlformats.org/officeDocument/2006/relationships/customXml" Target="../ink/ink131.xml"/><Relationship Id="rId159" Type="http://schemas.openxmlformats.org/officeDocument/2006/relationships/customXml" Target="../ink/ink142.xml"/><Relationship Id="rId170" Type="http://schemas.openxmlformats.org/officeDocument/2006/relationships/image" Target="../media/image153.png"/><Relationship Id="rId107" Type="http://schemas.openxmlformats.org/officeDocument/2006/relationships/image" Target="../media/image122.png"/><Relationship Id="rId11" Type="http://schemas.openxmlformats.org/officeDocument/2006/relationships/image" Target="../media/image74.png"/><Relationship Id="rId32" Type="http://schemas.openxmlformats.org/officeDocument/2006/relationships/customXml" Target="../ink/ink78.xml"/><Relationship Id="rId53" Type="http://schemas.openxmlformats.org/officeDocument/2006/relationships/image" Target="../media/image95.png"/><Relationship Id="rId74" Type="http://schemas.openxmlformats.org/officeDocument/2006/relationships/customXml" Target="../ink/ink99.xml"/><Relationship Id="rId128" Type="http://schemas.openxmlformats.org/officeDocument/2006/relationships/customXml" Target="../ink/ink126.xml"/><Relationship Id="rId149" Type="http://schemas.openxmlformats.org/officeDocument/2006/relationships/customXml" Target="../ink/ink137.xml"/><Relationship Id="rId5" Type="http://schemas.openxmlformats.org/officeDocument/2006/relationships/image" Target="../media/image71.png"/><Relationship Id="rId95" Type="http://schemas.openxmlformats.org/officeDocument/2006/relationships/image" Target="../media/image116.png"/><Relationship Id="rId160" Type="http://schemas.openxmlformats.org/officeDocument/2006/relationships/image" Target="../media/image148.png"/><Relationship Id="rId22" Type="http://schemas.openxmlformats.org/officeDocument/2006/relationships/customXml" Target="../ink/ink73.xml"/><Relationship Id="rId43" Type="http://schemas.openxmlformats.org/officeDocument/2006/relationships/image" Target="../media/image90.png"/><Relationship Id="rId64" Type="http://schemas.openxmlformats.org/officeDocument/2006/relationships/customXml" Target="../ink/ink94.xml"/><Relationship Id="rId118" Type="http://schemas.openxmlformats.org/officeDocument/2006/relationships/customXml" Target="../ink/ink121.xml"/><Relationship Id="rId139" Type="http://schemas.openxmlformats.org/officeDocument/2006/relationships/image" Target="../media/image138.png"/><Relationship Id="rId85" Type="http://schemas.openxmlformats.org/officeDocument/2006/relationships/image" Target="../media/image111.png"/><Relationship Id="rId150" Type="http://schemas.openxmlformats.org/officeDocument/2006/relationships/image" Target="../media/image143.png"/><Relationship Id="rId171" Type="http://schemas.openxmlformats.org/officeDocument/2006/relationships/customXml" Target="../ink/ink148.xml"/><Relationship Id="rId12" Type="http://schemas.openxmlformats.org/officeDocument/2006/relationships/customXml" Target="../ink/ink68.xml"/><Relationship Id="rId33" Type="http://schemas.openxmlformats.org/officeDocument/2006/relationships/image" Target="../media/image85.png"/><Relationship Id="rId108" Type="http://schemas.openxmlformats.org/officeDocument/2006/relationships/customXml" Target="../ink/ink116.xml"/><Relationship Id="rId129" Type="http://schemas.openxmlformats.org/officeDocument/2006/relationships/image" Target="../media/image133.png"/><Relationship Id="rId54" Type="http://schemas.openxmlformats.org/officeDocument/2006/relationships/customXml" Target="../ink/ink89.xml"/><Relationship Id="rId70" Type="http://schemas.openxmlformats.org/officeDocument/2006/relationships/customXml" Target="../ink/ink97.xml"/><Relationship Id="rId75" Type="http://schemas.openxmlformats.org/officeDocument/2006/relationships/image" Target="../media/image106.png"/><Relationship Id="rId91" Type="http://schemas.openxmlformats.org/officeDocument/2006/relationships/image" Target="../media/image114.png"/><Relationship Id="rId96" Type="http://schemas.openxmlformats.org/officeDocument/2006/relationships/customXml" Target="../ink/ink110.xml"/><Relationship Id="rId140" Type="http://schemas.openxmlformats.org/officeDocument/2006/relationships/customXml" Target="../ink/ink132.xml"/><Relationship Id="rId145" Type="http://schemas.openxmlformats.org/officeDocument/2006/relationships/customXml" Target="../ink/ink135.xml"/><Relationship Id="rId161" Type="http://schemas.openxmlformats.org/officeDocument/2006/relationships/customXml" Target="../ink/ink143.xml"/><Relationship Id="rId166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5.xml"/><Relationship Id="rId23" Type="http://schemas.openxmlformats.org/officeDocument/2006/relationships/image" Target="../media/image80.png"/><Relationship Id="rId28" Type="http://schemas.openxmlformats.org/officeDocument/2006/relationships/customXml" Target="../ink/ink76.xml"/><Relationship Id="rId49" Type="http://schemas.openxmlformats.org/officeDocument/2006/relationships/image" Target="../media/image93.png"/><Relationship Id="rId114" Type="http://schemas.openxmlformats.org/officeDocument/2006/relationships/customXml" Target="../ink/ink119.xml"/><Relationship Id="rId119" Type="http://schemas.openxmlformats.org/officeDocument/2006/relationships/image" Target="../media/image128.png"/><Relationship Id="rId44" Type="http://schemas.openxmlformats.org/officeDocument/2006/relationships/customXml" Target="../ink/ink84.xml"/><Relationship Id="rId60" Type="http://schemas.openxmlformats.org/officeDocument/2006/relationships/customXml" Target="../ink/ink92.xml"/><Relationship Id="rId65" Type="http://schemas.openxmlformats.org/officeDocument/2006/relationships/image" Target="../media/image101.png"/><Relationship Id="rId81" Type="http://schemas.openxmlformats.org/officeDocument/2006/relationships/image" Target="../media/image109.png"/><Relationship Id="rId86" Type="http://schemas.openxmlformats.org/officeDocument/2006/relationships/customXml" Target="../ink/ink105.xml"/><Relationship Id="rId130" Type="http://schemas.openxmlformats.org/officeDocument/2006/relationships/customXml" Target="../ink/ink127.xml"/><Relationship Id="rId135" Type="http://schemas.openxmlformats.org/officeDocument/2006/relationships/image" Target="../media/image136.png"/><Relationship Id="rId151" Type="http://schemas.openxmlformats.org/officeDocument/2006/relationships/customXml" Target="../ink/ink138.xml"/><Relationship Id="rId156" Type="http://schemas.openxmlformats.org/officeDocument/2006/relationships/image" Target="../media/image146.png"/><Relationship Id="rId172" Type="http://schemas.openxmlformats.org/officeDocument/2006/relationships/image" Target="../media/image154.png"/><Relationship Id="rId13" Type="http://schemas.openxmlformats.org/officeDocument/2006/relationships/image" Target="../media/image75.png"/><Relationship Id="rId18" Type="http://schemas.openxmlformats.org/officeDocument/2006/relationships/customXml" Target="../ink/ink71.xml"/><Relationship Id="rId39" Type="http://schemas.openxmlformats.org/officeDocument/2006/relationships/image" Target="../media/image88.png"/><Relationship Id="rId109" Type="http://schemas.openxmlformats.org/officeDocument/2006/relationships/image" Target="../media/image123.png"/><Relationship Id="rId34" Type="http://schemas.openxmlformats.org/officeDocument/2006/relationships/customXml" Target="../ink/ink79.xml"/><Relationship Id="rId50" Type="http://schemas.openxmlformats.org/officeDocument/2006/relationships/customXml" Target="../ink/ink87.xml"/><Relationship Id="rId55" Type="http://schemas.openxmlformats.org/officeDocument/2006/relationships/image" Target="../media/image96.png"/><Relationship Id="rId76" Type="http://schemas.openxmlformats.org/officeDocument/2006/relationships/customXml" Target="../ink/ink100.xml"/><Relationship Id="rId97" Type="http://schemas.openxmlformats.org/officeDocument/2006/relationships/image" Target="../media/image117.png"/><Relationship Id="rId104" Type="http://schemas.openxmlformats.org/officeDocument/2006/relationships/customXml" Target="../ink/ink114.xml"/><Relationship Id="rId120" Type="http://schemas.openxmlformats.org/officeDocument/2006/relationships/customXml" Target="../ink/ink122.xml"/><Relationship Id="rId125" Type="http://schemas.openxmlformats.org/officeDocument/2006/relationships/image" Target="../media/image131.png"/><Relationship Id="rId141" Type="http://schemas.openxmlformats.org/officeDocument/2006/relationships/image" Target="../media/image139.png"/><Relationship Id="rId146" Type="http://schemas.openxmlformats.org/officeDocument/2006/relationships/image" Target="../media/image141.png"/><Relationship Id="rId167" Type="http://schemas.openxmlformats.org/officeDocument/2006/relationships/customXml" Target="../ink/ink146.xml"/><Relationship Id="rId7" Type="http://schemas.openxmlformats.org/officeDocument/2006/relationships/image" Target="../media/image72.png"/><Relationship Id="rId71" Type="http://schemas.openxmlformats.org/officeDocument/2006/relationships/image" Target="../media/image104.png"/><Relationship Id="rId92" Type="http://schemas.openxmlformats.org/officeDocument/2006/relationships/customXml" Target="../ink/ink108.xml"/><Relationship Id="rId162" Type="http://schemas.openxmlformats.org/officeDocument/2006/relationships/image" Target="../media/image149.png"/><Relationship Id="rId2" Type="http://schemas.openxmlformats.org/officeDocument/2006/relationships/image" Target="../media/image69.png"/><Relationship Id="rId29" Type="http://schemas.openxmlformats.org/officeDocument/2006/relationships/image" Target="../media/image83.png"/><Relationship Id="rId24" Type="http://schemas.openxmlformats.org/officeDocument/2006/relationships/customXml" Target="../ink/ink74.xml"/><Relationship Id="rId40" Type="http://schemas.openxmlformats.org/officeDocument/2006/relationships/customXml" Target="../ink/ink82.xml"/><Relationship Id="rId45" Type="http://schemas.openxmlformats.org/officeDocument/2006/relationships/image" Target="../media/image91.png"/><Relationship Id="rId66" Type="http://schemas.openxmlformats.org/officeDocument/2006/relationships/customXml" Target="../ink/ink95.xml"/><Relationship Id="rId87" Type="http://schemas.openxmlformats.org/officeDocument/2006/relationships/image" Target="../media/image112.png"/><Relationship Id="rId110" Type="http://schemas.openxmlformats.org/officeDocument/2006/relationships/customXml" Target="../ink/ink117.xml"/><Relationship Id="rId115" Type="http://schemas.openxmlformats.org/officeDocument/2006/relationships/image" Target="../media/image126.png"/><Relationship Id="rId131" Type="http://schemas.openxmlformats.org/officeDocument/2006/relationships/image" Target="../media/image134.png"/><Relationship Id="rId136" Type="http://schemas.openxmlformats.org/officeDocument/2006/relationships/customXml" Target="../ink/ink130.xml"/><Relationship Id="rId157" Type="http://schemas.openxmlformats.org/officeDocument/2006/relationships/customXml" Target="../ink/ink141.xml"/><Relationship Id="rId61" Type="http://schemas.openxmlformats.org/officeDocument/2006/relationships/image" Target="../media/image99.png"/><Relationship Id="rId82" Type="http://schemas.openxmlformats.org/officeDocument/2006/relationships/customXml" Target="../ink/ink103.xml"/><Relationship Id="rId152" Type="http://schemas.openxmlformats.org/officeDocument/2006/relationships/image" Target="../media/image144.png"/><Relationship Id="rId19" Type="http://schemas.openxmlformats.org/officeDocument/2006/relationships/image" Target="../media/image78.png"/><Relationship Id="rId14" Type="http://schemas.openxmlformats.org/officeDocument/2006/relationships/customXml" Target="../ink/ink69.xml"/><Relationship Id="rId30" Type="http://schemas.openxmlformats.org/officeDocument/2006/relationships/customXml" Target="../ink/ink77.xml"/><Relationship Id="rId35" Type="http://schemas.openxmlformats.org/officeDocument/2006/relationships/image" Target="../media/image86.png"/><Relationship Id="rId56" Type="http://schemas.openxmlformats.org/officeDocument/2006/relationships/customXml" Target="../ink/ink90.xml"/><Relationship Id="rId77" Type="http://schemas.openxmlformats.org/officeDocument/2006/relationships/image" Target="../media/image107.png"/><Relationship Id="rId100" Type="http://schemas.openxmlformats.org/officeDocument/2006/relationships/customXml" Target="../ink/ink112.xml"/><Relationship Id="rId105" Type="http://schemas.openxmlformats.org/officeDocument/2006/relationships/image" Target="../media/image121.png"/><Relationship Id="rId126" Type="http://schemas.openxmlformats.org/officeDocument/2006/relationships/customXml" Target="../ink/ink125.xml"/><Relationship Id="rId147" Type="http://schemas.openxmlformats.org/officeDocument/2006/relationships/customXml" Target="../ink/ink136.xml"/><Relationship Id="rId168" Type="http://schemas.openxmlformats.org/officeDocument/2006/relationships/image" Target="../media/image152.png"/><Relationship Id="rId8" Type="http://schemas.openxmlformats.org/officeDocument/2006/relationships/customXml" Target="../ink/ink66.xml"/><Relationship Id="rId51" Type="http://schemas.openxmlformats.org/officeDocument/2006/relationships/image" Target="../media/image94.png"/><Relationship Id="rId72" Type="http://schemas.openxmlformats.org/officeDocument/2006/relationships/customXml" Target="../ink/ink98.xml"/><Relationship Id="rId93" Type="http://schemas.openxmlformats.org/officeDocument/2006/relationships/image" Target="../media/image115.png"/><Relationship Id="rId98" Type="http://schemas.openxmlformats.org/officeDocument/2006/relationships/customXml" Target="../ink/ink111.xml"/><Relationship Id="rId121" Type="http://schemas.openxmlformats.org/officeDocument/2006/relationships/image" Target="../media/image129.png"/><Relationship Id="rId142" Type="http://schemas.openxmlformats.org/officeDocument/2006/relationships/customXml" Target="../ink/ink133.xml"/><Relationship Id="rId163" Type="http://schemas.openxmlformats.org/officeDocument/2006/relationships/customXml" Target="../ink/ink144.xml"/><Relationship Id="rId3" Type="http://schemas.openxmlformats.org/officeDocument/2006/relationships/image" Target="../media/image70.png"/><Relationship Id="rId25" Type="http://schemas.openxmlformats.org/officeDocument/2006/relationships/image" Target="../media/image81.png"/><Relationship Id="rId46" Type="http://schemas.openxmlformats.org/officeDocument/2006/relationships/customXml" Target="../ink/ink85.xml"/><Relationship Id="rId67" Type="http://schemas.openxmlformats.org/officeDocument/2006/relationships/image" Target="../media/image102.png"/><Relationship Id="rId116" Type="http://schemas.openxmlformats.org/officeDocument/2006/relationships/customXml" Target="../ink/ink120.xml"/><Relationship Id="rId137" Type="http://schemas.openxmlformats.org/officeDocument/2006/relationships/image" Target="../media/image137.png"/><Relationship Id="rId158" Type="http://schemas.openxmlformats.org/officeDocument/2006/relationships/image" Target="../media/image147.png"/><Relationship Id="rId20" Type="http://schemas.openxmlformats.org/officeDocument/2006/relationships/customXml" Target="../ink/ink72.xml"/><Relationship Id="rId41" Type="http://schemas.openxmlformats.org/officeDocument/2006/relationships/image" Target="../media/image89.png"/><Relationship Id="rId62" Type="http://schemas.openxmlformats.org/officeDocument/2006/relationships/customXml" Target="../ink/ink93.xml"/><Relationship Id="rId83" Type="http://schemas.openxmlformats.org/officeDocument/2006/relationships/image" Target="../media/image110.png"/><Relationship Id="rId88" Type="http://schemas.openxmlformats.org/officeDocument/2006/relationships/customXml" Target="../ink/ink106.xml"/><Relationship Id="rId111" Type="http://schemas.openxmlformats.org/officeDocument/2006/relationships/image" Target="../media/image124.png"/><Relationship Id="rId132" Type="http://schemas.openxmlformats.org/officeDocument/2006/relationships/customXml" Target="../ink/ink128.xml"/><Relationship Id="rId153" Type="http://schemas.openxmlformats.org/officeDocument/2006/relationships/customXml" Target="../ink/ink139.xml"/><Relationship Id="rId15" Type="http://schemas.openxmlformats.org/officeDocument/2006/relationships/image" Target="../media/image76.png"/><Relationship Id="rId36" Type="http://schemas.openxmlformats.org/officeDocument/2006/relationships/customXml" Target="../ink/ink80.xml"/><Relationship Id="rId57" Type="http://schemas.openxmlformats.org/officeDocument/2006/relationships/image" Target="../media/image97.png"/><Relationship Id="rId106" Type="http://schemas.openxmlformats.org/officeDocument/2006/relationships/customXml" Target="../ink/ink115.xml"/><Relationship Id="rId127" Type="http://schemas.openxmlformats.org/officeDocument/2006/relationships/image" Target="../media/image132.png"/><Relationship Id="rId10" Type="http://schemas.openxmlformats.org/officeDocument/2006/relationships/customXml" Target="../ink/ink67.xml"/><Relationship Id="rId31" Type="http://schemas.openxmlformats.org/officeDocument/2006/relationships/image" Target="../media/image84.png"/><Relationship Id="rId52" Type="http://schemas.openxmlformats.org/officeDocument/2006/relationships/customXml" Target="../ink/ink88.xml"/><Relationship Id="rId73" Type="http://schemas.openxmlformats.org/officeDocument/2006/relationships/image" Target="../media/image105.png"/><Relationship Id="rId78" Type="http://schemas.openxmlformats.org/officeDocument/2006/relationships/customXml" Target="../ink/ink101.xml"/><Relationship Id="rId94" Type="http://schemas.openxmlformats.org/officeDocument/2006/relationships/customXml" Target="../ink/ink109.xml"/><Relationship Id="rId99" Type="http://schemas.openxmlformats.org/officeDocument/2006/relationships/image" Target="../media/image118.png"/><Relationship Id="rId101" Type="http://schemas.openxmlformats.org/officeDocument/2006/relationships/image" Target="../media/image119.png"/><Relationship Id="rId122" Type="http://schemas.openxmlformats.org/officeDocument/2006/relationships/customXml" Target="../ink/ink123.xml"/><Relationship Id="rId143" Type="http://schemas.openxmlformats.org/officeDocument/2006/relationships/image" Target="../media/image140.png"/><Relationship Id="rId148" Type="http://schemas.openxmlformats.org/officeDocument/2006/relationships/image" Target="../media/image142.png"/><Relationship Id="rId164" Type="http://schemas.openxmlformats.org/officeDocument/2006/relationships/image" Target="../media/image150.png"/><Relationship Id="rId169" Type="http://schemas.openxmlformats.org/officeDocument/2006/relationships/customXml" Target="../ink/ink147.xml"/><Relationship Id="rId4" Type="http://schemas.openxmlformats.org/officeDocument/2006/relationships/customXml" Target="../ink/ink64.xml"/><Relationship Id="rId9" Type="http://schemas.openxmlformats.org/officeDocument/2006/relationships/image" Target="../media/image73.png"/><Relationship Id="rId26" Type="http://schemas.openxmlformats.org/officeDocument/2006/relationships/customXml" Target="../ink/ink75.xml"/><Relationship Id="rId47" Type="http://schemas.openxmlformats.org/officeDocument/2006/relationships/image" Target="../media/image92.png"/><Relationship Id="rId68" Type="http://schemas.openxmlformats.org/officeDocument/2006/relationships/customXml" Target="../ink/ink96.xml"/><Relationship Id="rId89" Type="http://schemas.openxmlformats.org/officeDocument/2006/relationships/image" Target="../media/image113.png"/><Relationship Id="rId112" Type="http://schemas.openxmlformats.org/officeDocument/2006/relationships/customXml" Target="../ink/ink118.xml"/><Relationship Id="rId133" Type="http://schemas.openxmlformats.org/officeDocument/2006/relationships/image" Target="../media/image135.png"/><Relationship Id="rId154" Type="http://schemas.openxmlformats.org/officeDocument/2006/relationships/image" Target="../media/image145.png"/><Relationship Id="rId16" Type="http://schemas.openxmlformats.org/officeDocument/2006/relationships/customXml" Target="../ink/ink70.xml"/><Relationship Id="rId37" Type="http://schemas.openxmlformats.org/officeDocument/2006/relationships/image" Target="../media/image87.png"/><Relationship Id="rId58" Type="http://schemas.openxmlformats.org/officeDocument/2006/relationships/customXml" Target="../ink/ink91.xml"/><Relationship Id="rId79" Type="http://schemas.openxmlformats.org/officeDocument/2006/relationships/image" Target="../media/image108.png"/><Relationship Id="rId102" Type="http://schemas.openxmlformats.org/officeDocument/2006/relationships/customXml" Target="../ink/ink113.xml"/><Relationship Id="rId123" Type="http://schemas.openxmlformats.org/officeDocument/2006/relationships/image" Target="../media/image130.png"/><Relationship Id="rId144" Type="http://schemas.openxmlformats.org/officeDocument/2006/relationships/customXml" Target="../ink/ink134.xml"/><Relationship Id="rId90" Type="http://schemas.openxmlformats.org/officeDocument/2006/relationships/customXml" Target="../ink/ink107.xml"/><Relationship Id="rId165" Type="http://schemas.openxmlformats.org/officeDocument/2006/relationships/customXml" Target="../ink/ink145.xml"/><Relationship Id="rId27" Type="http://schemas.openxmlformats.org/officeDocument/2006/relationships/image" Target="../media/image82.png"/><Relationship Id="rId48" Type="http://schemas.openxmlformats.org/officeDocument/2006/relationships/customXml" Target="../ink/ink86.xml"/><Relationship Id="rId69" Type="http://schemas.openxmlformats.org/officeDocument/2006/relationships/image" Target="../media/image103.png"/><Relationship Id="rId113" Type="http://schemas.openxmlformats.org/officeDocument/2006/relationships/image" Target="../media/image125.png"/><Relationship Id="rId134" Type="http://schemas.openxmlformats.org/officeDocument/2006/relationships/customXml" Target="../ink/ink129.xml"/><Relationship Id="rId80" Type="http://schemas.openxmlformats.org/officeDocument/2006/relationships/customXml" Target="../ink/ink102.xml"/><Relationship Id="rId155" Type="http://schemas.openxmlformats.org/officeDocument/2006/relationships/customXml" Target="../ink/ink140.xml"/><Relationship Id="rId17" Type="http://schemas.openxmlformats.org/officeDocument/2006/relationships/image" Target="../media/image77.png"/><Relationship Id="rId38" Type="http://schemas.openxmlformats.org/officeDocument/2006/relationships/customXml" Target="../ink/ink81.xml"/><Relationship Id="rId59" Type="http://schemas.openxmlformats.org/officeDocument/2006/relationships/image" Target="../media/image98.png"/><Relationship Id="rId103" Type="http://schemas.openxmlformats.org/officeDocument/2006/relationships/image" Target="../media/image120.png"/><Relationship Id="rId124" Type="http://schemas.openxmlformats.org/officeDocument/2006/relationships/customXml" Target="../ink/ink124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2.png"/><Relationship Id="rId21" Type="http://schemas.openxmlformats.org/officeDocument/2006/relationships/image" Target="../media/image164.png"/><Relationship Id="rId42" Type="http://schemas.openxmlformats.org/officeDocument/2006/relationships/customXml" Target="../ink/ink169.xml"/><Relationship Id="rId63" Type="http://schemas.openxmlformats.org/officeDocument/2006/relationships/image" Target="../media/image185.png"/><Relationship Id="rId84" Type="http://schemas.openxmlformats.org/officeDocument/2006/relationships/customXml" Target="../ink/ink190.xml"/><Relationship Id="rId138" Type="http://schemas.openxmlformats.org/officeDocument/2006/relationships/customXml" Target="../ink/ink217.xml"/><Relationship Id="rId159" Type="http://schemas.openxmlformats.org/officeDocument/2006/relationships/image" Target="../media/image233.png"/><Relationship Id="rId107" Type="http://schemas.openxmlformats.org/officeDocument/2006/relationships/image" Target="../media/image207.png"/><Relationship Id="rId11" Type="http://schemas.openxmlformats.org/officeDocument/2006/relationships/image" Target="../media/image159.png"/><Relationship Id="rId32" Type="http://schemas.openxmlformats.org/officeDocument/2006/relationships/customXml" Target="../ink/ink164.xml"/><Relationship Id="rId53" Type="http://schemas.openxmlformats.org/officeDocument/2006/relationships/image" Target="../media/image180.png"/><Relationship Id="rId74" Type="http://schemas.openxmlformats.org/officeDocument/2006/relationships/customXml" Target="../ink/ink185.xml"/><Relationship Id="rId128" Type="http://schemas.openxmlformats.org/officeDocument/2006/relationships/customXml" Target="../ink/ink212.xml"/><Relationship Id="rId149" Type="http://schemas.openxmlformats.org/officeDocument/2006/relationships/image" Target="../media/image228.png"/><Relationship Id="rId5" Type="http://schemas.openxmlformats.org/officeDocument/2006/relationships/image" Target="../media/image156.png"/><Relationship Id="rId95" Type="http://schemas.openxmlformats.org/officeDocument/2006/relationships/image" Target="../media/image201.png"/><Relationship Id="rId160" Type="http://schemas.openxmlformats.org/officeDocument/2006/relationships/customXml" Target="../ink/ink228.xml"/><Relationship Id="rId22" Type="http://schemas.openxmlformats.org/officeDocument/2006/relationships/customXml" Target="../ink/ink159.xml"/><Relationship Id="rId43" Type="http://schemas.openxmlformats.org/officeDocument/2006/relationships/image" Target="../media/image175.png"/><Relationship Id="rId64" Type="http://schemas.openxmlformats.org/officeDocument/2006/relationships/customXml" Target="../ink/ink180.xml"/><Relationship Id="rId118" Type="http://schemas.openxmlformats.org/officeDocument/2006/relationships/customXml" Target="../ink/ink207.xml"/><Relationship Id="rId139" Type="http://schemas.openxmlformats.org/officeDocument/2006/relationships/image" Target="../media/image223.png"/><Relationship Id="rId85" Type="http://schemas.openxmlformats.org/officeDocument/2006/relationships/image" Target="../media/image196.png"/><Relationship Id="rId150" Type="http://schemas.openxmlformats.org/officeDocument/2006/relationships/customXml" Target="../ink/ink223.xml"/><Relationship Id="rId12" Type="http://schemas.openxmlformats.org/officeDocument/2006/relationships/customXml" Target="../ink/ink154.xml"/><Relationship Id="rId17" Type="http://schemas.openxmlformats.org/officeDocument/2006/relationships/image" Target="../media/image162.png"/><Relationship Id="rId33" Type="http://schemas.openxmlformats.org/officeDocument/2006/relationships/image" Target="../media/image170.png"/><Relationship Id="rId38" Type="http://schemas.openxmlformats.org/officeDocument/2006/relationships/customXml" Target="../ink/ink167.xml"/><Relationship Id="rId59" Type="http://schemas.openxmlformats.org/officeDocument/2006/relationships/image" Target="../media/image183.png"/><Relationship Id="rId103" Type="http://schemas.openxmlformats.org/officeDocument/2006/relationships/image" Target="../media/image205.png"/><Relationship Id="rId108" Type="http://schemas.openxmlformats.org/officeDocument/2006/relationships/customXml" Target="../ink/ink202.xml"/><Relationship Id="rId124" Type="http://schemas.openxmlformats.org/officeDocument/2006/relationships/customXml" Target="../ink/ink210.xml"/><Relationship Id="rId129" Type="http://schemas.openxmlformats.org/officeDocument/2006/relationships/image" Target="../media/image218.png"/><Relationship Id="rId54" Type="http://schemas.openxmlformats.org/officeDocument/2006/relationships/customXml" Target="../ink/ink175.xml"/><Relationship Id="rId70" Type="http://schemas.openxmlformats.org/officeDocument/2006/relationships/customXml" Target="../ink/ink183.xml"/><Relationship Id="rId75" Type="http://schemas.openxmlformats.org/officeDocument/2006/relationships/image" Target="../media/image191.png"/><Relationship Id="rId91" Type="http://schemas.openxmlformats.org/officeDocument/2006/relationships/image" Target="../media/image199.png"/><Relationship Id="rId96" Type="http://schemas.openxmlformats.org/officeDocument/2006/relationships/customXml" Target="../ink/ink196.xml"/><Relationship Id="rId140" Type="http://schemas.openxmlformats.org/officeDocument/2006/relationships/customXml" Target="../ink/ink218.xml"/><Relationship Id="rId145" Type="http://schemas.openxmlformats.org/officeDocument/2006/relationships/image" Target="../media/image226.png"/><Relationship Id="rId161" Type="http://schemas.openxmlformats.org/officeDocument/2006/relationships/image" Target="../media/image23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1.xml"/><Relationship Id="rId23" Type="http://schemas.openxmlformats.org/officeDocument/2006/relationships/image" Target="../media/image165.png"/><Relationship Id="rId28" Type="http://schemas.openxmlformats.org/officeDocument/2006/relationships/customXml" Target="../ink/ink162.xml"/><Relationship Id="rId49" Type="http://schemas.openxmlformats.org/officeDocument/2006/relationships/image" Target="../media/image178.png"/><Relationship Id="rId114" Type="http://schemas.openxmlformats.org/officeDocument/2006/relationships/customXml" Target="../ink/ink205.xml"/><Relationship Id="rId119" Type="http://schemas.openxmlformats.org/officeDocument/2006/relationships/image" Target="../media/image213.png"/><Relationship Id="rId44" Type="http://schemas.openxmlformats.org/officeDocument/2006/relationships/customXml" Target="../ink/ink170.xml"/><Relationship Id="rId60" Type="http://schemas.openxmlformats.org/officeDocument/2006/relationships/customXml" Target="../ink/ink178.xml"/><Relationship Id="rId65" Type="http://schemas.openxmlformats.org/officeDocument/2006/relationships/image" Target="../media/image186.png"/><Relationship Id="rId81" Type="http://schemas.openxmlformats.org/officeDocument/2006/relationships/image" Target="../media/image194.png"/><Relationship Id="rId86" Type="http://schemas.openxmlformats.org/officeDocument/2006/relationships/customXml" Target="../ink/ink191.xml"/><Relationship Id="rId130" Type="http://schemas.openxmlformats.org/officeDocument/2006/relationships/customXml" Target="../ink/ink213.xml"/><Relationship Id="rId135" Type="http://schemas.openxmlformats.org/officeDocument/2006/relationships/image" Target="../media/image221.png"/><Relationship Id="rId151" Type="http://schemas.openxmlformats.org/officeDocument/2006/relationships/image" Target="../media/image229.png"/><Relationship Id="rId156" Type="http://schemas.openxmlformats.org/officeDocument/2006/relationships/customXml" Target="../ink/ink226.xml"/><Relationship Id="rId13" Type="http://schemas.openxmlformats.org/officeDocument/2006/relationships/image" Target="../media/image160.png"/><Relationship Id="rId18" Type="http://schemas.openxmlformats.org/officeDocument/2006/relationships/customXml" Target="../ink/ink157.xml"/><Relationship Id="rId39" Type="http://schemas.openxmlformats.org/officeDocument/2006/relationships/image" Target="../media/image173.png"/><Relationship Id="rId109" Type="http://schemas.openxmlformats.org/officeDocument/2006/relationships/image" Target="../media/image208.png"/><Relationship Id="rId34" Type="http://schemas.openxmlformats.org/officeDocument/2006/relationships/customXml" Target="../ink/ink165.xml"/><Relationship Id="rId50" Type="http://schemas.openxmlformats.org/officeDocument/2006/relationships/customXml" Target="../ink/ink173.xml"/><Relationship Id="rId55" Type="http://schemas.openxmlformats.org/officeDocument/2006/relationships/image" Target="../media/image181.png"/><Relationship Id="rId76" Type="http://schemas.openxmlformats.org/officeDocument/2006/relationships/customXml" Target="../ink/ink186.xml"/><Relationship Id="rId97" Type="http://schemas.openxmlformats.org/officeDocument/2006/relationships/image" Target="../media/image202.png"/><Relationship Id="rId104" Type="http://schemas.openxmlformats.org/officeDocument/2006/relationships/customXml" Target="../ink/ink200.xml"/><Relationship Id="rId120" Type="http://schemas.openxmlformats.org/officeDocument/2006/relationships/customXml" Target="../ink/ink208.xml"/><Relationship Id="rId125" Type="http://schemas.openxmlformats.org/officeDocument/2006/relationships/image" Target="../media/image216.png"/><Relationship Id="rId141" Type="http://schemas.openxmlformats.org/officeDocument/2006/relationships/image" Target="../media/image224.png"/><Relationship Id="rId146" Type="http://schemas.openxmlformats.org/officeDocument/2006/relationships/customXml" Target="../ink/ink221.xml"/><Relationship Id="rId7" Type="http://schemas.openxmlformats.org/officeDocument/2006/relationships/image" Target="../media/image157.png"/><Relationship Id="rId71" Type="http://schemas.openxmlformats.org/officeDocument/2006/relationships/image" Target="../media/image189.png"/><Relationship Id="rId92" Type="http://schemas.openxmlformats.org/officeDocument/2006/relationships/customXml" Target="../ink/ink194.xml"/><Relationship Id="rId162" Type="http://schemas.openxmlformats.org/officeDocument/2006/relationships/customXml" Target="../ink/ink229.xml"/><Relationship Id="rId2" Type="http://schemas.openxmlformats.org/officeDocument/2006/relationships/customXml" Target="../ink/ink149.xml"/><Relationship Id="rId29" Type="http://schemas.openxmlformats.org/officeDocument/2006/relationships/image" Target="../media/image168.png"/><Relationship Id="rId24" Type="http://schemas.openxmlformats.org/officeDocument/2006/relationships/customXml" Target="../ink/ink160.xml"/><Relationship Id="rId40" Type="http://schemas.openxmlformats.org/officeDocument/2006/relationships/customXml" Target="../ink/ink168.xml"/><Relationship Id="rId45" Type="http://schemas.openxmlformats.org/officeDocument/2006/relationships/image" Target="../media/image176.png"/><Relationship Id="rId66" Type="http://schemas.openxmlformats.org/officeDocument/2006/relationships/customXml" Target="../ink/ink181.xml"/><Relationship Id="rId87" Type="http://schemas.openxmlformats.org/officeDocument/2006/relationships/image" Target="../media/image197.png"/><Relationship Id="rId110" Type="http://schemas.openxmlformats.org/officeDocument/2006/relationships/customXml" Target="../ink/ink203.xml"/><Relationship Id="rId115" Type="http://schemas.openxmlformats.org/officeDocument/2006/relationships/image" Target="../media/image211.png"/><Relationship Id="rId131" Type="http://schemas.openxmlformats.org/officeDocument/2006/relationships/image" Target="../media/image219.png"/><Relationship Id="rId136" Type="http://schemas.openxmlformats.org/officeDocument/2006/relationships/customXml" Target="../ink/ink216.xml"/><Relationship Id="rId157" Type="http://schemas.openxmlformats.org/officeDocument/2006/relationships/image" Target="../media/image232.png"/><Relationship Id="rId61" Type="http://schemas.openxmlformats.org/officeDocument/2006/relationships/image" Target="../media/image184.png"/><Relationship Id="rId82" Type="http://schemas.openxmlformats.org/officeDocument/2006/relationships/customXml" Target="../ink/ink189.xml"/><Relationship Id="rId152" Type="http://schemas.openxmlformats.org/officeDocument/2006/relationships/customXml" Target="../ink/ink224.xml"/><Relationship Id="rId19" Type="http://schemas.openxmlformats.org/officeDocument/2006/relationships/image" Target="../media/image163.png"/><Relationship Id="rId14" Type="http://schemas.openxmlformats.org/officeDocument/2006/relationships/customXml" Target="../ink/ink155.xml"/><Relationship Id="rId30" Type="http://schemas.openxmlformats.org/officeDocument/2006/relationships/customXml" Target="../ink/ink163.xml"/><Relationship Id="rId35" Type="http://schemas.openxmlformats.org/officeDocument/2006/relationships/image" Target="../media/image171.png"/><Relationship Id="rId56" Type="http://schemas.openxmlformats.org/officeDocument/2006/relationships/customXml" Target="../ink/ink176.xml"/><Relationship Id="rId77" Type="http://schemas.openxmlformats.org/officeDocument/2006/relationships/image" Target="../media/image192.png"/><Relationship Id="rId100" Type="http://schemas.openxmlformats.org/officeDocument/2006/relationships/customXml" Target="../ink/ink198.xml"/><Relationship Id="rId105" Type="http://schemas.openxmlformats.org/officeDocument/2006/relationships/image" Target="../media/image206.png"/><Relationship Id="rId126" Type="http://schemas.openxmlformats.org/officeDocument/2006/relationships/customXml" Target="../ink/ink211.xml"/><Relationship Id="rId147" Type="http://schemas.openxmlformats.org/officeDocument/2006/relationships/image" Target="../media/image227.png"/><Relationship Id="rId8" Type="http://schemas.openxmlformats.org/officeDocument/2006/relationships/customXml" Target="../ink/ink152.xml"/><Relationship Id="rId51" Type="http://schemas.openxmlformats.org/officeDocument/2006/relationships/image" Target="../media/image179.png"/><Relationship Id="rId72" Type="http://schemas.openxmlformats.org/officeDocument/2006/relationships/customXml" Target="../ink/ink184.xml"/><Relationship Id="rId93" Type="http://schemas.openxmlformats.org/officeDocument/2006/relationships/image" Target="../media/image200.png"/><Relationship Id="rId98" Type="http://schemas.openxmlformats.org/officeDocument/2006/relationships/customXml" Target="../ink/ink197.xml"/><Relationship Id="rId121" Type="http://schemas.openxmlformats.org/officeDocument/2006/relationships/image" Target="../media/image214.png"/><Relationship Id="rId142" Type="http://schemas.openxmlformats.org/officeDocument/2006/relationships/customXml" Target="../ink/ink219.xml"/><Relationship Id="rId163" Type="http://schemas.openxmlformats.org/officeDocument/2006/relationships/image" Target="../media/image235.png"/><Relationship Id="rId3" Type="http://schemas.openxmlformats.org/officeDocument/2006/relationships/image" Target="../media/image155.png"/><Relationship Id="rId25" Type="http://schemas.openxmlformats.org/officeDocument/2006/relationships/image" Target="../media/image166.png"/><Relationship Id="rId46" Type="http://schemas.openxmlformats.org/officeDocument/2006/relationships/customXml" Target="../ink/ink171.xml"/><Relationship Id="rId67" Type="http://schemas.openxmlformats.org/officeDocument/2006/relationships/image" Target="../media/image187.png"/><Relationship Id="rId116" Type="http://schemas.openxmlformats.org/officeDocument/2006/relationships/customXml" Target="../ink/ink206.xml"/><Relationship Id="rId137" Type="http://schemas.openxmlformats.org/officeDocument/2006/relationships/image" Target="../media/image222.png"/><Relationship Id="rId158" Type="http://schemas.openxmlformats.org/officeDocument/2006/relationships/customXml" Target="../ink/ink227.xml"/><Relationship Id="rId20" Type="http://schemas.openxmlformats.org/officeDocument/2006/relationships/customXml" Target="../ink/ink158.xml"/><Relationship Id="rId41" Type="http://schemas.openxmlformats.org/officeDocument/2006/relationships/image" Target="../media/image174.png"/><Relationship Id="rId62" Type="http://schemas.openxmlformats.org/officeDocument/2006/relationships/customXml" Target="../ink/ink179.xml"/><Relationship Id="rId83" Type="http://schemas.openxmlformats.org/officeDocument/2006/relationships/image" Target="../media/image195.png"/><Relationship Id="rId88" Type="http://schemas.openxmlformats.org/officeDocument/2006/relationships/customXml" Target="../ink/ink192.xml"/><Relationship Id="rId111" Type="http://schemas.openxmlformats.org/officeDocument/2006/relationships/image" Target="../media/image209.png"/><Relationship Id="rId132" Type="http://schemas.openxmlformats.org/officeDocument/2006/relationships/customXml" Target="../ink/ink214.xml"/><Relationship Id="rId153" Type="http://schemas.openxmlformats.org/officeDocument/2006/relationships/image" Target="../media/image230.png"/><Relationship Id="rId15" Type="http://schemas.openxmlformats.org/officeDocument/2006/relationships/image" Target="../media/image161.png"/><Relationship Id="rId36" Type="http://schemas.openxmlformats.org/officeDocument/2006/relationships/customXml" Target="../ink/ink166.xml"/><Relationship Id="rId57" Type="http://schemas.openxmlformats.org/officeDocument/2006/relationships/image" Target="../media/image182.png"/><Relationship Id="rId106" Type="http://schemas.openxmlformats.org/officeDocument/2006/relationships/customXml" Target="../ink/ink201.xml"/><Relationship Id="rId127" Type="http://schemas.openxmlformats.org/officeDocument/2006/relationships/image" Target="../media/image217.png"/><Relationship Id="rId10" Type="http://schemas.openxmlformats.org/officeDocument/2006/relationships/customXml" Target="../ink/ink153.xml"/><Relationship Id="rId31" Type="http://schemas.openxmlformats.org/officeDocument/2006/relationships/image" Target="../media/image169.png"/><Relationship Id="rId52" Type="http://schemas.openxmlformats.org/officeDocument/2006/relationships/customXml" Target="../ink/ink174.xml"/><Relationship Id="rId73" Type="http://schemas.openxmlformats.org/officeDocument/2006/relationships/image" Target="../media/image190.png"/><Relationship Id="rId78" Type="http://schemas.openxmlformats.org/officeDocument/2006/relationships/customXml" Target="../ink/ink187.xml"/><Relationship Id="rId94" Type="http://schemas.openxmlformats.org/officeDocument/2006/relationships/customXml" Target="../ink/ink195.xml"/><Relationship Id="rId99" Type="http://schemas.openxmlformats.org/officeDocument/2006/relationships/image" Target="../media/image203.png"/><Relationship Id="rId101" Type="http://schemas.openxmlformats.org/officeDocument/2006/relationships/image" Target="../media/image204.png"/><Relationship Id="rId122" Type="http://schemas.openxmlformats.org/officeDocument/2006/relationships/customXml" Target="../ink/ink209.xml"/><Relationship Id="rId143" Type="http://schemas.openxmlformats.org/officeDocument/2006/relationships/image" Target="../media/image225.png"/><Relationship Id="rId148" Type="http://schemas.openxmlformats.org/officeDocument/2006/relationships/customXml" Target="../ink/ink222.xml"/><Relationship Id="rId164" Type="http://schemas.openxmlformats.org/officeDocument/2006/relationships/customXml" Target="../ink/ink230.xml"/><Relationship Id="rId4" Type="http://schemas.openxmlformats.org/officeDocument/2006/relationships/customXml" Target="../ink/ink150.xml"/><Relationship Id="rId9" Type="http://schemas.openxmlformats.org/officeDocument/2006/relationships/image" Target="../media/image158.png"/><Relationship Id="rId26" Type="http://schemas.openxmlformats.org/officeDocument/2006/relationships/customXml" Target="../ink/ink161.xml"/><Relationship Id="rId47" Type="http://schemas.openxmlformats.org/officeDocument/2006/relationships/image" Target="../media/image177.png"/><Relationship Id="rId68" Type="http://schemas.openxmlformats.org/officeDocument/2006/relationships/customXml" Target="../ink/ink182.xml"/><Relationship Id="rId89" Type="http://schemas.openxmlformats.org/officeDocument/2006/relationships/image" Target="../media/image198.png"/><Relationship Id="rId112" Type="http://schemas.openxmlformats.org/officeDocument/2006/relationships/customXml" Target="../ink/ink204.xml"/><Relationship Id="rId133" Type="http://schemas.openxmlformats.org/officeDocument/2006/relationships/image" Target="../media/image220.png"/><Relationship Id="rId154" Type="http://schemas.openxmlformats.org/officeDocument/2006/relationships/customXml" Target="../ink/ink225.xml"/><Relationship Id="rId16" Type="http://schemas.openxmlformats.org/officeDocument/2006/relationships/customXml" Target="../ink/ink156.xml"/><Relationship Id="rId37" Type="http://schemas.openxmlformats.org/officeDocument/2006/relationships/image" Target="../media/image172.png"/><Relationship Id="rId58" Type="http://schemas.openxmlformats.org/officeDocument/2006/relationships/customXml" Target="../ink/ink177.xml"/><Relationship Id="rId79" Type="http://schemas.openxmlformats.org/officeDocument/2006/relationships/image" Target="../media/image193.png"/><Relationship Id="rId102" Type="http://schemas.openxmlformats.org/officeDocument/2006/relationships/customXml" Target="../ink/ink199.xml"/><Relationship Id="rId123" Type="http://schemas.openxmlformats.org/officeDocument/2006/relationships/image" Target="../media/image215.png"/><Relationship Id="rId144" Type="http://schemas.openxmlformats.org/officeDocument/2006/relationships/customXml" Target="../ink/ink220.xml"/><Relationship Id="rId90" Type="http://schemas.openxmlformats.org/officeDocument/2006/relationships/customXml" Target="../ink/ink193.xml"/><Relationship Id="rId165" Type="http://schemas.openxmlformats.org/officeDocument/2006/relationships/image" Target="../media/image236.png"/><Relationship Id="rId27" Type="http://schemas.openxmlformats.org/officeDocument/2006/relationships/image" Target="../media/image167.png"/><Relationship Id="rId48" Type="http://schemas.openxmlformats.org/officeDocument/2006/relationships/customXml" Target="../ink/ink172.xml"/><Relationship Id="rId69" Type="http://schemas.openxmlformats.org/officeDocument/2006/relationships/image" Target="../media/image188.png"/><Relationship Id="rId113" Type="http://schemas.openxmlformats.org/officeDocument/2006/relationships/image" Target="../media/image210.png"/><Relationship Id="rId134" Type="http://schemas.openxmlformats.org/officeDocument/2006/relationships/customXml" Target="../ink/ink215.xml"/><Relationship Id="rId80" Type="http://schemas.openxmlformats.org/officeDocument/2006/relationships/customXml" Target="../ink/ink188.xml"/><Relationship Id="rId155" Type="http://schemas.openxmlformats.org/officeDocument/2006/relationships/image" Target="../media/image231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4.png"/><Relationship Id="rId21" Type="http://schemas.openxmlformats.org/officeDocument/2006/relationships/image" Target="../media/image246.png"/><Relationship Id="rId42" Type="http://schemas.openxmlformats.org/officeDocument/2006/relationships/customXml" Target="../ink/ink251.xml"/><Relationship Id="rId63" Type="http://schemas.openxmlformats.org/officeDocument/2006/relationships/image" Target="../media/image267.png"/><Relationship Id="rId84" Type="http://schemas.openxmlformats.org/officeDocument/2006/relationships/customXml" Target="../ink/ink272.xml"/><Relationship Id="rId138" Type="http://schemas.openxmlformats.org/officeDocument/2006/relationships/customXml" Target="../ink/ink299.xml"/><Relationship Id="rId107" Type="http://schemas.openxmlformats.org/officeDocument/2006/relationships/image" Target="../media/image289.png"/><Relationship Id="rId11" Type="http://schemas.openxmlformats.org/officeDocument/2006/relationships/image" Target="../media/image241.png"/><Relationship Id="rId32" Type="http://schemas.openxmlformats.org/officeDocument/2006/relationships/customXml" Target="../ink/ink246.xml"/><Relationship Id="rId37" Type="http://schemas.openxmlformats.org/officeDocument/2006/relationships/image" Target="../media/image254.png"/><Relationship Id="rId53" Type="http://schemas.openxmlformats.org/officeDocument/2006/relationships/image" Target="../media/image262.png"/><Relationship Id="rId58" Type="http://schemas.openxmlformats.org/officeDocument/2006/relationships/customXml" Target="../ink/ink259.xml"/><Relationship Id="rId74" Type="http://schemas.openxmlformats.org/officeDocument/2006/relationships/customXml" Target="../ink/ink267.xml"/><Relationship Id="rId79" Type="http://schemas.openxmlformats.org/officeDocument/2006/relationships/image" Target="../media/image275.png"/><Relationship Id="rId102" Type="http://schemas.openxmlformats.org/officeDocument/2006/relationships/customXml" Target="../ink/ink281.xml"/><Relationship Id="rId123" Type="http://schemas.openxmlformats.org/officeDocument/2006/relationships/image" Target="../media/image297.png"/><Relationship Id="rId128" Type="http://schemas.openxmlformats.org/officeDocument/2006/relationships/customXml" Target="../ink/ink294.xml"/><Relationship Id="rId5" Type="http://schemas.openxmlformats.org/officeDocument/2006/relationships/image" Target="../media/image238.png"/><Relationship Id="rId90" Type="http://schemas.openxmlformats.org/officeDocument/2006/relationships/customXml" Target="../ink/ink275.xml"/><Relationship Id="rId95" Type="http://schemas.openxmlformats.org/officeDocument/2006/relationships/image" Target="../media/image283.png"/><Relationship Id="rId22" Type="http://schemas.openxmlformats.org/officeDocument/2006/relationships/customXml" Target="../ink/ink241.xml"/><Relationship Id="rId27" Type="http://schemas.openxmlformats.org/officeDocument/2006/relationships/image" Target="../media/image249.png"/><Relationship Id="rId43" Type="http://schemas.openxmlformats.org/officeDocument/2006/relationships/image" Target="../media/image257.png"/><Relationship Id="rId48" Type="http://schemas.openxmlformats.org/officeDocument/2006/relationships/customXml" Target="../ink/ink254.xml"/><Relationship Id="rId64" Type="http://schemas.openxmlformats.org/officeDocument/2006/relationships/customXml" Target="../ink/ink262.xml"/><Relationship Id="rId69" Type="http://schemas.openxmlformats.org/officeDocument/2006/relationships/image" Target="../media/image270.png"/><Relationship Id="rId113" Type="http://schemas.openxmlformats.org/officeDocument/2006/relationships/image" Target="../media/image292.png"/><Relationship Id="rId118" Type="http://schemas.openxmlformats.org/officeDocument/2006/relationships/customXml" Target="../ink/ink289.xml"/><Relationship Id="rId134" Type="http://schemas.openxmlformats.org/officeDocument/2006/relationships/customXml" Target="../ink/ink297.xml"/><Relationship Id="rId139" Type="http://schemas.openxmlformats.org/officeDocument/2006/relationships/image" Target="../media/image305.png"/><Relationship Id="rId80" Type="http://schemas.openxmlformats.org/officeDocument/2006/relationships/customXml" Target="../ink/ink270.xml"/><Relationship Id="rId85" Type="http://schemas.openxmlformats.org/officeDocument/2006/relationships/image" Target="../media/image278.png"/><Relationship Id="rId12" Type="http://schemas.openxmlformats.org/officeDocument/2006/relationships/customXml" Target="../ink/ink236.xml"/><Relationship Id="rId17" Type="http://schemas.openxmlformats.org/officeDocument/2006/relationships/image" Target="../media/image244.png"/><Relationship Id="rId33" Type="http://schemas.openxmlformats.org/officeDocument/2006/relationships/image" Target="../media/image252.png"/><Relationship Id="rId38" Type="http://schemas.openxmlformats.org/officeDocument/2006/relationships/customXml" Target="../ink/ink249.xml"/><Relationship Id="rId59" Type="http://schemas.openxmlformats.org/officeDocument/2006/relationships/image" Target="../media/image265.png"/><Relationship Id="rId103" Type="http://schemas.openxmlformats.org/officeDocument/2006/relationships/image" Target="../media/image287.png"/><Relationship Id="rId108" Type="http://schemas.openxmlformats.org/officeDocument/2006/relationships/customXml" Target="../ink/ink284.xml"/><Relationship Id="rId124" Type="http://schemas.openxmlformats.org/officeDocument/2006/relationships/customXml" Target="../ink/ink292.xml"/><Relationship Id="rId129" Type="http://schemas.openxmlformats.org/officeDocument/2006/relationships/image" Target="../media/image300.png"/><Relationship Id="rId54" Type="http://schemas.openxmlformats.org/officeDocument/2006/relationships/customXml" Target="../ink/ink257.xml"/><Relationship Id="rId70" Type="http://schemas.openxmlformats.org/officeDocument/2006/relationships/customXml" Target="../ink/ink265.xml"/><Relationship Id="rId75" Type="http://schemas.openxmlformats.org/officeDocument/2006/relationships/image" Target="../media/image273.png"/><Relationship Id="rId91" Type="http://schemas.openxmlformats.org/officeDocument/2006/relationships/image" Target="../media/image281.png"/><Relationship Id="rId96" Type="http://schemas.openxmlformats.org/officeDocument/2006/relationships/customXml" Target="../ink/ink278.xml"/><Relationship Id="rId140" Type="http://schemas.openxmlformats.org/officeDocument/2006/relationships/customXml" Target="../ink/ink30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3.xml"/><Relationship Id="rId23" Type="http://schemas.openxmlformats.org/officeDocument/2006/relationships/image" Target="../media/image247.png"/><Relationship Id="rId28" Type="http://schemas.openxmlformats.org/officeDocument/2006/relationships/customXml" Target="../ink/ink244.xml"/><Relationship Id="rId49" Type="http://schemas.openxmlformats.org/officeDocument/2006/relationships/image" Target="../media/image260.png"/><Relationship Id="rId114" Type="http://schemas.openxmlformats.org/officeDocument/2006/relationships/customXml" Target="../ink/ink287.xml"/><Relationship Id="rId119" Type="http://schemas.openxmlformats.org/officeDocument/2006/relationships/image" Target="../media/image295.png"/><Relationship Id="rId44" Type="http://schemas.openxmlformats.org/officeDocument/2006/relationships/customXml" Target="../ink/ink252.xml"/><Relationship Id="rId60" Type="http://schemas.openxmlformats.org/officeDocument/2006/relationships/customXml" Target="../ink/ink260.xml"/><Relationship Id="rId65" Type="http://schemas.openxmlformats.org/officeDocument/2006/relationships/image" Target="../media/image268.png"/><Relationship Id="rId81" Type="http://schemas.openxmlformats.org/officeDocument/2006/relationships/image" Target="../media/image276.png"/><Relationship Id="rId86" Type="http://schemas.openxmlformats.org/officeDocument/2006/relationships/customXml" Target="../ink/ink273.xml"/><Relationship Id="rId130" Type="http://schemas.openxmlformats.org/officeDocument/2006/relationships/customXml" Target="../ink/ink295.xml"/><Relationship Id="rId135" Type="http://schemas.openxmlformats.org/officeDocument/2006/relationships/image" Target="../media/image303.png"/><Relationship Id="rId13" Type="http://schemas.openxmlformats.org/officeDocument/2006/relationships/image" Target="../media/image242.png"/><Relationship Id="rId18" Type="http://schemas.openxmlformats.org/officeDocument/2006/relationships/customXml" Target="../ink/ink239.xml"/><Relationship Id="rId39" Type="http://schemas.openxmlformats.org/officeDocument/2006/relationships/image" Target="../media/image255.png"/><Relationship Id="rId109" Type="http://schemas.openxmlformats.org/officeDocument/2006/relationships/image" Target="../media/image290.png"/><Relationship Id="rId34" Type="http://schemas.openxmlformats.org/officeDocument/2006/relationships/customXml" Target="../ink/ink247.xml"/><Relationship Id="rId50" Type="http://schemas.openxmlformats.org/officeDocument/2006/relationships/customXml" Target="../ink/ink255.xml"/><Relationship Id="rId55" Type="http://schemas.openxmlformats.org/officeDocument/2006/relationships/image" Target="../media/image263.png"/><Relationship Id="rId76" Type="http://schemas.openxmlformats.org/officeDocument/2006/relationships/customXml" Target="../ink/ink268.xml"/><Relationship Id="rId97" Type="http://schemas.openxmlformats.org/officeDocument/2006/relationships/image" Target="../media/image284.png"/><Relationship Id="rId104" Type="http://schemas.openxmlformats.org/officeDocument/2006/relationships/customXml" Target="../ink/ink282.xml"/><Relationship Id="rId120" Type="http://schemas.openxmlformats.org/officeDocument/2006/relationships/customXml" Target="../ink/ink290.xml"/><Relationship Id="rId125" Type="http://schemas.openxmlformats.org/officeDocument/2006/relationships/image" Target="../media/image298.png"/><Relationship Id="rId141" Type="http://schemas.openxmlformats.org/officeDocument/2006/relationships/image" Target="../media/image306.png"/><Relationship Id="rId7" Type="http://schemas.openxmlformats.org/officeDocument/2006/relationships/image" Target="../media/image239.png"/><Relationship Id="rId71" Type="http://schemas.openxmlformats.org/officeDocument/2006/relationships/image" Target="../media/image271.png"/><Relationship Id="rId92" Type="http://schemas.openxmlformats.org/officeDocument/2006/relationships/customXml" Target="../ink/ink276.xml"/><Relationship Id="rId2" Type="http://schemas.openxmlformats.org/officeDocument/2006/relationships/customXml" Target="../ink/ink231.xml"/><Relationship Id="rId29" Type="http://schemas.openxmlformats.org/officeDocument/2006/relationships/image" Target="../media/image250.png"/><Relationship Id="rId24" Type="http://schemas.openxmlformats.org/officeDocument/2006/relationships/customXml" Target="../ink/ink242.xml"/><Relationship Id="rId40" Type="http://schemas.openxmlformats.org/officeDocument/2006/relationships/customXml" Target="../ink/ink250.xml"/><Relationship Id="rId45" Type="http://schemas.openxmlformats.org/officeDocument/2006/relationships/image" Target="../media/image258.png"/><Relationship Id="rId66" Type="http://schemas.openxmlformats.org/officeDocument/2006/relationships/customXml" Target="../ink/ink263.xml"/><Relationship Id="rId87" Type="http://schemas.openxmlformats.org/officeDocument/2006/relationships/image" Target="../media/image279.png"/><Relationship Id="rId110" Type="http://schemas.openxmlformats.org/officeDocument/2006/relationships/customXml" Target="../ink/ink285.xml"/><Relationship Id="rId115" Type="http://schemas.openxmlformats.org/officeDocument/2006/relationships/image" Target="../media/image293.png"/><Relationship Id="rId131" Type="http://schemas.openxmlformats.org/officeDocument/2006/relationships/image" Target="../media/image301.png"/><Relationship Id="rId136" Type="http://schemas.openxmlformats.org/officeDocument/2006/relationships/customXml" Target="../ink/ink298.xml"/><Relationship Id="rId61" Type="http://schemas.openxmlformats.org/officeDocument/2006/relationships/image" Target="../media/image266.png"/><Relationship Id="rId82" Type="http://schemas.openxmlformats.org/officeDocument/2006/relationships/customXml" Target="../ink/ink271.xml"/><Relationship Id="rId19" Type="http://schemas.openxmlformats.org/officeDocument/2006/relationships/image" Target="../media/image245.png"/><Relationship Id="rId14" Type="http://schemas.openxmlformats.org/officeDocument/2006/relationships/customXml" Target="../ink/ink237.xml"/><Relationship Id="rId30" Type="http://schemas.openxmlformats.org/officeDocument/2006/relationships/customXml" Target="../ink/ink245.xml"/><Relationship Id="rId35" Type="http://schemas.openxmlformats.org/officeDocument/2006/relationships/image" Target="../media/image253.png"/><Relationship Id="rId56" Type="http://schemas.openxmlformats.org/officeDocument/2006/relationships/customXml" Target="../ink/ink258.xml"/><Relationship Id="rId77" Type="http://schemas.openxmlformats.org/officeDocument/2006/relationships/image" Target="../media/image274.png"/><Relationship Id="rId100" Type="http://schemas.openxmlformats.org/officeDocument/2006/relationships/customXml" Target="../ink/ink280.xml"/><Relationship Id="rId105" Type="http://schemas.openxmlformats.org/officeDocument/2006/relationships/image" Target="../media/image288.png"/><Relationship Id="rId126" Type="http://schemas.openxmlformats.org/officeDocument/2006/relationships/customXml" Target="../ink/ink293.xml"/><Relationship Id="rId8" Type="http://schemas.openxmlformats.org/officeDocument/2006/relationships/customXml" Target="../ink/ink234.xml"/><Relationship Id="rId51" Type="http://schemas.openxmlformats.org/officeDocument/2006/relationships/image" Target="../media/image261.png"/><Relationship Id="rId72" Type="http://schemas.openxmlformats.org/officeDocument/2006/relationships/customXml" Target="../ink/ink266.xml"/><Relationship Id="rId93" Type="http://schemas.openxmlformats.org/officeDocument/2006/relationships/image" Target="../media/image282.png"/><Relationship Id="rId98" Type="http://schemas.openxmlformats.org/officeDocument/2006/relationships/customXml" Target="../ink/ink279.xml"/><Relationship Id="rId121" Type="http://schemas.openxmlformats.org/officeDocument/2006/relationships/image" Target="../media/image296.png"/><Relationship Id="rId3" Type="http://schemas.openxmlformats.org/officeDocument/2006/relationships/image" Target="../media/image237.png"/><Relationship Id="rId25" Type="http://schemas.openxmlformats.org/officeDocument/2006/relationships/image" Target="../media/image248.png"/><Relationship Id="rId46" Type="http://schemas.openxmlformats.org/officeDocument/2006/relationships/customXml" Target="../ink/ink253.xml"/><Relationship Id="rId67" Type="http://schemas.openxmlformats.org/officeDocument/2006/relationships/image" Target="../media/image269.png"/><Relationship Id="rId116" Type="http://schemas.openxmlformats.org/officeDocument/2006/relationships/customXml" Target="../ink/ink288.xml"/><Relationship Id="rId137" Type="http://schemas.openxmlformats.org/officeDocument/2006/relationships/image" Target="../media/image304.png"/><Relationship Id="rId20" Type="http://schemas.openxmlformats.org/officeDocument/2006/relationships/customXml" Target="../ink/ink240.xml"/><Relationship Id="rId41" Type="http://schemas.openxmlformats.org/officeDocument/2006/relationships/image" Target="../media/image256.png"/><Relationship Id="rId62" Type="http://schemas.openxmlformats.org/officeDocument/2006/relationships/customXml" Target="../ink/ink261.xml"/><Relationship Id="rId83" Type="http://schemas.openxmlformats.org/officeDocument/2006/relationships/image" Target="../media/image277.png"/><Relationship Id="rId88" Type="http://schemas.openxmlformats.org/officeDocument/2006/relationships/customXml" Target="../ink/ink274.xml"/><Relationship Id="rId111" Type="http://schemas.openxmlformats.org/officeDocument/2006/relationships/image" Target="../media/image291.png"/><Relationship Id="rId132" Type="http://schemas.openxmlformats.org/officeDocument/2006/relationships/customXml" Target="../ink/ink296.xml"/><Relationship Id="rId15" Type="http://schemas.openxmlformats.org/officeDocument/2006/relationships/image" Target="../media/image243.png"/><Relationship Id="rId36" Type="http://schemas.openxmlformats.org/officeDocument/2006/relationships/customXml" Target="../ink/ink248.xml"/><Relationship Id="rId57" Type="http://schemas.openxmlformats.org/officeDocument/2006/relationships/image" Target="../media/image264.png"/><Relationship Id="rId106" Type="http://schemas.openxmlformats.org/officeDocument/2006/relationships/customXml" Target="../ink/ink283.xml"/><Relationship Id="rId127" Type="http://schemas.openxmlformats.org/officeDocument/2006/relationships/image" Target="../media/image299.png"/><Relationship Id="rId10" Type="http://schemas.openxmlformats.org/officeDocument/2006/relationships/customXml" Target="../ink/ink235.xml"/><Relationship Id="rId31" Type="http://schemas.openxmlformats.org/officeDocument/2006/relationships/image" Target="../media/image251.png"/><Relationship Id="rId52" Type="http://schemas.openxmlformats.org/officeDocument/2006/relationships/customXml" Target="../ink/ink256.xml"/><Relationship Id="rId73" Type="http://schemas.openxmlformats.org/officeDocument/2006/relationships/image" Target="../media/image272.png"/><Relationship Id="rId78" Type="http://schemas.openxmlformats.org/officeDocument/2006/relationships/customXml" Target="../ink/ink269.xml"/><Relationship Id="rId94" Type="http://schemas.openxmlformats.org/officeDocument/2006/relationships/customXml" Target="../ink/ink277.xml"/><Relationship Id="rId99" Type="http://schemas.openxmlformats.org/officeDocument/2006/relationships/image" Target="../media/image285.png"/><Relationship Id="rId101" Type="http://schemas.openxmlformats.org/officeDocument/2006/relationships/image" Target="../media/image286.png"/><Relationship Id="rId122" Type="http://schemas.openxmlformats.org/officeDocument/2006/relationships/customXml" Target="../ink/ink291.xml"/><Relationship Id="rId4" Type="http://schemas.openxmlformats.org/officeDocument/2006/relationships/customXml" Target="../ink/ink232.xml"/><Relationship Id="rId9" Type="http://schemas.openxmlformats.org/officeDocument/2006/relationships/image" Target="../media/image240.png"/><Relationship Id="rId26" Type="http://schemas.openxmlformats.org/officeDocument/2006/relationships/customXml" Target="../ink/ink243.xml"/><Relationship Id="rId47" Type="http://schemas.openxmlformats.org/officeDocument/2006/relationships/image" Target="../media/image259.png"/><Relationship Id="rId68" Type="http://schemas.openxmlformats.org/officeDocument/2006/relationships/customXml" Target="../ink/ink264.xml"/><Relationship Id="rId89" Type="http://schemas.openxmlformats.org/officeDocument/2006/relationships/image" Target="../media/image280.png"/><Relationship Id="rId112" Type="http://schemas.openxmlformats.org/officeDocument/2006/relationships/customXml" Target="../ink/ink286.xml"/><Relationship Id="rId133" Type="http://schemas.openxmlformats.org/officeDocument/2006/relationships/image" Target="../media/image302.png"/><Relationship Id="rId16" Type="http://schemas.openxmlformats.org/officeDocument/2006/relationships/customXml" Target="../ink/ink238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64.png"/><Relationship Id="rId21" Type="http://schemas.openxmlformats.org/officeDocument/2006/relationships/image" Target="../media/image316.png"/><Relationship Id="rId42" Type="http://schemas.openxmlformats.org/officeDocument/2006/relationships/customXml" Target="../ink/ink321.xml"/><Relationship Id="rId63" Type="http://schemas.openxmlformats.org/officeDocument/2006/relationships/image" Target="../media/image337.png"/><Relationship Id="rId84" Type="http://schemas.openxmlformats.org/officeDocument/2006/relationships/customXml" Target="../ink/ink342.xml"/><Relationship Id="rId138" Type="http://schemas.openxmlformats.org/officeDocument/2006/relationships/customXml" Target="../ink/ink369.xml"/><Relationship Id="rId159" Type="http://schemas.openxmlformats.org/officeDocument/2006/relationships/image" Target="../media/image385.png"/><Relationship Id="rId170" Type="http://schemas.openxmlformats.org/officeDocument/2006/relationships/customXml" Target="../ink/ink385.xml"/><Relationship Id="rId191" Type="http://schemas.openxmlformats.org/officeDocument/2006/relationships/image" Target="../media/image401.png"/><Relationship Id="rId205" Type="http://schemas.openxmlformats.org/officeDocument/2006/relationships/image" Target="../media/image408.png"/><Relationship Id="rId226" Type="http://schemas.openxmlformats.org/officeDocument/2006/relationships/customXml" Target="../ink/ink413.xml"/><Relationship Id="rId107" Type="http://schemas.openxmlformats.org/officeDocument/2006/relationships/image" Target="../media/image359.png"/><Relationship Id="rId11" Type="http://schemas.openxmlformats.org/officeDocument/2006/relationships/image" Target="../media/image311.png"/><Relationship Id="rId32" Type="http://schemas.openxmlformats.org/officeDocument/2006/relationships/customXml" Target="../ink/ink316.xml"/><Relationship Id="rId53" Type="http://schemas.openxmlformats.org/officeDocument/2006/relationships/image" Target="../media/image332.png"/><Relationship Id="rId74" Type="http://schemas.openxmlformats.org/officeDocument/2006/relationships/customXml" Target="../ink/ink337.xml"/><Relationship Id="rId128" Type="http://schemas.openxmlformats.org/officeDocument/2006/relationships/customXml" Target="../ink/ink364.xml"/><Relationship Id="rId149" Type="http://schemas.openxmlformats.org/officeDocument/2006/relationships/image" Target="../media/image380.png"/><Relationship Id="rId5" Type="http://schemas.openxmlformats.org/officeDocument/2006/relationships/image" Target="../media/image308.png"/><Relationship Id="rId95" Type="http://schemas.openxmlformats.org/officeDocument/2006/relationships/image" Target="../media/image353.png"/><Relationship Id="rId160" Type="http://schemas.openxmlformats.org/officeDocument/2006/relationships/customXml" Target="../ink/ink380.xml"/><Relationship Id="rId181" Type="http://schemas.openxmlformats.org/officeDocument/2006/relationships/image" Target="../media/image396.png"/><Relationship Id="rId216" Type="http://schemas.openxmlformats.org/officeDocument/2006/relationships/customXml" Target="../ink/ink408.xml"/><Relationship Id="rId22" Type="http://schemas.openxmlformats.org/officeDocument/2006/relationships/customXml" Target="../ink/ink311.xml"/><Relationship Id="rId43" Type="http://schemas.openxmlformats.org/officeDocument/2006/relationships/image" Target="../media/image327.png"/><Relationship Id="rId64" Type="http://schemas.openxmlformats.org/officeDocument/2006/relationships/customXml" Target="../ink/ink332.xml"/><Relationship Id="rId118" Type="http://schemas.openxmlformats.org/officeDocument/2006/relationships/customXml" Target="../ink/ink359.xml"/><Relationship Id="rId139" Type="http://schemas.openxmlformats.org/officeDocument/2006/relationships/image" Target="../media/image375.png"/><Relationship Id="rId85" Type="http://schemas.openxmlformats.org/officeDocument/2006/relationships/image" Target="../media/image348.png"/><Relationship Id="rId150" Type="http://schemas.openxmlformats.org/officeDocument/2006/relationships/customXml" Target="../ink/ink375.xml"/><Relationship Id="rId171" Type="http://schemas.openxmlformats.org/officeDocument/2006/relationships/image" Target="../media/image391.png"/><Relationship Id="rId192" Type="http://schemas.openxmlformats.org/officeDocument/2006/relationships/customXml" Target="../ink/ink396.xml"/><Relationship Id="rId206" Type="http://schemas.openxmlformats.org/officeDocument/2006/relationships/customXml" Target="../ink/ink403.xml"/><Relationship Id="rId227" Type="http://schemas.openxmlformats.org/officeDocument/2006/relationships/image" Target="../media/image419.png"/><Relationship Id="rId12" Type="http://schemas.openxmlformats.org/officeDocument/2006/relationships/customXml" Target="../ink/ink306.xml"/><Relationship Id="rId33" Type="http://schemas.openxmlformats.org/officeDocument/2006/relationships/image" Target="../media/image322.png"/><Relationship Id="rId108" Type="http://schemas.openxmlformats.org/officeDocument/2006/relationships/customXml" Target="../ink/ink354.xml"/><Relationship Id="rId129" Type="http://schemas.openxmlformats.org/officeDocument/2006/relationships/image" Target="../media/image370.png"/><Relationship Id="rId54" Type="http://schemas.openxmlformats.org/officeDocument/2006/relationships/customXml" Target="../ink/ink327.xml"/><Relationship Id="rId75" Type="http://schemas.openxmlformats.org/officeDocument/2006/relationships/image" Target="../media/image343.png"/><Relationship Id="rId96" Type="http://schemas.openxmlformats.org/officeDocument/2006/relationships/customXml" Target="../ink/ink348.xml"/><Relationship Id="rId140" Type="http://schemas.openxmlformats.org/officeDocument/2006/relationships/customXml" Target="../ink/ink370.xml"/><Relationship Id="rId161" Type="http://schemas.openxmlformats.org/officeDocument/2006/relationships/image" Target="../media/image386.png"/><Relationship Id="rId182" Type="http://schemas.openxmlformats.org/officeDocument/2006/relationships/customXml" Target="../ink/ink391.xml"/><Relationship Id="rId217" Type="http://schemas.openxmlformats.org/officeDocument/2006/relationships/image" Target="../media/image414.png"/><Relationship Id="rId6" Type="http://schemas.openxmlformats.org/officeDocument/2006/relationships/customXml" Target="../ink/ink303.xml"/><Relationship Id="rId23" Type="http://schemas.openxmlformats.org/officeDocument/2006/relationships/image" Target="../media/image317.png"/><Relationship Id="rId119" Type="http://schemas.openxmlformats.org/officeDocument/2006/relationships/image" Target="../media/image365.png"/><Relationship Id="rId44" Type="http://schemas.openxmlformats.org/officeDocument/2006/relationships/customXml" Target="../ink/ink322.xml"/><Relationship Id="rId65" Type="http://schemas.openxmlformats.org/officeDocument/2006/relationships/image" Target="../media/image338.png"/><Relationship Id="rId86" Type="http://schemas.openxmlformats.org/officeDocument/2006/relationships/customXml" Target="../ink/ink343.xml"/><Relationship Id="rId130" Type="http://schemas.openxmlformats.org/officeDocument/2006/relationships/customXml" Target="../ink/ink365.xml"/><Relationship Id="rId151" Type="http://schemas.openxmlformats.org/officeDocument/2006/relationships/image" Target="../media/image381.png"/><Relationship Id="rId172" Type="http://schemas.openxmlformats.org/officeDocument/2006/relationships/customXml" Target="../ink/ink386.xml"/><Relationship Id="rId193" Type="http://schemas.openxmlformats.org/officeDocument/2006/relationships/image" Target="../media/image402.png"/><Relationship Id="rId207" Type="http://schemas.openxmlformats.org/officeDocument/2006/relationships/image" Target="../media/image409.png"/><Relationship Id="rId13" Type="http://schemas.openxmlformats.org/officeDocument/2006/relationships/image" Target="../media/image312.png"/><Relationship Id="rId109" Type="http://schemas.openxmlformats.org/officeDocument/2006/relationships/image" Target="../media/image360.png"/><Relationship Id="rId34" Type="http://schemas.openxmlformats.org/officeDocument/2006/relationships/customXml" Target="../ink/ink317.xml"/><Relationship Id="rId55" Type="http://schemas.openxmlformats.org/officeDocument/2006/relationships/image" Target="../media/image333.png"/><Relationship Id="rId76" Type="http://schemas.openxmlformats.org/officeDocument/2006/relationships/customXml" Target="../ink/ink338.xml"/><Relationship Id="rId97" Type="http://schemas.openxmlformats.org/officeDocument/2006/relationships/image" Target="../media/image354.png"/><Relationship Id="rId120" Type="http://schemas.openxmlformats.org/officeDocument/2006/relationships/customXml" Target="../ink/ink360.xml"/><Relationship Id="rId141" Type="http://schemas.openxmlformats.org/officeDocument/2006/relationships/image" Target="../media/image376.png"/><Relationship Id="rId7" Type="http://schemas.openxmlformats.org/officeDocument/2006/relationships/image" Target="../media/image309.png"/><Relationship Id="rId162" Type="http://schemas.openxmlformats.org/officeDocument/2006/relationships/customXml" Target="../ink/ink381.xml"/><Relationship Id="rId183" Type="http://schemas.openxmlformats.org/officeDocument/2006/relationships/image" Target="../media/image397.png"/><Relationship Id="rId218" Type="http://schemas.openxmlformats.org/officeDocument/2006/relationships/customXml" Target="../ink/ink409.xml"/><Relationship Id="rId24" Type="http://schemas.openxmlformats.org/officeDocument/2006/relationships/customXml" Target="../ink/ink312.xml"/><Relationship Id="rId45" Type="http://schemas.openxmlformats.org/officeDocument/2006/relationships/image" Target="../media/image328.png"/><Relationship Id="rId66" Type="http://schemas.openxmlformats.org/officeDocument/2006/relationships/customXml" Target="../ink/ink333.xml"/><Relationship Id="rId87" Type="http://schemas.openxmlformats.org/officeDocument/2006/relationships/image" Target="../media/image349.png"/><Relationship Id="rId110" Type="http://schemas.openxmlformats.org/officeDocument/2006/relationships/customXml" Target="../ink/ink355.xml"/><Relationship Id="rId131" Type="http://schemas.openxmlformats.org/officeDocument/2006/relationships/image" Target="../media/image371.png"/><Relationship Id="rId152" Type="http://schemas.openxmlformats.org/officeDocument/2006/relationships/customXml" Target="../ink/ink376.xml"/><Relationship Id="rId173" Type="http://schemas.openxmlformats.org/officeDocument/2006/relationships/image" Target="../media/image392.png"/><Relationship Id="rId194" Type="http://schemas.openxmlformats.org/officeDocument/2006/relationships/customXml" Target="../ink/ink397.xml"/><Relationship Id="rId208" Type="http://schemas.openxmlformats.org/officeDocument/2006/relationships/customXml" Target="../ink/ink404.xml"/><Relationship Id="rId14" Type="http://schemas.openxmlformats.org/officeDocument/2006/relationships/customXml" Target="../ink/ink307.xml"/><Relationship Id="rId35" Type="http://schemas.openxmlformats.org/officeDocument/2006/relationships/image" Target="../media/image323.png"/><Relationship Id="rId56" Type="http://schemas.openxmlformats.org/officeDocument/2006/relationships/customXml" Target="../ink/ink328.xml"/><Relationship Id="rId77" Type="http://schemas.openxmlformats.org/officeDocument/2006/relationships/image" Target="../media/image344.png"/><Relationship Id="rId100" Type="http://schemas.openxmlformats.org/officeDocument/2006/relationships/customXml" Target="../ink/ink350.xml"/><Relationship Id="rId8" Type="http://schemas.openxmlformats.org/officeDocument/2006/relationships/customXml" Target="../ink/ink304.xml"/><Relationship Id="rId98" Type="http://schemas.openxmlformats.org/officeDocument/2006/relationships/customXml" Target="../ink/ink349.xml"/><Relationship Id="rId121" Type="http://schemas.openxmlformats.org/officeDocument/2006/relationships/image" Target="../media/image366.png"/><Relationship Id="rId142" Type="http://schemas.openxmlformats.org/officeDocument/2006/relationships/customXml" Target="../ink/ink371.xml"/><Relationship Id="rId163" Type="http://schemas.openxmlformats.org/officeDocument/2006/relationships/image" Target="../media/image387.png"/><Relationship Id="rId184" Type="http://schemas.openxmlformats.org/officeDocument/2006/relationships/customXml" Target="../ink/ink392.xml"/><Relationship Id="rId219" Type="http://schemas.openxmlformats.org/officeDocument/2006/relationships/image" Target="../media/image415.png"/><Relationship Id="rId3" Type="http://schemas.openxmlformats.org/officeDocument/2006/relationships/image" Target="../media/image307.png"/><Relationship Id="rId214" Type="http://schemas.openxmlformats.org/officeDocument/2006/relationships/customXml" Target="../ink/ink407.xml"/><Relationship Id="rId25" Type="http://schemas.openxmlformats.org/officeDocument/2006/relationships/image" Target="../media/image318.png"/><Relationship Id="rId46" Type="http://schemas.openxmlformats.org/officeDocument/2006/relationships/customXml" Target="../ink/ink323.xml"/><Relationship Id="rId67" Type="http://schemas.openxmlformats.org/officeDocument/2006/relationships/image" Target="../media/image339.png"/><Relationship Id="rId116" Type="http://schemas.openxmlformats.org/officeDocument/2006/relationships/customXml" Target="../ink/ink358.xml"/><Relationship Id="rId137" Type="http://schemas.openxmlformats.org/officeDocument/2006/relationships/image" Target="../media/image374.png"/><Relationship Id="rId158" Type="http://schemas.openxmlformats.org/officeDocument/2006/relationships/customXml" Target="../ink/ink379.xml"/><Relationship Id="rId20" Type="http://schemas.openxmlformats.org/officeDocument/2006/relationships/customXml" Target="../ink/ink310.xml"/><Relationship Id="rId41" Type="http://schemas.openxmlformats.org/officeDocument/2006/relationships/image" Target="../media/image326.png"/><Relationship Id="rId62" Type="http://schemas.openxmlformats.org/officeDocument/2006/relationships/customXml" Target="../ink/ink331.xml"/><Relationship Id="rId83" Type="http://schemas.openxmlformats.org/officeDocument/2006/relationships/image" Target="../media/image347.png"/><Relationship Id="rId88" Type="http://schemas.openxmlformats.org/officeDocument/2006/relationships/customXml" Target="../ink/ink344.xml"/><Relationship Id="rId111" Type="http://schemas.openxmlformats.org/officeDocument/2006/relationships/image" Target="../media/image361.png"/><Relationship Id="rId132" Type="http://schemas.openxmlformats.org/officeDocument/2006/relationships/customXml" Target="../ink/ink366.xml"/><Relationship Id="rId153" Type="http://schemas.openxmlformats.org/officeDocument/2006/relationships/image" Target="../media/image382.png"/><Relationship Id="rId174" Type="http://schemas.openxmlformats.org/officeDocument/2006/relationships/customXml" Target="../ink/ink387.xml"/><Relationship Id="rId179" Type="http://schemas.openxmlformats.org/officeDocument/2006/relationships/image" Target="../media/image395.png"/><Relationship Id="rId195" Type="http://schemas.openxmlformats.org/officeDocument/2006/relationships/image" Target="../media/image403.png"/><Relationship Id="rId209" Type="http://schemas.openxmlformats.org/officeDocument/2006/relationships/image" Target="../media/image410.png"/><Relationship Id="rId190" Type="http://schemas.openxmlformats.org/officeDocument/2006/relationships/customXml" Target="../ink/ink395.xml"/><Relationship Id="rId204" Type="http://schemas.openxmlformats.org/officeDocument/2006/relationships/customXml" Target="../ink/ink402.xml"/><Relationship Id="rId220" Type="http://schemas.openxmlformats.org/officeDocument/2006/relationships/customXml" Target="../ink/ink410.xml"/><Relationship Id="rId225" Type="http://schemas.openxmlformats.org/officeDocument/2006/relationships/image" Target="../media/image418.png"/><Relationship Id="rId15" Type="http://schemas.openxmlformats.org/officeDocument/2006/relationships/image" Target="../media/image313.png"/><Relationship Id="rId36" Type="http://schemas.openxmlformats.org/officeDocument/2006/relationships/customXml" Target="../ink/ink318.xml"/><Relationship Id="rId57" Type="http://schemas.openxmlformats.org/officeDocument/2006/relationships/image" Target="../media/image334.png"/><Relationship Id="rId106" Type="http://schemas.openxmlformats.org/officeDocument/2006/relationships/customXml" Target="../ink/ink353.xml"/><Relationship Id="rId127" Type="http://schemas.openxmlformats.org/officeDocument/2006/relationships/image" Target="../media/image369.png"/><Relationship Id="rId10" Type="http://schemas.openxmlformats.org/officeDocument/2006/relationships/customXml" Target="../ink/ink305.xml"/><Relationship Id="rId31" Type="http://schemas.openxmlformats.org/officeDocument/2006/relationships/image" Target="../media/image321.png"/><Relationship Id="rId52" Type="http://schemas.openxmlformats.org/officeDocument/2006/relationships/customXml" Target="../ink/ink326.xml"/><Relationship Id="rId73" Type="http://schemas.openxmlformats.org/officeDocument/2006/relationships/image" Target="../media/image342.png"/><Relationship Id="rId78" Type="http://schemas.openxmlformats.org/officeDocument/2006/relationships/customXml" Target="../ink/ink339.xml"/><Relationship Id="rId94" Type="http://schemas.openxmlformats.org/officeDocument/2006/relationships/customXml" Target="../ink/ink347.xml"/><Relationship Id="rId99" Type="http://schemas.openxmlformats.org/officeDocument/2006/relationships/image" Target="../media/image355.png"/><Relationship Id="rId101" Type="http://schemas.openxmlformats.org/officeDocument/2006/relationships/image" Target="../media/image356.png"/><Relationship Id="rId122" Type="http://schemas.openxmlformats.org/officeDocument/2006/relationships/customXml" Target="../ink/ink361.xml"/><Relationship Id="rId143" Type="http://schemas.openxmlformats.org/officeDocument/2006/relationships/image" Target="../media/image377.png"/><Relationship Id="rId148" Type="http://schemas.openxmlformats.org/officeDocument/2006/relationships/customXml" Target="../ink/ink374.xml"/><Relationship Id="rId164" Type="http://schemas.openxmlformats.org/officeDocument/2006/relationships/customXml" Target="../ink/ink382.xml"/><Relationship Id="rId169" Type="http://schemas.openxmlformats.org/officeDocument/2006/relationships/image" Target="../media/image390.png"/><Relationship Id="rId185" Type="http://schemas.openxmlformats.org/officeDocument/2006/relationships/image" Target="../media/image398.png"/><Relationship Id="rId4" Type="http://schemas.openxmlformats.org/officeDocument/2006/relationships/customXml" Target="../ink/ink302.xml"/><Relationship Id="rId9" Type="http://schemas.openxmlformats.org/officeDocument/2006/relationships/image" Target="../media/image310.png"/><Relationship Id="rId180" Type="http://schemas.openxmlformats.org/officeDocument/2006/relationships/customXml" Target="../ink/ink390.xml"/><Relationship Id="rId210" Type="http://schemas.openxmlformats.org/officeDocument/2006/relationships/customXml" Target="../ink/ink405.xml"/><Relationship Id="rId215" Type="http://schemas.openxmlformats.org/officeDocument/2006/relationships/image" Target="../media/image413.png"/><Relationship Id="rId26" Type="http://schemas.openxmlformats.org/officeDocument/2006/relationships/customXml" Target="../ink/ink313.xml"/><Relationship Id="rId47" Type="http://schemas.openxmlformats.org/officeDocument/2006/relationships/image" Target="../media/image329.png"/><Relationship Id="rId68" Type="http://schemas.openxmlformats.org/officeDocument/2006/relationships/customXml" Target="../ink/ink334.xml"/><Relationship Id="rId89" Type="http://schemas.openxmlformats.org/officeDocument/2006/relationships/image" Target="../media/image350.png"/><Relationship Id="rId112" Type="http://schemas.openxmlformats.org/officeDocument/2006/relationships/customXml" Target="../ink/ink356.xml"/><Relationship Id="rId133" Type="http://schemas.openxmlformats.org/officeDocument/2006/relationships/image" Target="../media/image372.png"/><Relationship Id="rId154" Type="http://schemas.openxmlformats.org/officeDocument/2006/relationships/customXml" Target="../ink/ink377.xml"/><Relationship Id="rId175" Type="http://schemas.openxmlformats.org/officeDocument/2006/relationships/image" Target="../media/image393.png"/><Relationship Id="rId196" Type="http://schemas.openxmlformats.org/officeDocument/2006/relationships/customXml" Target="../ink/ink398.xml"/><Relationship Id="rId200" Type="http://schemas.openxmlformats.org/officeDocument/2006/relationships/customXml" Target="../ink/ink400.xml"/><Relationship Id="rId16" Type="http://schemas.openxmlformats.org/officeDocument/2006/relationships/customXml" Target="../ink/ink308.xml"/><Relationship Id="rId221" Type="http://schemas.openxmlformats.org/officeDocument/2006/relationships/image" Target="../media/image416.png"/><Relationship Id="rId37" Type="http://schemas.openxmlformats.org/officeDocument/2006/relationships/image" Target="../media/image324.png"/><Relationship Id="rId58" Type="http://schemas.openxmlformats.org/officeDocument/2006/relationships/customXml" Target="../ink/ink329.xml"/><Relationship Id="rId79" Type="http://schemas.openxmlformats.org/officeDocument/2006/relationships/image" Target="../media/image345.png"/><Relationship Id="rId102" Type="http://schemas.openxmlformats.org/officeDocument/2006/relationships/customXml" Target="../ink/ink351.xml"/><Relationship Id="rId123" Type="http://schemas.openxmlformats.org/officeDocument/2006/relationships/image" Target="../media/image367.png"/><Relationship Id="rId144" Type="http://schemas.openxmlformats.org/officeDocument/2006/relationships/customXml" Target="../ink/ink372.xml"/><Relationship Id="rId90" Type="http://schemas.openxmlformats.org/officeDocument/2006/relationships/customXml" Target="../ink/ink345.xml"/><Relationship Id="rId165" Type="http://schemas.openxmlformats.org/officeDocument/2006/relationships/image" Target="../media/image388.png"/><Relationship Id="rId186" Type="http://schemas.openxmlformats.org/officeDocument/2006/relationships/customXml" Target="../ink/ink393.xml"/><Relationship Id="rId211" Type="http://schemas.openxmlformats.org/officeDocument/2006/relationships/image" Target="../media/image411.png"/><Relationship Id="rId27" Type="http://schemas.openxmlformats.org/officeDocument/2006/relationships/image" Target="../media/image319.png"/><Relationship Id="rId48" Type="http://schemas.openxmlformats.org/officeDocument/2006/relationships/customXml" Target="../ink/ink324.xml"/><Relationship Id="rId69" Type="http://schemas.openxmlformats.org/officeDocument/2006/relationships/image" Target="../media/image340.png"/><Relationship Id="rId113" Type="http://schemas.openxmlformats.org/officeDocument/2006/relationships/image" Target="../media/image362.png"/><Relationship Id="rId134" Type="http://schemas.openxmlformats.org/officeDocument/2006/relationships/customXml" Target="../ink/ink367.xml"/><Relationship Id="rId80" Type="http://schemas.openxmlformats.org/officeDocument/2006/relationships/customXml" Target="../ink/ink340.xml"/><Relationship Id="rId155" Type="http://schemas.openxmlformats.org/officeDocument/2006/relationships/image" Target="../media/image383.png"/><Relationship Id="rId176" Type="http://schemas.openxmlformats.org/officeDocument/2006/relationships/customXml" Target="../ink/ink388.xml"/><Relationship Id="rId197" Type="http://schemas.openxmlformats.org/officeDocument/2006/relationships/image" Target="../media/image404.png"/><Relationship Id="rId201" Type="http://schemas.openxmlformats.org/officeDocument/2006/relationships/image" Target="../media/image406.png"/><Relationship Id="rId222" Type="http://schemas.openxmlformats.org/officeDocument/2006/relationships/customXml" Target="../ink/ink411.xml"/><Relationship Id="rId17" Type="http://schemas.openxmlformats.org/officeDocument/2006/relationships/image" Target="../media/image314.png"/><Relationship Id="rId38" Type="http://schemas.openxmlformats.org/officeDocument/2006/relationships/customXml" Target="../ink/ink319.xml"/><Relationship Id="rId59" Type="http://schemas.openxmlformats.org/officeDocument/2006/relationships/image" Target="../media/image335.png"/><Relationship Id="rId103" Type="http://schemas.openxmlformats.org/officeDocument/2006/relationships/image" Target="../media/image357.png"/><Relationship Id="rId124" Type="http://schemas.openxmlformats.org/officeDocument/2006/relationships/customXml" Target="../ink/ink362.xml"/><Relationship Id="rId70" Type="http://schemas.openxmlformats.org/officeDocument/2006/relationships/customXml" Target="../ink/ink335.xml"/><Relationship Id="rId91" Type="http://schemas.openxmlformats.org/officeDocument/2006/relationships/image" Target="../media/image351.png"/><Relationship Id="rId145" Type="http://schemas.openxmlformats.org/officeDocument/2006/relationships/image" Target="../media/image378.png"/><Relationship Id="rId166" Type="http://schemas.openxmlformats.org/officeDocument/2006/relationships/customXml" Target="../ink/ink383.xml"/><Relationship Id="rId187" Type="http://schemas.openxmlformats.org/officeDocument/2006/relationships/image" Target="../media/image399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406.xml"/><Relationship Id="rId28" Type="http://schemas.openxmlformats.org/officeDocument/2006/relationships/customXml" Target="../ink/ink314.xml"/><Relationship Id="rId49" Type="http://schemas.openxmlformats.org/officeDocument/2006/relationships/image" Target="../media/image330.png"/><Relationship Id="rId114" Type="http://schemas.openxmlformats.org/officeDocument/2006/relationships/customXml" Target="../ink/ink357.xml"/><Relationship Id="rId60" Type="http://schemas.openxmlformats.org/officeDocument/2006/relationships/customXml" Target="../ink/ink330.xml"/><Relationship Id="rId81" Type="http://schemas.openxmlformats.org/officeDocument/2006/relationships/image" Target="../media/image346.png"/><Relationship Id="rId135" Type="http://schemas.openxmlformats.org/officeDocument/2006/relationships/image" Target="../media/image373.png"/><Relationship Id="rId156" Type="http://schemas.openxmlformats.org/officeDocument/2006/relationships/customXml" Target="../ink/ink378.xml"/><Relationship Id="rId177" Type="http://schemas.openxmlformats.org/officeDocument/2006/relationships/image" Target="../media/image394.png"/><Relationship Id="rId198" Type="http://schemas.openxmlformats.org/officeDocument/2006/relationships/customXml" Target="../ink/ink399.xml"/><Relationship Id="rId202" Type="http://schemas.openxmlformats.org/officeDocument/2006/relationships/customXml" Target="../ink/ink401.xml"/><Relationship Id="rId223" Type="http://schemas.openxmlformats.org/officeDocument/2006/relationships/image" Target="../media/image417.png"/><Relationship Id="rId18" Type="http://schemas.openxmlformats.org/officeDocument/2006/relationships/customXml" Target="../ink/ink309.xml"/><Relationship Id="rId39" Type="http://schemas.openxmlformats.org/officeDocument/2006/relationships/image" Target="../media/image325.png"/><Relationship Id="rId50" Type="http://schemas.openxmlformats.org/officeDocument/2006/relationships/customXml" Target="../ink/ink325.xml"/><Relationship Id="rId104" Type="http://schemas.openxmlformats.org/officeDocument/2006/relationships/customXml" Target="../ink/ink352.xml"/><Relationship Id="rId125" Type="http://schemas.openxmlformats.org/officeDocument/2006/relationships/image" Target="../media/image368.png"/><Relationship Id="rId146" Type="http://schemas.openxmlformats.org/officeDocument/2006/relationships/customXml" Target="../ink/ink373.xml"/><Relationship Id="rId167" Type="http://schemas.openxmlformats.org/officeDocument/2006/relationships/image" Target="../media/image389.png"/><Relationship Id="rId188" Type="http://schemas.openxmlformats.org/officeDocument/2006/relationships/customXml" Target="../ink/ink394.xml"/><Relationship Id="rId71" Type="http://schemas.openxmlformats.org/officeDocument/2006/relationships/image" Target="../media/image341.png"/><Relationship Id="rId92" Type="http://schemas.openxmlformats.org/officeDocument/2006/relationships/customXml" Target="../ink/ink346.xml"/><Relationship Id="rId213" Type="http://schemas.openxmlformats.org/officeDocument/2006/relationships/image" Target="../media/image412.png"/><Relationship Id="rId2" Type="http://schemas.openxmlformats.org/officeDocument/2006/relationships/customXml" Target="../ink/ink301.xml"/><Relationship Id="rId29" Type="http://schemas.openxmlformats.org/officeDocument/2006/relationships/image" Target="../media/image320.png"/><Relationship Id="rId40" Type="http://schemas.openxmlformats.org/officeDocument/2006/relationships/customXml" Target="../ink/ink320.xml"/><Relationship Id="rId115" Type="http://schemas.openxmlformats.org/officeDocument/2006/relationships/image" Target="../media/image363.png"/><Relationship Id="rId136" Type="http://schemas.openxmlformats.org/officeDocument/2006/relationships/customXml" Target="../ink/ink368.xml"/><Relationship Id="rId157" Type="http://schemas.openxmlformats.org/officeDocument/2006/relationships/image" Target="../media/image384.png"/><Relationship Id="rId178" Type="http://schemas.openxmlformats.org/officeDocument/2006/relationships/customXml" Target="../ink/ink389.xml"/><Relationship Id="rId61" Type="http://schemas.openxmlformats.org/officeDocument/2006/relationships/image" Target="../media/image336.png"/><Relationship Id="rId82" Type="http://schemas.openxmlformats.org/officeDocument/2006/relationships/customXml" Target="../ink/ink341.xml"/><Relationship Id="rId199" Type="http://schemas.openxmlformats.org/officeDocument/2006/relationships/image" Target="../media/image405.png"/><Relationship Id="rId203" Type="http://schemas.openxmlformats.org/officeDocument/2006/relationships/image" Target="../media/image407.png"/><Relationship Id="rId19" Type="http://schemas.openxmlformats.org/officeDocument/2006/relationships/image" Target="../media/image315.png"/><Relationship Id="rId224" Type="http://schemas.openxmlformats.org/officeDocument/2006/relationships/customXml" Target="../ink/ink412.xml"/><Relationship Id="rId30" Type="http://schemas.openxmlformats.org/officeDocument/2006/relationships/customXml" Target="../ink/ink315.xml"/><Relationship Id="rId105" Type="http://schemas.openxmlformats.org/officeDocument/2006/relationships/image" Target="../media/image358.png"/><Relationship Id="rId126" Type="http://schemas.openxmlformats.org/officeDocument/2006/relationships/customXml" Target="../ink/ink363.xml"/><Relationship Id="rId147" Type="http://schemas.openxmlformats.org/officeDocument/2006/relationships/image" Target="../media/image379.png"/><Relationship Id="rId168" Type="http://schemas.openxmlformats.org/officeDocument/2006/relationships/customXml" Target="../ink/ink384.xml"/><Relationship Id="rId51" Type="http://schemas.openxmlformats.org/officeDocument/2006/relationships/image" Target="../media/image331.png"/><Relationship Id="rId72" Type="http://schemas.openxmlformats.org/officeDocument/2006/relationships/customXml" Target="../ink/ink336.xml"/><Relationship Id="rId93" Type="http://schemas.openxmlformats.org/officeDocument/2006/relationships/image" Target="../media/image352.png"/><Relationship Id="rId189" Type="http://schemas.openxmlformats.org/officeDocument/2006/relationships/image" Target="../media/image400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5.png"/><Relationship Id="rId18" Type="http://schemas.openxmlformats.org/officeDocument/2006/relationships/customXml" Target="../ink/ink422.xml"/><Relationship Id="rId26" Type="http://schemas.openxmlformats.org/officeDocument/2006/relationships/customXml" Target="../ink/ink426.xml"/><Relationship Id="rId21" Type="http://schemas.openxmlformats.org/officeDocument/2006/relationships/image" Target="../media/image429.png"/><Relationship Id="rId34" Type="http://schemas.openxmlformats.org/officeDocument/2006/relationships/customXml" Target="../ink/ink430.xml"/><Relationship Id="rId7" Type="http://schemas.openxmlformats.org/officeDocument/2006/relationships/image" Target="../media/image422.png"/><Relationship Id="rId12" Type="http://schemas.openxmlformats.org/officeDocument/2006/relationships/customXml" Target="../ink/ink419.xml"/><Relationship Id="rId17" Type="http://schemas.openxmlformats.org/officeDocument/2006/relationships/image" Target="../media/image427.png"/><Relationship Id="rId25" Type="http://schemas.openxmlformats.org/officeDocument/2006/relationships/image" Target="../media/image431.png"/><Relationship Id="rId33" Type="http://schemas.openxmlformats.org/officeDocument/2006/relationships/image" Target="../media/image435.png"/><Relationship Id="rId2" Type="http://schemas.openxmlformats.org/officeDocument/2006/relationships/customXml" Target="../ink/ink414.xml"/><Relationship Id="rId16" Type="http://schemas.openxmlformats.org/officeDocument/2006/relationships/customXml" Target="../ink/ink421.xml"/><Relationship Id="rId20" Type="http://schemas.openxmlformats.org/officeDocument/2006/relationships/customXml" Target="../ink/ink423.xml"/><Relationship Id="rId29" Type="http://schemas.openxmlformats.org/officeDocument/2006/relationships/image" Target="../media/image43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16.xml"/><Relationship Id="rId11" Type="http://schemas.openxmlformats.org/officeDocument/2006/relationships/image" Target="../media/image424.png"/><Relationship Id="rId24" Type="http://schemas.openxmlformats.org/officeDocument/2006/relationships/customXml" Target="../ink/ink425.xml"/><Relationship Id="rId32" Type="http://schemas.openxmlformats.org/officeDocument/2006/relationships/customXml" Target="../ink/ink429.xml"/><Relationship Id="rId37" Type="http://schemas.openxmlformats.org/officeDocument/2006/relationships/image" Target="../media/image437.png"/><Relationship Id="rId5" Type="http://schemas.openxmlformats.org/officeDocument/2006/relationships/image" Target="../media/image421.png"/><Relationship Id="rId15" Type="http://schemas.openxmlformats.org/officeDocument/2006/relationships/image" Target="../media/image426.png"/><Relationship Id="rId23" Type="http://schemas.openxmlformats.org/officeDocument/2006/relationships/image" Target="../media/image430.png"/><Relationship Id="rId28" Type="http://schemas.openxmlformats.org/officeDocument/2006/relationships/customXml" Target="../ink/ink427.xml"/><Relationship Id="rId36" Type="http://schemas.openxmlformats.org/officeDocument/2006/relationships/customXml" Target="../ink/ink431.xml"/><Relationship Id="rId10" Type="http://schemas.openxmlformats.org/officeDocument/2006/relationships/customXml" Target="../ink/ink418.xml"/><Relationship Id="rId19" Type="http://schemas.openxmlformats.org/officeDocument/2006/relationships/image" Target="../media/image428.png"/><Relationship Id="rId31" Type="http://schemas.openxmlformats.org/officeDocument/2006/relationships/image" Target="../media/image434.png"/><Relationship Id="rId4" Type="http://schemas.openxmlformats.org/officeDocument/2006/relationships/customXml" Target="../ink/ink415.xml"/><Relationship Id="rId9" Type="http://schemas.openxmlformats.org/officeDocument/2006/relationships/image" Target="../media/image423.png"/><Relationship Id="rId14" Type="http://schemas.openxmlformats.org/officeDocument/2006/relationships/customXml" Target="../ink/ink420.xml"/><Relationship Id="rId22" Type="http://schemas.openxmlformats.org/officeDocument/2006/relationships/customXml" Target="../ink/ink424.xml"/><Relationship Id="rId27" Type="http://schemas.openxmlformats.org/officeDocument/2006/relationships/image" Target="../media/image432.png"/><Relationship Id="rId30" Type="http://schemas.openxmlformats.org/officeDocument/2006/relationships/customXml" Target="../ink/ink428.xml"/><Relationship Id="rId35" Type="http://schemas.openxmlformats.org/officeDocument/2006/relationships/image" Target="../media/image436.png"/><Relationship Id="rId8" Type="http://schemas.openxmlformats.org/officeDocument/2006/relationships/customXml" Target="../ink/ink417.xml"/><Relationship Id="rId3" Type="http://schemas.openxmlformats.org/officeDocument/2006/relationships/image" Target="../media/image420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3.png"/><Relationship Id="rId18" Type="http://schemas.openxmlformats.org/officeDocument/2006/relationships/customXml" Target="../ink/ink440.xml"/><Relationship Id="rId26" Type="http://schemas.openxmlformats.org/officeDocument/2006/relationships/customXml" Target="../ink/ink444.xml"/><Relationship Id="rId39" Type="http://schemas.openxmlformats.org/officeDocument/2006/relationships/image" Target="../media/image456.png"/><Relationship Id="rId21" Type="http://schemas.openxmlformats.org/officeDocument/2006/relationships/image" Target="../media/image447.png"/><Relationship Id="rId34" Type="http://schemas.openxmlformats.org/officeDocument/2006/relationships/customXml" Target="../ink/ink448.xml"/><Relationship Id="rId42" Type="http://schemas.openxmlformats.org/officeDocument/2006/relationships/customXml" Target="../ink/ink452.xml"/><Relationship Id="rId47" Type="http://schemas.openxmlformats.org/officeDocument/2006/relationships/image" Target="../media/image460.png"/><Relationship Id="rId50" Type="http://schemas.openxmlformats.org/officeDocument/2006/relationships/customXml" Target="../ink/ink456.xml"/><Relationship Id="rId55" Type="http://schemas.openxmlformats.org/officeDocument/2006/relationships/image" Target="../media/image464.png"/><Relationship Id="rId7" Type="http://schemas.openxmlformats.org/officeDocument/2006/relationships/image" Target="../media/image440.png"/><Relationship Id="rId2" Type="http://schemas.openxmlformats.org/officeDocument/2006/relationships/customXml" Target="../ink/ink432.xml"/><Relationship Id="rId16" Type="http://schemas.openxmlformats.org/officeDocument/2006/relationships/customXml" Target="../ink/ink439.xml"/><Relationship Id="rId29" Type="http://schemas.openxmlformats.org/officeDocument/2006/relationships/image" Target="../media/image451.png"/><Relationship Id="rId11" Type="http://schemas.openxmlformats.org/officeDocument/2006/relationships/image" Target="../media/image442.png"/><Relationship Id="rId24" Type="http://schemas.openxmlformats.org/officeDocument/2006/relationships/customXml" Target="../ink/ink443.xml"/><Relationship Id="rId32" Type="http://schemas.openxmlformats.org/officeDocument/2006/relationships/customXml" Target="../ink/ink447.xml"/><Relationship Id="rId37" Type="http://schemas.openxmlformats.org/officeDocument/2006/relationships/image" Target="../media/image455.png"/><Relationship Id="rId40" Type="http://schemas.openxmlformats.org/officeDocument/2006/relationships/customXml" Target="../ink/ink451.xml"/><Relationship Id="rId45" Type="http://schemas.openxmlformats.org/officeDocument/2006/relationships/image" Target="../media/image459.png"/><Relationship Id="rId53" Type="http://schemas.openxmlformats.org/officeDocument/2006/relationships/image" Target="../media/image463.png"/><Relationship Id="rId58" Type="http://schemas.openxmlformats.org/officeDocument/2006/relationships/customXml" Target="../ink/ink460.xml"/><Relationship Id="rId5" Type="http://schemas.openxmlformats.org/officeDocument/2006/relationships/image" Target="../media/image439.png"/><Relationship Id="rId61" Type="http://schemas.openxmlformats.org/officeDocument/2006/relationships/image" Target="../media/image467.png"/><Relationship Id="rId19" Type="http://schemas.openxmlformats.org/officeDocument/2006/relationships/image" Target="../media/image446.png"/><Relationship Id="rId14" Type="http://schemas.openxmlformats.org/officeDocument/2006/relationships/customXml" Target="../ink/ink438.xml"/><Relationship Id="rId22" Type="http://schemas.openxmlformats.org/officeDocument/2006/relationships/customXml" Target="../ink/ink442.xml"/><Relationship Id="rId27" Type="http://schemas.openxmlformats.org/officeDocument/2006/relationships/image" Target="../media/image450.png"/><Relationship Id="rId30" Type="http://schemas.openxmlformats.org/officeDocument/2006/relationships/customXml" Target="../ink/ink446.xml"/><Relationship Id="rId35" Type="http://schemas.openxmlformats.org/officeDocument/2006/relationships/image" Target="../media/image454.png"/><Relationship Id="rId43" Type="http://schemas.openxmlformats.org/officeDocument/2006/relationships/image" Target="../media/image458.png"/><Relationship Id="rId48" Type="http://schemas.openxmlformats.org/officeDocument/2006/relationships/customXml" Target="../ink/ink455.xml"/><Relationship Id="rId56" Type="http://schemas.openxmlformats.org/officeDocument/2006/relationships/customXml" Target="../ink/ink459.xml"/><Relationship Id="rId8" Type="http://schemas.openxmlformats.org/officeDocument/2006/relationships/customXml" Target="../ink/ink435.xml"/><Relationship Id="rId51" Type="http://schemas.openxmlformats.org/officeDocument/2006/relationships/image" Target="../media/image462.png"/><Relationship Id="rId3" Type="http://schemas.openxmlformats.org/officeDocument/2006/relationships/image" Target="../media/image438.png"/><Relationship Id="rId12" Type="http://schemas.openxmlformats.org/officeDocument/2006/relationships/customXml" Target="../ink/ink437.xml"/><Relationship Id="rId17" Type="http://schemas.openxmlformats.org/officeDocument/2006/relationships/image" Target="../media/image445.png"/><Relationship Id="rId25" Type="http://schemas.openxmlformats.org/officeDocument/2006/relationships/image" Target="../media/image449.png"/><Relationship Id="rId33" Type="http://schemas.openxmlformats.org/officeDocument/2006/relationships/image" Target="../media/image453.png"/><Relationship Id="rId38" Type="http://schemas.openxmlformats.org/officeDocument/2006/relationships/customXml" Target="../ink/ink450.xml"/><Relationship Id="rId46" Type="http://schemas.openxmlformats.org/officeDocument/2006/relationships/customXml" Target="../ink/ink454.xml"/><Relationship Id="rId59" Type="http://schemas.openxmlformats.org/officeDocument/2006/relationships/image" Target="../media/image466.png"/><Relationship Id="rId20" Type="http://schemas.openxmlformats.org/officeDocument/2006/relationships/customXml" Target="../ink/ink441.xml"/><Relationship Id="rId41" Type="http://schemas.openxmlformats.org/officeDocument/2006/relationships/image" Target="../media/image457.png"/><Relationship Id="rId54" Type="http://schemas.openxmlformats.org/officeDocument/2006/relationships/customXml" Target="../ink/ink45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34.xml"/><Relationship Id="rId15" Type="http://schemas.openxmlformats.org/officeDocument/2006/relationships/image" Target="../media/image444.png"/><Relationship Id="rId23" Type="http://schemas.openxmlformats.org/officeDocument/2006/relationships/image" Target="../media/image448.png"/><Relationship Id="rId28" Type="http://schemas.openxmlformats.org/officeDocument/2006/relationships/customXml" Target="../ink/ink445.xml"/><Relationship Id="rId36" Type="http://schemas.openxmlformats.org/officeDocument/2006/relationships/customXml" Target="../ink/ink449.xml"/><Relationship Id="rId49" Type="http://schemas.openxmlformats.org/officeDocument/2006/relationships/image" Target="../media/image461.png"/><Relationship Id="rId57" Type="http://schemas.openxmlformats.org/officeDocument/2006/relationships/image" Target="../media/image465.png"/><Relationship Id="rId10" Type="http://schemas.openxmlformats.org/officeDocument/2006/relationships/customXml" Target="../ink/ink436.xml"/><Relationship Id="rId31" Type="http://schemas.openxmlformats.org/officeDocument/2006/relationships/image" Target="../media/image452.png"/><Relationship Id="rId44" Type="http://schemas.openxmlformats.org/officeDocument/2006/relationships/customXml" Target="../ink/ink453.xml"/><Relationship Id="rId52" Type="http://schemas.openxmlformats.org/officeDocument/2006/relationships/customXml" Target="../ink/ink457.xml"/><Relationship Id="rId60" Type="http://schemas.openxmlformats.org/officeDocument/2006/relationships/customXml" Target="../ink/ink461.xml"/><Relationship Id="rId4" Type="http://schemas.openxmlformats.org/officeDocument/2006/relationships/customXml" Target="../ink/ink433.xml"/><Relationship Id="rId9" Type="http://schemas.openxmlformats.org/officeDocument/2006/relationships/image" Target="../media/image441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74.xml"/><Relationship Id="rId21" Type="http://schemas.openxmlformats.org/officeDocument/2006/relationships/image" Target="../media/image477.png"/><Relationship Id="rId42" Type="http://schemas.openxmlformats.org/officeDocument/2006/relationships/customXml" Target="../ink/ink482.xml"/><Relationship Id="rId47" Type="http://schemas.openxmlformats.org/officeDocument/2006/relationships/image" Target="../media/image490.png"/><Relationship Id="rId63" Type="http://schemas.openxmlformats.org/officeDocument/2006/relationships/image" Target="../media/image498.png"/><Relationship Id="rId68" Type="http://schemas.openxmlformats.org/officeDocument/2006/relationships/customXml" Target="../ink/ink495.xml"/><Relationship Id="rId84" Type="http://schemas.openxmlformats.org/officeDocument/2006/relationships/customXml" Target="../ink/ink503.xml"/><Relationship Id="rId89" Type="http://schemas.openxmlformats.org/officeDocument/2006/relationships/image" Target="../media/image511.png"/><Relationship Id="rId16" Type="http://schemas.openxmlformats.org/officeDocument/2006/relationships/customXml" Target="../ink/ink469.xml"/><Relationship Id="rId11" Type="http://schemas.openxmlformats.org/officeDocument/2006/relationships/image" Target="../media/image472.png"/><Relationship Id="rId32" Type="http://schemas.openxmlformats.org/officeDocument/2006/relationships/customXml" Target="../ink/ink477.xml"/><Relationship Id="rId37" Type="http://schemas.openxmlformats.org/officeDocument/2006/relationships/image" Target="../media/image485.png"/><Relationship Id="rId53" Type="http://schemas.openxmlformats.org/officeDocument/2006/relationships/image" Target="../media/image493.png"/><Relationship Id="rId58" Type="http://schemas.openxmlformats.org/officeDocument/2006/relationships/customXml" Target="../ink/ink490.xml"/><Relationship Id="rId74" Type="http://schemas.openxmlformats.org/officeDocument/2006/relationships/customXml" Target="../ink/ink498.xml"/><Relationship Id="rId79" Type="http://schemas.openxmlformats.org/officeDocument/2006/relationships/image" Target="../media/image506.png"/><Relationship Id="rId5" Type="http://schemas.openxmlformats.org/officeDocument/2006/relationships/image" Target="../media/image469.png"/><Relationship Id="rId90" Type="http://schemas.openxmlformats.org/officeDocument/2006/relationships/customXml" Target="../ink/ink506.xml"/><Relationship Id="rId22" Type="http://schemas.openxmlformats.org/officeDocument/2006/relationships/customXml" Target="../ink/ink472.xml"/><Relationship Id="rId27" Type="http://schemas.openxmlformats.org/officeDocument/2006/relationships/image" Target="../media/image480.png"/><Relationship Id="rId43" Type="http://schemas.openxmlformats.org/officeDocument/2006/relationships/image" Target="../media/image488.png"/><Relationship Id="rId48" Type="http://schemas.openxmlformats.org/officeDocument/2006/relationships/customXml" Target="../ink/ink485.xml"/><Relationship Id="rId64" Type="http://schemas.openxmlformats.org/officeDocument/2006/relationships/customXml" Target="../ink/ink493.xml"/><Relationship Id="rId69" Type="http://schemas.openxmlformats.org/officeDocument/2006/relationships/image" Target="../media/image501.png"/><Relationship Id="rId8" Type="http://schemas.openxmlformats.org/officeDocument/2006/relationships/customXml" Target="../ink/ink465.xml"/><Relationship Id="rId51" Type="http://schemas.openxmlformats.org/officeDocument/2006/relationships/image" Target="../media/image492.png"/><Relationship Id="rId72" Type="http://schemas.openxmlformats.org/officeDocument/2006/relationships/customXml" Target="../ink/ink497.xml"/><Relationship Id="rId80" Type="http://schemas.openxmlformats.org/officeDocument/2006/relationships/customXml" Target="../ink/ink501.xml"/><Relationship Id="rId85" Type="http://schemas.openxmlformats.org/officeDocument/2006/relationships/image" Target="../media/image509.png"/><Relationship Id="rId93" Type="http://schemas.openxmlformats.org/officeDocument/2006/relationships/image" Target="../media/image513.png"/><Relationship Id="rId3" Type="http://schemas.openxmlformats.org/officeDocument/2006/relationships/image" Target="../media/image468.png"/><Relationship Id="rId12" Type="http://schemas.openxmlformats.org/officeDocument/2006/relationships/customXml" Target="../ink/ink467.xml"/><Relationship Id="rId17" Type="http://schemas.openxmlformats.org/officeDocument/2006/relationships/image" Target="../media/image475.png"/><Relationship Id="rId25" Type="http://schemas.openxmlformats.org/officeDocument/2006/relationships/image" Target="../media/image479.png"/><Relationship Id="rId33" Type="http://schemas.openxmlformats.org/officeDocument/2006/relationships/image" Target="../media/image483.png"/><Relationship Id="rId38" Type="http://schemas.openxmlformats.org/officeDocument/2006/relationships/customXml" Target="../ink/ink480.xml"/><Relationship Id="rId46" Type="http://schemas.openxmlformats.org/officeDocument/2006/relationships/customXml" Target="../ink/ink484.xml"/><Relationship Id="rId59" Type="http://schemas.openxmlformats.org/officeDocument/2006/relationships/image" Target="../media/image496.png"/><Relationship Id="rId67" Type="http://schemas.openxmlformats.org/officeDocument/2006/relationships/image" Target="../media/image500.png"/><Relationship Id="rId20" Type="http://schemas.openxmlformats.org/officeDocument/2006/relationships/customXml" Target="../ink/ink471.xml"/><Relationship Id="rId41" Type="http://schemas.openxmlformats.org/officeDocument/2006/relationships/image" Target="../media/image487.png"/><Relationship Id="rId54" Type="http://schemas.openxmlformats.org/officeDocument/2006/relationships/customXml" Target="../ink/ink488.xml"/><Relationship Id="rId62" Type="http://schemas.openxmlformats.org/officeDocument/2006/relationships/customXml" Target="../ink/ink492.xml"/><Relationship Id="rId70" Type="http://schemas.openxmlformats.org/officeDocument/2006/relationships/customXml" Target="../ink/ink496.xml"/><Relationship Id="rId75" Type="http://schemas.openxmlformats.org/officeDocument/2006/relationships/image" Target="../media/image504.png"/><Relationship Id="rId83" Type="http://schemas.openxmlformats.org/officeDocument/2006/relationships/image" Target="../media/image508.png"/><Relationship Id="rId88" Type="http://schemas.openxmlformats.org/officeDocument/2006/relationships/customXml" Target="../ink/ink505.xml"/><Relationship Id="rId91" Type="http://schemas.openxmlformats.org/officeDocument/2006/relationships/image" Target="../media/image51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64.xml"/><Relationship Id="rId15" Type="http://schemas.openxmlformats.org/officeDocument/2006/relationships/image" Target="../media/image474.png"/><Relationship Id="rId23" Type="http://schemas.openxmlformats.org/officeDocument/2006/relationships/image" Target="../media/image478.png"/><Relationship Id="rId28" Type="http://schemas.openxmlformats.org/officeDocument/2006/relationships/customXml" Target="../ink/ink475.xml"/><Relationship Id="rId36" Type="http://schemas.openxmlformats.org/officeDocument/2006/relationships/customXml" Target="../ink/ink479.xml"/><Relationship Id="rId49" Type="http://schemas.openxmlformats.org/officeDocument/2006/relationships/image" Target="../media/image491.png"/><Relationship Id="rId57" Type="http://schemas.openxmlformats.org/officeDocument/2006/relationships/image" Target="../media/image495.png"/><Relationship Id="rId10" Type="http://schemas.openxmlformats.org/officeDocument/2006/relationships/customXml" Target="../ink/ink466.xml"/><Relationship Id="rId31" Type="http://schemas.openxmlformats.org/officeDocument/2006/relationships/image" Target="../media/image482.png"/><Relationship Id="rId44" Type="http://schemas.openxmlformats.org/officeDocument/2006/relationships/customXml" Target="../ink/ink483.xml"/><Relationship Id="rId52" Type="http://schemas.openxmlformats.org/officeDocument/2006/relationships/customXml" Target="../ink/ink487.xml"/><Relationship Id="rId60" Type="http://schemas.openxmlformats.org/officeDocument/2006/relationships/customXml" Target="../ink/ink491.xml"/><Relationship Id="rId65" Type="http://schemas.openxmlformats.org/officeDocument/2006/relationships/image" Target="../media/image499.png"/><Relationship Id="rId73" Type="http://schemas.openxmlformats.org/officeDocument/2006/relationships/image" Target="../media/image503.png"/><Relationship Id="rId78" Type="http://schemas.openxmlformats.org/officeDocument/2006/relationships/customXml" Target="../ink/ink500.xml"/><Relationship Id="rId81" Type="http://schemas.openxmlformats.org/officeDocument/2006/relationships/image" Target="../media/image507.png"/><Relationship Id="rId86" Type="http://schemas.openxmlformats.org/officeDocument/2006/relationships/customXml" Target="../ink/ink504.xml"/><Relationship Id="rId4" Type="http://schemas.openxmlformats.org/officeDocument/2006/relationships/customXml" Target="../ink/ink463.xml"/><Relationship Id="rId9" Type="http://schemas.openxmlformats.org/officeDocument/2006/relationships/image" Target="../media/image471.png"/><Relationship Id="rId13" Type="http://schemas.openxmlformats.org/officeDocument/2006/relationships/image" Target="../media/image473.png"/><Relationship Id="rId18" Type="http://schemas.openxmlformats.org/officeDocument/2006/relationships/customXml" Target="../ink/ink470.xml"/><Relationship Id="rId39" Type="http://schemas.openxmlformats.org/officeDocument/2006/relationships/image" Target="../media/image486.png"/><Relationship Id="rId34" Type="http://schemas.openxmlformats.org/officeDocument/2006/relationships/customXml" Target="../ink/ink478.xml"/><Relationship Id="rId50" Type="http://schemas.openxmlformats.org/officeDocument/2006/relationships/customXml" Target="../ink/ink486.xml"/><Relationship Id="rId55" Type="http://schemas.openxmlformats.org/officeDocument/2006/relationships/image" Target="../media/image494.png"/><Relationship Id="rId76" Type="http://schemas.openxmlformats.org/officeDocument/2006/relationships/customXml" Target="../ink/ink499.xml"/><Relationship Id="rId7" Type="http://schemas.openxmlformats.org/officeDocument/2006/relationships/image" Target="../media/image470.png"/><Relationship Id="rId71" Type="http://schemas.openxmlformats.org/officeDocument/2006/relationships/image" Target="../media/image502.png"/><Relationship Id="rId92" Type="http://schemas.openxmlformats.org/officeDocument/2006/relationships/customXml" Target="../ink/ink507.xml"/><Relationship Id="rId2" Type="http://schemas.openxmlformats.org/officeDocument/2006/relationships/customXml" Target="../ink/ink462.xml"/><Relationship Id="rId29" Type="http://schemas.openxmlformats.org/officeDocument/2006/relationships/image" Target="../media/image481.png"/><Relationship Id="rId24" Type="http://schemas.openxmlformats.org/officeDocument/2006/relationships/customXml" Target="../ink/ink473.xml"/><Relationship Id="rId40" Type="http://schemas.openxmlformats.org/officeDocument/2006/relationships/customXml" Target="../ink/ink481.xml"/><Relationship Id="rId45" Type="http://schemas.openxmlformats.org/officeDocument/2006/relationships/image" Target="../media/image489.png"/><Relationship Id="rId66" Type="http://schemas.openxmlformats.org/officeDocument/2006/relationships/customXml" Target="../ink/ink494.xml"/><Relationship Id="rId87" Type="http://schemas.openxmlformats.org/officeDocument/2006/relationships/image" Target="../media/image510.png"/><Relationship Id="rId61" Type="http://schemas.openxmlformats.org/officeDocument/2006/relationships/image" Target="../media/image497.png"/><Relationship Id="rId82" Type="http://schemas.openxmlformats.org/officeDocument/2006/relationships/customXml" Target="../ink/ink502.xml"/><Relationship Id="rId19" Type="http://schemas.openxmlformats.org/officeDocument/2006/relationships/image" Target="../media/image476.png"/><Relationship Id="rId14" Type="http://schemas.openxmlformats.org/officeDocument/2006/relationships/customXml" Target="../ink/ink468.xml"/><Relationship Id="rId30" Type="http://schemas.openxmlformats.org/officeDocument/2006/relationships/customXml" Target="../ink/ink476.xml"/><Relationship Id="rId35" Type="http://schemas.openxmlformats.org/officeDocument/2006/relationships/image" Target="../media/image484.png"/><Relationship Id="rId56" Type="http://schemas.openxmlformats.org/officeDocument/2006/relationships/customXml" Target="../ink/ink489.xml"/><Relationship Id="rId77" Type="http://schemas.openxmlformats.org/officeDocument/2006/relationships/image" Target="../media/image50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4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7.png"/><Relationship Id="rId5" Type="http://schemas.openxmlformats.org/officeDocument/2006/relationships/image" Target="../media/image516.png"/><Relationship Id="rId4" Type="http://schemas.openxmlformats.org/officeDocument/2006/relationships/image" Target="../media/image5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0.png"/><Relationship Id="rId3" Type="http://schemas.openxmlformats.org/officeDocument/2006/relationships/image" Target="../media/image1810.png"/><Relationship Id="rId7" Type="http://schemas.openxmlformats.org/officeDocument/2006/relationships/image" Target="../media/image1850.png"/><Relationship Id="rId2" Type="http://schemas.openxmlformats.org/officeDocument/2006/relationships/image" Target="../media/image518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40.png"/><Relationship Id="rId5" Type="http://schemas.openxmlformats.org/officeDocument/2006/relationships/image" Target="../media/image1830.png"/><Relationship Id="rId10" Type="http://schemas.openxmlformats.org/officeDocument/2006/relationships/image" Target="../media/image1880.png"/><Relationship Id="rId4" Type="http://schemas.openxmlformats.org/officeDocument/2006/relationships/image" Target="../media/image1820.png"/><Relationship Id="rId9" Type="http://schemas.openxmlformats.org/officeDocument/2006/relationships/image" Target="../media/image187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0.png"/><Relationship Id="rId7" Type="http://schemas.openxmlformats.org/officeDocument/2006/relationships/image" Target="../media/image521.emf"/><Relationship Id="rId2" Type="http://schemas.openxmlformats.org/officeDocument/2006/relationships/image" Target="../media/image518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0.emf"/><Relationship Id="rId5" Type="http://schemas.openxmlformats.org/officeDocument/2006/relationships/image" Target="../media/image519.emf"/><Relationship Id="rId4" Type="http://schemas.openxmlformats.org/officeDocument/2006/relationships/image" Target="../media/image190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0.png"/><Relationship Id="rId3" Type="http://schemas.openxmlformats.org/officeDocument/2006/relationships/image" Target="../media/image1940.png"/><Relationship Id="rId7" Type="http://schemas.openxmlformats.org/officeDocument/2006/relationships/image" Target="../media/image1980.png"/><Relationship Id="rId2" Type="http://schemas.openxmlformats.org/officeDocument/2006/relationships/image" Target="../media/image518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70.png"/><Relationship Id="rId5" Type="http://schemas.openxmlformats.org/officeDocument/2006/relationships/image" Target="../media/image1960.png"/><Relationship Id="rId10" Type="http://schemas.openxmlformats.org/officeDocument/2006/relationships/image" Target="../media/image2010.png"/><Relationship Id="rId4" Type="http://schemas.openxmlformats.org/officeDocument/2006/relationships/image" Target="../media/image1950.png"/><Relationship Id="rId9" Type="http://schemas.openxmlformats.org/officeDocument/2006/relationships/image" Target="../media/image200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8.jpeg"/><Relationship Id="rId2" Type="http://schemas.openxmlformats.org/officeDocument/2006/relationships/image" Target="../media/image202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40.png"/><Relationship Id="rId4" Type="http://schemas.openxmlformats.org/officeDocument/2006/relationships/image" Target="../media/image20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8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1.png"/><Relationship Id="rId7" Type="http://schemas.openxmlformats.org/officeDocument/2006/relationships/image" Target="../media/image600.png"/><Relationship Id="rId2" Type="http://schemas.openxmlformats.org/officeDocument/2006/relationships/image" Target="../media/image1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10.png"/><Relationship Id="rId5" Type="http://schemas.openxmlformats.org/officeDocument/2006/relationships/image" Target="../media/image4010.png"/><Relationship Id="rId4" Type="http://schemas.openxmlformats.org/officeDocument/2006/relationships/image" Target="../media/image30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4705" y="1728167"/>
            <a:ext cx="7965440" cy="123028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2"/>
                </a:solidFill>
                <a:latin typeface="Comic Sans MS" panose="030F0702030302020204" pitchFamily="66" charset="0"/>
              </a:rPr>
              <a:t>PHYS 512</a:t>
            </a:r>
            <a:endParaRPr lang="en-US" dirty="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2332" y="5959126"/>
            <a:ext cx="9144000" cy="441674"/>
          </a:xfrm>
        </p:spPr>
        <p:txBody>
          <a:bodyPr>
            <a:normAutofit/>
          </a:bodyPr>
          <a:lstStyle/>
          <a:p>
            <a:r>
              <a:rPr lang="en-US" dirty="0"/>
              <a:t>Saleem Rao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202" y="4873759"/>
            <a:ext cx="1014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Week 07</a:t>
            </a:r>
          </a:p>
        </p:txBody>
      </p:sp>
    </p:spTree>
    <p:extLst>
      <p:ext uri="{BB962C8B-B14F-4D97-AF65-F5344CB8AC3E}">
        <p14:creationId xmlns:p14="http://schemas.microsoft.com/office/powerpoint/2010/main" val="46571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386A-63BB-4DED-9F75-49735C83A06D}"/>
              </a:ext>
            </a:extLst>
          </p:cNvPr>
          <p:cNvSpPr txBox="1"/>
          <p:nvPr/>
        </p:nvSpPr>
        <p:spPr>
          <a:xfrm>
            <a:off x="226503" y="65417"/>
            <a:ext cx="2240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previous lecture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696972-ABFA-42C9-AFB9-7A9E68C89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122" y="672362"/>
            <a:ext cx="1333500" cy="1181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B41A06-4AD0-46C3-A012-B900028D3E1F}"/>
                  </a:ext>
                </a:extLst>
              </p:cNvPr>
              <p:cNvSpPr txBox="1"/>
              <p:nvPr/>
            </p:nvSpPr>
            <p:spPr>
              <a:xfrm>
                <a:off x="1174459" y="963815"/>
                <a:ext cx="2796599" cy="3787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operator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dirty="0"/>
                  <a:t> is defined as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B41A06-4AD0-46C3-A012-B900028D3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459" y="963815"/>
                <a:ext cx="2796599" cy="378758"/>
              </a:xfrm>
              <a:prstGeom prst="rect">
                <a:avLst/>
              </a:prstGeom>
              <a:blipFill>
                <a:blip r:embed="rId3"/>
                <a:stretch>
                  <a:fillRect l="-1965" t="-8065" r="-873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227608F-465A-41BF-A655-E8622262A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797" y="2216243"/>
            <a:ext cx="2152650" cy="5048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43795F-8FA4-41B0-BC33-BB82C01A5C74}"/>
                  </a:ext>
                </a:extLst>
              </p:cNvPr>
              <p:cNvSpPr txBox="1"/>
              <p:nvPr/>
            </p:nvSpPr>
            <p:spPr>
              <a:xfrm>
                <a:off x="1174459" y="2260617"/>
                <a:ext cx="5369611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Find the expectation value to</a:t>
                </a: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d>
                      <m:dPr>
                        <m:ctrlP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</m:d>
                      </m:e>
                    </m:d>
                  </m:oMath>
                </a14:m>
                <a:r>
                  <a:rPr lang="en-US" dirty="0"/>
                  <a:t> for the state</a:t>
                </a: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dirty="0"/>
                  <a:t> 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43795F-8FA4-41B0-BC33-BB82C01A5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459" y="2260617"/>
                <a:ext cx="5369611" cy="404983"/>
              </a:xfrm>
              <a:prstGeom prst="rect">
                <a:avLst/>
              </a:prstGeom>
              <a:blipFill>
                <a:blip r:embed="rId5"/>
                <a:stretch>
                  <a:fillRect l="-1022" t="-104545" r="-5448" b="-16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3D0F527-67EB-4764-895E-75B3DE18B99D}"/>
              </a:ext>
            </a:extLst>
          </p:cNvPr>
          <p:cNvSpPr txBox="1"/>
          <p:nvPr/>
        </p:nvSpPr>
        <p:spPr>
          <a:xfrm>
            <a:off x="226503" y="518474"/>
            <a:ext cx="1023357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Problem 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71729DD-546A-4519-B856-0EC9242C6E20}"/>
                  </a:ext>
                </a:extLst>
              </p:cNvPr>
              <p:cNvSpPr/>
              <p:nvPr/>
            </p:nvSpPr>
            <p:spPr>
              <a:xfrm>
                <a:off x="3971058" y="3178661"/>
                <a:ext cx="1643719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e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71729DD-546A-4519-B856-0EC9242C6E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058" y="3178661"/>
                <a:ext cx="1643719" cy="404983"/>
              </a:xfrm>
              <a:prstGeom prst="rect">
                <a:avLst/>
              </a:prstGeom>
              <a:blipFill>
                <a:blip r:embed="rId6"/>
                <a:stretch>
                  <a:fillRect t="-4478" b="-8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3C86308-65DB-4606-A262-77BFD0A44D82}"/>
                  </a:ext>
                </a:extLst>
              </p14:cNvPr>
              <p14:cNvContentPartPr/>
              <p14:nvPr/>
            </p14:nvContentPartPr>
            <p14:xfrm>
              <a:off x="429651" y="3985048"/>
              <a:ext cx="266040" cy="319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3C86308-65DB-4606-A262-77BFD0A44D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1011" y="3976408"/>
                <a:ext cx="28368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2B54262-7E2E-44FE-9750-3DB5FEF82624}"/>
                  </a:ext>
                </a:extLst>
              </p14:cNvPr>
              <p14:cNvContentPartPr/>
              <p14:nvPr/>
            </p14:nvContentPartPr>
            <p14:xfrm>
              <a:off x="2527371" y="3882808"/>
              <a:ext cx="357120" cy="4820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2B54262-7E2E-44FE-9750-3DB5FEF8262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18731" y="3874162"/>
                <a:ext cx="374760" cy="4996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6698F1A-FE53-4658-A2CB-4171B24D31A8}"/>
                  </a:ext>
                </a:extLst>
              </p14:cNvPr>
              <p14:cNvContentPartPr/>
              <p14:nvPr/>
            </p14:nvContentPartPr>
            <p14:xfrm>
              <a:off x="1806651" y="3966688"/>
              <a:ext cx="588600" cy="431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6698F1A-FE53-4658-A2CB-4171B24D31A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98011" y="3958048"/>
                <a:ext cx="60624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009F2AA-8F82-4966-AB32-CBEBB907B168}"/>
                  </a:ext>
                </a:extLst>
              </p14:cNvPr>
              <p14:cNvContentPartPr/>
              <p14:nvPr/>
            </p14:nvContentPartPr>
            <p14:xfrm>
              <a:off x="1493091" y="4171168"/>
              <a:ext cx="151920" cy="608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009F2AA-8F82-4966-AB32-CBEBB907B16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84091" y="4162221"/>
                <a:ext cx="169560" cy="78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0158A6B-F50E-4E90-B7A6-06D21E4E6DE7}"/>
                  </a:ext>
                </a:extLst>
              </p14:cNvPr>
              <p14:cNvContentPartPr/>
              <p14:nvPr/>
            </p14:nvContentPartPr>
            <p14:xfrm>
              <a:off x="823851" y="4000528"/>
              <a:ext cx="550440" cy="306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0158A6B-F50E-4E90-B7A6-06D21E4E6DE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15205" y="3991878"/>
                <a:ext cx="568092" cy="3240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CA08A9F-87C4-4D55-B05E-0F843C3D5964}"/>
                  </a:ext>
                </a:extLst>
              </p14:cNvPr>
              <p14:cNvContentPartPr/>
              <p14:nvPr/>
            </p14:nvContentPartPr>
            <p14:xfrm>
              <a:off x="2978451" y="4017808"/>
              <a:ext cx="22320" cy="347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CA08A9F-87C4-4D55-B05E-0F843C3D596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69811" y="4009168"/>
                <a:ext cx="3996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CD660AF-0588-4AFF-B6FD-856039CA9A61}"/>
                  </a:ext>
                </a:extLst>
              </p14:cNvPr>
              <p14:cNvContentPartPr/>
              <p14:nvPr/>
            </p14:nvContentPartPr>
            <p14:xfrm>
              <a:off x="3100131" y="3800368"/>
              <a:ext cx="563400" cy="880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CD660AF-0588-4AFF-B6FD-856039CA9A6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091485" y="3791368"/>
                <a:ext cx="581051" cy="89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5FCAF0E-D8EC-447B-86E4-8AA5B653C666}"/>
                  </a:ext>
                </a:extLst>
              </p14:cNvPr>
              <p14:cNvContentPartPr/>
              <p14:nvPr/>
            </p14:nvContentPartPr>
            <p14:xfrm>
              <a:off x="3763971" y="4120048"/>
              <a:ext cx="326880" cy="2469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5FCAF0E-D8EC-447B-86E4-8AA5B653C66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755321" y="4111408"/>
                <a:ext cx="344539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E8977D1-5BBF-41BA-985C-30E3B299252D}"/>
                  </a:ext>
                </a:extLst>
              </p14:cNvPr>
              <p14:cNvContentPartPr/>
              <p14:nvPr/>
            </p14:nvContentPartPr>
            <p14:xfrm>
              <a:off x="4239171" y="4222648"/>
              <a:ext cx="207360" cy="252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E8977D1-5BBF-41BA-985C-30E3B299252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230531" y="4214008"/>
                <a:ext cx="2250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2BFDBE6-7FB4-4467-8C36-DB6D25945071}"/>
                  </a:ext>
                </a:extLst>
              </p14:cNvPr>
              <p14:cNvContentPartPr/>
              <p14:nvPr/>
            </p14:nvContentPartPr>
            <p14:xfrm>
              <a:off x="4610331" y="4251448"/>
              <a:ext cx="241920" cy="36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2BFDBE6-7FB4-4467-8C36-DB6D2594507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601331" y="4242808"/>
                <a:ext cx="2595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03649D0-9FC1-4A88-AC89-62A2A0B50167}"/>
                  </a:ext>
                </a:extLst>
              </p14:cNvPr>
              <p14:cNvContentPartPr/>
              <p14:nvPr/>
            </p14:nvContentPartPr>
            <p14:xfrm>
              <a:off x="4590171" y="4375648"/>
              <a:ext cx="176760" cy="1674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03649D0-9FC1-4A88-AC89-62A2A0B5016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581531" y="4366648"/>
                <a:ext cx="19440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D7FC921-B525-4B0D-8A44-1E00DA08EB7C}"/>
                  </a:ext>
                </a:extLst>
              </p14:cNvPr>
              <p14:cNvContentPartPr/>
              <p14:nvPr/>
            </p14:nvContentPartPr>
            <p14:xfrm>
              <a:off x="4945131" y="4087288"/>
              <a:ext cx="11880" cy="2822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D7FC921-B525-4B0D-8A44-1E00DA08EB7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936491" y="4078648"/>
                <a:ext cx="2952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9EDC5C9-E04F-4527-8811-434D824FDED7}"/>
                  </a:ext>
                </a:extLst>
              </p14:cNvPr>
              <p14:cNvContentPartPr/>
              <p14:nvPr/>
            </p14:nvContentPartPr>
            <p14:xfrm>
              <a:off x="4665411" y="3938248"/>
              <a:ext cx="77760" cy="2358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9EDC5C9-E04F-4527-8811-434D824FDED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656771" y="3929595"/>
                <a:ext cx="95400" cy="2534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F461CA9-F157-4DB3-ABBA-C3C72A2F16CA}"/>
                  </a:ext>
                </a:extLst>
              </p14:cNvPr>
              <p14:cNvContentPartPr/>
              <p14:nvPr/>
            </p14:nvContentPartPr>
            <p14:xfrm>
              <a:off x="5092011" y="4106368"/>
              <a:ext cx="592560" cy="2876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F461CA9-F157-4DB3-ABBA-C3C72A2F16C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083011" y="4097368"/>
                <a:ext cx="61020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CD7782EC-29F3-4266-A080-A74123918CC5}"/>
                  </a:ext>
                </a:extLst>
              </p14:cNvPr>
              <p14:cNvContentPartPr/>
              <p14:nvPr/>
            </p14:nvContentPartPr>
            <p14:xfrm>
              <a:off x="6407091" y="3910528"/>
              <a:ext cx="624600" cy="6883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CD7782EC-29F3-4266-A080-A74123918CC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398091" y="3901528"/>
                <a:ext cx="642240" cy="70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6BA4077B-990A-42BF-B7F5-D878D2277907}"/>
                  </a:ext>
                </a:extLst>
              </p14:cNvPr>
              <p14:cNvContentPartPr/>
              <p14:nvPr/>
            </p14:nvContentPartPr>
            <p14:xfrm>
              <a:off x="5833971" y="3924208"/>
              <a:ext cx="434160" cy="6246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6BA4077B-990A-42BF-B7F5-D878D227790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825331" y="3915208"/>
                <a:ext cx="451800" cy="64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2950B5E1-9003-496C-B9FF-32826506AB6D}"/>
                  </a:ext>
                </a:extLst>
              </p14:cNvPr>
              <p14:cNvContentPartPr/>
              <p14:nvPr/>
            </p14:nvContentPartPr>
            <p14:xfrm>
              <a:off x="1818531" y="5157208"/>
              <a:ext cx="456840" cy="4147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2950B5E1-9003-496C-B9FF-32826506AB6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809884" y="5148568"/>
                <a:ext cx="474494" cy="4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0CA3B9F-CB90-434F-AC19-A1133737A168}"/>
                  </a:ext>
                </a:extLst>
              </p14:cNvPr>
              <p14:cNvContentPartPr/>
              <p14:nvPr/>
            </p14:nvContentPartPr>
            <p14:xfrm>
              <a:off x="1493091" y="5329648"/>
              <a:ext cx="192240" cy="860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0CA3B9F-CB90-434F-AC19-A1133737A16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484091" y="5320648"/>
                <a:ext cx="20988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D15AEF6-C9FC-4161-ABE5-217EBCDB31A0}"/>
                  </a:ext>
                </a:extLst>
              </p14:cNvPr>
              <p14:cNvContentPartPr/>
              <p14:nvPr/>
            </p14:nvContentPartPr>
            <p14:xfrm>
              <a:off x="2359611" y="4902328"/>
              <a:ext cx="269280" cy="8233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D15AEF6-C9FC-4161-ABE5-217EBCDB31A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350611" y="4893688"/>
                <a:ext cx="286920" cy="84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2C6385E-FAA7-450E-AC9D-B9597A7D7774}"/>
                  </a:ext>
                </a:extLst>
              </p14:cNvPr>
              <p14:cNvContentPartPr/>
              <p14:nvPr/>
            </p14:nvContentPartPr>
            <p14:xfrm>
              <a:off x="3093291" y="5213728"/>
              <a:ext cx="30960" cy="2642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2C6385E-FAA7-450E-AC9D-B9597A7D777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084291" y="5205088"/>
                <a:ext cx="4860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A6E4818-E0EB-473E-BC13-C00A4A23C019}"/>
                  </a:ext>
                </a:extLst>
              </p14:cNvPr>
              <p14:cNvContentPartPr/>
              <p14:nvPr/>
            </p14:nvContentPartPr>
            <p14:xfrm>
              <a:off x="3271491" y="5264488"/>
              <a:ext cx="241560" cy="2869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A6E4818-E0EB-473E-BC13-C00A4A23C01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262838" y="5255848"/>
                <a:ext cx="259226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2E97351-9C4A-4090-AE55-EACDF63EFF49}"/>
                  </a:ext>
                </a:extLst>
              </p14:cNvPr>
              <p14:cNvContentPartPr/>
              <p14:nvPr/>
            </p14:nvContentPartPr>
            <p14:xfrm>
              <a:off x="2744451" y="5097448"/>
              <a:ext cx="217440" cy="5126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2E97351-9C4A-4090-AE55-EACDF63EFF4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735811" y="5088448"/>
                <a:ext cx="235080" cy="53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8F981293-484B-4322-A253-57BF3A2B820A}"/>
                  </a:ext>
                </a:extLst>
              </p14:cNvPr>
              <p14:cNvContentPartPr/>
              <p14:nvPr/>
            </p14:nvContentPartPr>
            <p14:xfrm>
              <a:off x="3720771" y="5355928"/>
              <a:ext cx="217440" cy="104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8F981293-484B-4322-A253-57BF3A2B820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711771" y="5346928"/>
                <a:ext cx="23508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0EB4C22-DB1E-4AAF-9673-870BBCEB8D13}"/>
                  </a:ext>
                </a:extLst>
              </p14:cNvPr>
              <p14:cNvContentPartPr/>
              <p14:nvPr/>
            </p14:nvContentPartPr>
            <p14:xfrm>
              <a:off x="4145571" y="5134528"/>
              <a:ext cx="66600" cy="12564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0EB4C22-DB1E-4AAF-9673-870BBCEB8D1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136931" y="5125888"/>
                <a:ext cx="8424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7E61B9B7-B475-4725-99A4-D5CA28EDB39C}"/>
                  </a:ext>
                </a:extLst>
              </p14:cNvPr>
              <p14:cNvContentPartPr/>
              <p14:nvPr/>
            </p14:nvContentPartPr>
            <p14:xfrm>
              <a:off x="4162851" y="5051008"/>
              <a:ext cx="16920" cy="93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E61B9B7-B475-4725-99A4-D5CA28EDB39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153851" y="5042008"/>
                <a:ext cx="345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069B52A-2454-4C85-A3D9-A892BDE9CCC8}"/>
                  </a:ext>
                </a:extLst>
              </p14:cNvPr>
              <p14:cNvContentPartPr/>
              <p14:nvPr/>
            </p14:nvContentPartPr>
            <p14:xfrm>
              <a:off x="4096971" y="5329648"/>
              <a:ext cx="266040" cy="104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069B52A-2454-4C85-A3D9-A892BDE9CCC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088331" y="5320648"/>
                <a:ext cx="28368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913D2F2C-01F6-43E1-ADDB-E1F4B5B60FD5}"/>
                  </a:ext>
                </a:extLst>
              </p14:cNvPr>
              <p14:cNvContentPartPr/>
              <p14:nvPr/>
            </p14:nvContentPartPr>
            <p14:xfrm>
              <a:off x="4174731" y="5436928"/>
              <a:ext cx="149400" cy="1584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913D2F2C-01F6-43E1-ADDB-E1F4B5B60FD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166091" y="5427928"/>
                <a:ext cx="16704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5CC988A4-ACAC-4E8D-9649-363DAF64BA59}"/>
                  </a:ext>
                </a:extLst>
              </p14:cNvPr>
              <p14:cNvContentPartPr/>
              <p14:nvPr/>
            </p14:nvContentPartPr>
            <p14:xfrm>
              <a:off x="4509531" y="5060008"/>
              <a:ext cx="1343160" cy="7290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5CC988A4-ACAC-4E8D-9649-363DAF64BA5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500531" y="5051368"/>
                <a:ext cx="1360800" cy="74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6ECB7BE5-97DB-4200-BA34-4C1F574701DE}"/>
                  </a:ext>
                </a:extLst>
              </p14:cNvPr>
              <p14:cNvContentPartPr/>
              <p14:nvPr/>
            </p14:nvContentPartPr>
            <p14:xfrm>
              <a:off x="6558651" y="5303728"/>
              <a:ext cx="149400" cy="2048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6ECB7BE5-97DB-4200-BA34-4C1F574701D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550011" y="5295088"/>
                <a:ext cx="1670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EA9A279B-DAC3-49AF-BBB7-48A514CB9ABD}"/>
                  </a:ext>
                </a:extLst>
              </p14:cNvPr>
              <p14:cNvContentPartPr/>
              <p14:nvPr/>
            </p14:nvContentPartPr>
            <p14:xfrm>
              <a:off x="6132411" y="5348368"/>
              <a:ext cx="216000" cy="17604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EA9A279B-DAC3-49AF-BBB7-48A514CB9ABD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123411" y="5339728"/>
                <a:ext cx="23364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8A97A2A-E7AD-4752-AA42-DB872C40C451}"/>
                  </a:ext>
                </a:extLst>
              </p14:cNvPr>
              <p14:cNvContentPartPr/>
              <p14:nvPr/>
            </p14:nvContentPartPr>
            <p14:xfrm>
              <a:off x="1480851" y="6325768"/>
              <a:ext cx="252000" cy="972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8A97A2A-E7AD-4752-AA42-DB872C40C45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472211" y="6316768"/>
                <a:ext cx="2696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B2F0DDFD-E49C-4A27-9E60-04DF6C20EBF5}"/>
                  </a:ext>
                </a:extLst>
              </p14:cNvPr>
              <p14:cNvContentPartPr/>
              <p14:nvPr/>
            </p14:nvContentPartPr>
            <p14:xfrm>
              <a:off x="2309931" y="6190408"/>
              <a:ext cx="514800" cy="3513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B2F0DDFD-E49C-4A27-9E60-04DF6C20EBF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300931" y="6181408"/>
                <a:ext cx="53244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356C933C-5AF6-4F30-BC47-4D71B7CDAB4C}"/>
                  </a:ext>
                </a:extLst>
              </p14:cNvPr>
              <p14:cNvContentPartPr/>
              <p14:nvPr/>
            </p14:nvContentPartPr>
            <p14:xfrm>
              <a:off x="3005811" y="6297328"/>
              <a:ext cx="192240" cy="1515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356C933C-5AF6-4F30-BC47-4D71B7CDAB4C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996811" y="6288328"/>
                <a:ext cx="20988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E36E6446-3952-4089-8550-2D4289D1F0B5}"/>
                  </a:ext>
                </a:extLst>
              </p14:cNvPr>
              <p14:cNvContentPartPr/>
              <p14:nvPr/>
            </p14:nvContentPartPr>
            <p14:xfrm>
              <a:off x="3349971" y="6048568"/>
              <a:ext cx="18720" cy="118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E36E6446-3952-4089-8550-2D4289D1F0B5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340971" y="6039568"/>
                <a:ext cx="3636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E83020E-69A1-4864-813B-3010F82B8A84}"/>
                  </a:ext>
                </a:extLst>
              </p14:cNvPr>
              <p14:cNvContentPartPr/>
              <p14:nvPr/>
            </p14:nvContentPartPr>
            <p14:xfrm>
              <a:off x="3959451" y="6222808"/>
              <a:ext cx="26640" cy="2610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E83020E-69A1-4864-813B-3010F82B8A8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950811" y="6214168"/>
                <a:ext cx="4428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48F0C916-B28D-4607-8F08-B059AF14DA69}"/>
                  </a:ext>
                </a:extLst>
              </p14:cNvPr>
              <p14:cNvContentPartPr/>
              <p14:nvPr/>
            </p14:nvContentPartPr>
            <p14:xfrm>
              <a:off x="3326571" y="6157648"/>
              <a:ext cx="524520" cy="5295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48F0C916-B28D-4607-8F08-B059AF14DA6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317571" y="6148648"/>
                <a:ext cx="542160" cy="54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92A4FFC1-4453-4861-A8D1-8A89576EEC3D}"/>
                  </a:ext>
                </a:extLst>
              </p14:cNvPr>
              <p14:cNvContentPartPr/>
              <p14:nvPr/>
            </p14:nvContentPartPr>
            <p14:xfrm>
              <a:off x="4172571" y="6316048"/>
              <a:ext cx="190800" cy="1544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92A4FFC1-4453-4861-A8D1-8A89576EEC3D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163571" y="6307048"/>
                <a:ext cx="20844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6A7AA68C-32ED-426B-835B-A1CAC06E8765}"/>
                  </a:ext>
                </a:extLst>
              </p14:cNvPr>
              <p14:cNvContentPartPr/>
              <p14:nvPr/>
            </p14:nvContentPartPr>
            <p14:xfrm>
              <a:off x="1823571" y="5811328"/>
              <a:ext cx="340200" cy="8679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6A7AA68C-32ED-426B-835B-A1CAC06E8765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814571" y="5802328"/>
                <a:ext cx="357840" cy="88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0E03CB1B-CD4F-4715-BC35-E8520DF196B3}"/>
                  </a:ext>
                </a:extLst>
              </p14:cNvPr>
              <p14:cNvContentPartPr/>
              <p14:nvPr/>
            </p14:nvContentPartPr>
            <p14:xfrm>
              <a:off x="4523571" y="5967208"/>
              <a:ext cx="1632600" cy="73476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0E03CB1B-CD4F-4715-BC35-E8520DF196B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514573" y="5958564"/>
                <a:ext cx="1650236" cy="7524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16A68CAB-81F9-482F-872B-B727DCA8F550}"/>
                  </a:ext>
                </a:extLst>
              </p14:cNvPr>
              <p14:cNvContentPartPr/>
              <p14:nvPr/>
            </p14:nvContentPartPr>
            <p14:xfrm>
              <a:off x="6274251" y="6124888"/>
              <a:ext cx="23760" cy="23580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16A68CAB-81F9-482F-872B-B727DCA8F550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265611" y="6116248"/>
                <a:ext cx="4140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F52A8C23-6209-4357-9E08-B9FD7EAEF32B}"/>
                  </a:ext>
                </a:extLst>
              </p14:cNvPr>
              <p14:cNvContentPartPr/>
              <p14:nvPr/>
            </p14:nvContentPartPr>
            <p14:xfrm>
              <a:off x="6453171" y="6186088"/>
              <a:ext cx="217080" cy="34704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F52A8C23-6209-4357-9E08-B9FD7EAEF32B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444517" y="6177088"/>
                <a:ext cx="234749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D25284A5-41EA-4294-B723-BEC542E1435C}"/>
                  </a:ext>
                </a:extLst>
              </p14:cNvPr>
              <p14:cNvContentPartPr/>
              <p14:nvPr/>
            </p14:nvContentPartPr>
            <p14:xfrm>
              <a:off x="6865731" y="5033728"/>
              <a:ext cx="1957680" cy="170208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D25284A5-41EA-4294-B723-BEC542E1435C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856731" y="5025088"/>
                <a:ext cx="1975320" cy="171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4C1DF80C-A4AD-4D29-8100-14087B4F9A3A}"/>
                  </a:ext>
                </a:extLst>
              </p14:cNvPr>
              <p14:cNvContentPartPr/>
              <p14:nvPr/>
            </p14:nvContentPartPr>
            <p14:xfrm>
              <a:off x="3898251" y="454528"/>
              <a:ext cx="1756440" cy="165204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4C1DF80C-A4AD-4D29-8100-14087B4F9A3A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889611" y="445528"/>
                <a:ext cx="1774080" cy="166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070282CA-B100-4C63-84B0-F3074C83D9E8}"/>
                  </a:ext>
                </a:extLst>
              </p14:cNvPr>
              <p14:cNvContentPartPr/>
              <p14:nvPr/>
            </p14:nvContentPartPr>
            <p14:xfrm>
              <a:off x="7795971" y="1198648"/>
              <a:ext cx="3960" cy="25632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070282CA-B100-4C63-84B0-F3074C83D9E8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787331" y="1189648"/>
                <a:ext cx="216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972BD619-90F5-47C7-BE91-8277E423A37A}"/>
                  </a:ext>
                </a:extLst>
              </p14:cNvPr>
              <p14:cNvContentPartPr/>
              <p14:nvPr/>
            </p14:nvContentPartPr>
            <p14:xfrm>
              <a:off x="8667531" y="1240408"/>
              <a:ext cx="234720" cy="720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972BD619-90F5-47C7-BE91-8277E423A37A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658531" y="1231768"/>
                <a:ext cx="25236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CFEE1C30-8B88-472B-ACA6-6AD2E85F8BB1}"/>
                  </a:ext>
                </a:extLst>
              </p14:cNvPr>
              <p14:cNvContentPartPr/>
              <p14:nvPr/>
            </p14:nvContentPartPr>
            <p14:xfrm>
              <a:off x="8722251" y="1319608"/>
              <a:ext cx="246240" cy="828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CFEE1C30-8B88-472B-ACA6-6AD2E85F8BB1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8713251" y="1310968"/>
                <a:ext cx="26388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CC4DF103-2B34-4961-849B-4A98C6BB71E2}"/>
                  </a:ext>
                </a:extLst>
              </p14:cNvPr>
              <p14:cNvContentPartPr/>
              <p14:nvPr/>
            </p14:nvContentPartPr>
            <p14:xfrm>
              <a:off x="9208251" y="1017568"/>
              <a:ext cx="766080" cy="36036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CC4DF103-2B34-4961-849B-4A98C6BB71E2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199611" y="1008577"/>
                <a:ext cx="783720" cy="3779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160A6F9E-0260-474F-9734-7D97CDE5BB1F}"/>
                  </a:ext>
                </a:extLst>
              </p14:cNvPr>
              <p14:cNvContentPartPr/>
              <p14:nvPr/>
            </p14:nvContentPartPr>
            <p14:xfrm>
              <a:off x="7924131" y="1049608"/>
              <a:ext cx="488160" cy="32400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160A6F9E-0260-474F-9734-7D97CDE5BB1F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915491" y="1040608"/>
                <a:ext cx="50580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C9DC2700-7DB4-405F-AAC3-E6120C46BED4}"/>
                  </a:ext>
                </a:extLst>
              </p14:cNvPr>
              <p14:cNvContentPartPr/>
              <p14:nvPr/>
            </p14:nvContentPartPr>
            <p14:xfrm>
              <a:off x="7333371" y="857368"/>
              <a:ext cx="281880" cy="65340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C9DC2700-7DB4-405F-AAC3-E6120C46BED4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324371" y="848728"/>
                <a:ext cx="299520" cy="67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DF3E2168-83C5-4B92-8044-F60294CAFA41}"/>
                  </a:ext>
                </a:extLst>
              </p14:cNvPr>
              <p14:cNvContentPartPr/>
              <p14:nvPr/>
            </p14:nvContentPartPr>
            <p14:xfrm>
              <a:off x="10193571" y="1175248"/>
              <a:ext cx="200160" cy="612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DF3E2168-83C5-4B92-8044-F60294CAFA41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0184931" y="1166248"/>
                <a:ext cx="2178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876B9057-F0ED-4475-8A45-664A3A639A25}"/>
                  </a:ext>
                </a:extLst>
              </p14:cNvPr>
              <p14:cNvContentPartPr/>
              <p14:nvPr/>
            </p14:nvContentPartPr>
            <p14:xfrm>
              <a:off x="10189251" y="1251208"/>
              <a:ext cx="112680" cy="1260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876B9057-F0ED-4475-8A45-664A3A639A25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0180251" y="1242208"/>
                <a:ext cx="13032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F8E07D5B-C3E2-46F4-BF36-12AFBA114BB3}"/>
                  </a:ext>
                </a:extLst>
              </p14:cNvPr>
              <p14:cNvContentPartPr/>
              <p14:nvPr/>
            </p14:nvContentPartPr>
            <p14:xfrm>
              <a:off x="10542051" y="835768"/>
              <a:ext cx="390240" cy="7545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F8E07D5B-C3E2-46F4-BF36-12AFBA114BB3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0533411" y="826768"/>
                <a:ext cx="407880" cy="77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3833A83C-692C-4437-810D-34BCE81273AF}"/>
                  </a:ext>
                </a:extLst>
              </p14:cNvPr>
              <p14:cNvContentPartPr/>
              <p14:nvPr/>
            </p14:nvContentPartPr>
            <p14:xfrm>
              <a:off x="11843811" y="1003168"/>
              <a:ext cx="201600" cy="52992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3833A83C-692C-4437-810D-34BCE81273AF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1835171" y="994528"/>
                <a:ext cx="219240" cy="54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FFA8838F-E247-4437-9123-3860B3AC1488}"/>
                  </a:ext>
                </a:extLst>
              </p14:cNvPr>
              <p14:cNvContentPartPr/>
              <p14:nvPr/>
            </p14:nvContentPartPr>
            <p14:xfrm>
              <a:off x="11522691" y="1156888"/>
              <a:ext cx="176400" cy="19620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FFA8838F-E247-4437-9123-3860B3AC148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1514051" y="1147888"/>
                <a:ext cx="19404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89C1407A-4740-43F1-960C-71F5B21ACF3C}"/>
                  </a:ext>
                </a:extLst>
              </p14:cNvPr>
              <p14:cNvContentPartPr/>
              <p14:nvPr/>
            </p14:nvContentPartPr>
            <p14:xfrm>
              <a:off x="11102931" y="1095688"/>
              <a:ext cx="327600" cy="21240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89C1407A-4740-43F1-960C-71F5B21ACF3C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1093931" y="1087048"/>
                <a:ext cx="34524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CE317A56-90D2-4261-926D-1F16F7812CA0}"/>
                  </a:ext>
                </a:extLst>
              </p14:cNvPr>
              <p14:cNvContentPartPr/>
              <p14:nvPr/>
            </p14:nvContentPartPr>
            <p14:xfrm>
              <a:off x="9648171" y="2068768"/>
              <a:ext cx="177120" cy="21672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CE317A56-90D2-4261-926D-1F16F7812CA0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9639531" y="2060128"/>
                <a:ext cx="19476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96083BF2-9DFF-45B9-BF74-0E02B6BCE45D}"/>
                  </a:ext>
                </a:extLst>
              </p14:cNvPr>
              <p14:cNvContentPartPr/>
              <p14:nvPr/>
            </p14:nvContentPartPr>
            <p14:xfrm>
              <a:off x="9978291" y="2212408"/>
              <a:ext cx="128880" cy="1008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96083BF2-9DFF-45B9-BF74-0E02B6BCE45D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9969291" y="2203768"/>
                <a:ext cx="1465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E1016CB6-F473-4397-9D53-47111B64A552}"/>
                  </a:ext>
                </a:extLst>
              </p14:cNvPr>
              <p14:cNvContentPartPr/>
              <p14:nvPr/>
            </p14:nvContentPartPr>
            <p14:xfrm>
              <a:off x="10010331" y="2291968"/>
              <a:ext cx="82080" cy="540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E1016CB6-F473-4397-9D53-47111B64A552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0001331" y="2282968"/>
                <a:ext cx="9972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527031E4-E1C5-43C2-8843-2C4B583E991F}"/>
                  </a:ext>
                </a:extLst>
              </p14:cNvPr>
              <p14:cNvContentPartPr/>
              <p14:nvPr/>
            </p14:nvContentPartPr>
            <p14:xfrm>
              <a:off x="10313091" y="1970488"/>
              <a:ext cx="490680" cy="70272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527031E4-E1C5-43C2-8843-2C4B583E991F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0304451" y="1961493"/>
                <a:ext cx="508320" cy="7203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58E32174-0C27-43E0-905F-0B1B82F40656}"/>
                  </a:ext>
                </a:extLst>
              </p14:cNvPr>
              <p14:cNvContentPartPr/>
              <p14:nvPr/>
            </p14:nvContentPartPr>
            <p14:xfrm>
              <a:off x="11783331" y="2082448"/>
              <a:ext cx="261720" cy="3949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58E32174-0C27-43E0-905F-0B1B82F40656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1774679" y="2073448"/>
                <a:ext cx="279384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3403E01C-9043-4557-96C6-F9D63D3873DE}"/>
                  </a:ext>
                </a:extLst>
              </p14:cNvPr>
              <p14:cNvContentPartPr/>
              <p14:nvPr/>
            </p14:nvContentPartPr>
            <p14:xfrm>
              <a:off x="11399571" y="2240848"/>
              <a:ext cx="195120" cy="9540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3403E01C-9043-4557-96C6-F9D63D3873DE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1390588" y="2231848"/>
                <a:ext cx="212728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4FF9FD76-40E3-417C-98BF-17DACC1028A9}"/>
                  </a:ext>
                </a:extLst>
              </p14:cNvPr>
              <p14:cNvContentPartPr/>
              <p14:nvPr/>
            </p14:nvContentPartPr>
            <p14:xfrm>
              <a:off x="10939131" y="2189728"/>
              <a:ext cx="353160" cy="18468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4FF9FD76-40E3-417C-98BF-17DACC1028A9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930491" y="2180728"/>
                <a:ext cx="3708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22DE2B69-0BEE-4776-B1E4-A76DE4FABBDD}"/>
                  </a:ext>
                </a:extLst>
              </p14:cNvPr>
              <p14:cNvContentPartPr/>
              <p14:nvPr/>
            </p14:nvContentPartPr>
            <p14:xfrm>
              <a:off x="6631731" y="1961128"/>
              <a:ext cx="2789280" cy="98496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22DE2B69-0BEE-4776-B1E4-A76DE4FABBDD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6623091" y="1952488"/>
                <a:ext cx="2806920" cy="100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398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1B6555-9634-4AFC-95D5-CB9CC9173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5842" y="3832403"/>
            <a:ext cx="3022833" cy="548649"/>
          </a:xfrm>
        </p:spPr>
        <p:txBody>
          <a:bodyPr>
            <a:normAutofit/>
          </a:bodyPr>
          <a:lstStyle/>
          <a:p>
            <a:r>
              <a:rPr lang="en-US" sz="3200" dirty="0"/>
              <a:t>Density Operator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334C08-516E-4FFE-B5AF-A81A0D46D53F}"/>
              </a:ext>
            </a:extLst>
          </p:cNvPr>
          <p:cNvSpPr txBox="1"/>
          <p:nvPr/>
        </p:nvSpPr>
        <p:spPr>
          <a:xfrm>
            <a:off x="1575842" y="2668380"/>
            <a:ext cx="5558958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200" dirty="0">
                <a:latin typeface="+mj-lt"/>
                <a:ea typeface="+mj-ea"/>
                <a:cs typeface="+mj-cs"/>
              </a:rPr>
              <a:t>Two /more Qubit gate Operation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2BF61-5E05-4586-8024-E5CB7DB17B80}"/>
              </a:ext>
            </a:extLst>
          </p:cNvPr>
          <p:cNvSpPr txBox="1"/>
          <p:nvPr/>
        </p:nvSpPr>
        <p:spPr>
          <a:xfrm>
            <a:off x="1575842" y="1455113"/>
            <a:ext cx="23458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  <a:ea typeface="+mj-ea"/>
                <a:cs typeface="+mj-cs"/>
              </a:rPr>
              <a:t>Bloch Sphere</a:t>
            </a:r>
          </a:p>
        </p:txBody>
      </p:sp>
    </p:spTree>
    <p:extLst>
      <p:ext uri="{BB962C8B-B14F-4D97-AF65-F5344CB8AC3E}">
        <p14:creationId xmlns:p14="http://schemas.microsoft.com/office/powerpoint/2010/main" val="765222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B48BBB-B07D-489E-993E-E06F6F339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135" y="1253898"/>
            <a:ext cx="2333625" cy="904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7667F2-DDDA-47F3-9A44-185BCFE7F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754" y="639535"/>
            <a:ext cx="2505075" cy="4191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7A6E445-9AC6-438C-8ABD-0C5A47A5F14A}"/>
                  </a:ext>
                </a:extLst>
              </p14:cNvPr>
              <p14:cNvContentPartPr/>
              <p14:nvPr/>
            </p14:nvContentPartPr>
            <p14:xfrm>
              <a:off x="906651" y="1064368"/>
              <a:ext cx="1815480" cy="36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7A6E445-9AC6-438C-8ABD-0C5A47A5F1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7651" y="1055728"/>
                <a:ext cx="18331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2E365A9-A732-4601-9F6D-3143A43D8B50}"/>
                  </a:ext>
                </a:extLst>
              </p14:cNvPr>
              <p14:cNvContentPartPr/>
              <p14:nvPr/>
            </p14:nvContentPartPr>
            <p14:xfrm>
              <a:off x="8580051" y="844768"/>
              <a:ext cx="14400" cy="288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2E365A9-A732-4601-9F6D-3143A43D8B5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71051" y="836128"/>
                <a:ext cx="3204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FC5A8FB-2DDC-418D-92E5-6BC9120D8866}"/>
                  </a:ext>
                </a:extLst>
              </p14:cNvPr>
              <p14:cNvContentPartPr/>
              <p14:nvPr/>
            </p14:nvContentPartPr>
            <p14:xfrm>
              <a:off x="9428211" y="956728"/>
              <a:ext cx="128160" cy="5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FC5A8FB-2DDC-418D-92E5-6BC9120D886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19571" y="947728"/>
                <a:ext cx="14580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B1F9238-3CB6-4E8D-BACB-BC0A09089A73}"/>
                  </a:ext>
                </a:extLst>
              </p14:cNvPr>
              <p14:cNvContentPartPr/>
              <p14:nvPr/>
            </p14:nvContentPartPr>
            <p14:xfrm>
              <a:off x="9469611" y="1032328"/>
              <a:ext cx="170640" cy="129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B1F9238-3CB6-4E8D-BACB-BC0A09089A7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60611" y="1023688"/>
                <a:ext cx="18828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832B60-72B5-47F6-8597-408E1CC5AD20}"/>
                  </a:ext>
                </a:extLst>
              </p14:cNvPr>
              <p14:cNvContentPartPr/>
              <p14:nvPr/>
            </p14:nvContentPartPr>
            <p14:xfrm>
              <a:off x="9964611" y="900928"/>
              <a:ext cx="18360" cy="128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832B60-72B5-47F6-8597-408E1CC5AD2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955611" y="892288"/>
                <a:ext cx="3600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70D1941-122D-422D-AE25-823152FCC097}"/>
                  </a:ext>
                </a:extLst>
              </p14:cNvPr>
              <p14:cNvContentPartPr/>
              <p14:nvPr/>
            </p14:nvContentPartPr>
            <p14:xfrm>
              <a:off x="10092771" y="775288"/>
              <a:ext cx="223200" cy="311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70D1941-122D-422D-AE25-823152FCC09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083771" y="766648"/>
                <a:ext cx="24084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D0ED03E-BEF7-4E3F-BFDA-2E1C72960698}"/>
                  </a:ext>
                </a:extLst>
              </p14:cNvPr>
              <p14:cNvContentPartPr/>
              <p14:nvPr/>
            </p14:nvContentPartPr>
            <p14:xfrm>
              <a:off x="9816291" y="826408"/>
              <a:ext cx="6480" cy="302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D0ED03E-BEF7-4E3F-BFDA-2E1C7296069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807291" y="817408"/>
                <a:ext cx="2412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675428C-E544-4080-A86D-B297C59A725E}"/>
                  </a:ext>
                </a:extLst>
              </p14:cNvPr>
              <p14:cNvContentPartPr/>
              <p14:nvPr/>
            </p14:nvContentPartPr>
            <p14:xfrm>
              <a:off x="8722251" y="1840528"/>
              <a:ext cx="24840" cy="162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675428C-E544-4080-A86D-B297C59A725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13251" y="1831528"/>
                <a:ext cx="4248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C5C8AAE-724C-4CFC-A1CC-E65C56914168}"/>
                  </a:ext>
                </a:extLst>
              </p14:cNvPr>
              <p14:cNvContentPartPr/>
              <p14:nvPr/>
            </p14:nvContentPartPr>
            <p14:xfrm>
              <a:off x="8846091" y="1766368"/>
              <a:ext cx="195120" cy="2988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C5C8AAE-724C-4CFC-A1CC-E65C5691416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837451" y="1757368"/>
                <a:ext cx="21276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9102F4E-4733-4A54-9948-5CEDD9860E91}"/>
                  </a:ext>
                </a:extLst>
              </p14:cNvPr>
              <p14:cNvContentPartPr/>
              <p14:nvPr/>
            </p14:nvContentPartPr>
            <p14:xfrm>
              <a:off x="8571411" y="1798408"/>
              <a:ext cx="18000" cy="277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9102F4E-4733-4A54-9948-5CEDD9860E9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562411" y="1789768"/>
                <a:ext cx="3564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4ABF3F0-FBE4-4216-AEF8-5C9470BCC09F}"/>
                  </a:ext>
                </a:extLst>
              </p14:cNvPr>
              <p14:cNvContentPartPr/>
              <p14:nvPr/>
            </p14:nvContentPartPr>
            <p14:xfrm>
              <a:off x="9478611" y="1942768"/>
              <a:ext cx="194040" cy="14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4ABF3F0-FBE4-4216-AEF8-5C9470BCC09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469611" y="1934128"/>
                <a:ext cx="2116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F1032C3-D19E-4544-BD5E-08A387C50DBF}"/>
                  </a:ext>
                </a:extLst>
              </p14:cNvPr>
              <p14:cNvContentPartPr/>
              <p14:nvPr/>
            </p14:nvContentPartPr>
            <p14:xfrm>
              <a:off x="9538371" y="2031328"/>
              <a:ext cx="155160" cy="115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F1032C3-D19E-4544-BD5E-08A387C50DB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529371" y="2022328"/>
                <a:ext cx="17280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52C4295-2A7C-46AF-BC4C-4BF8C126979C}"/>
                  </a:ext>
                </a:extLst>
              </p14:cNvPr>
              <p14:cNvContentPartPr/>
              <p14:nvPr/>
            </p14:nvContentPartPr>
            <p14:xfrm>
              <a:off x="10087011" y="1853488"/>
              <a:ext cx="133560" cy="1321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52C4295-2A7C-46AF-BC4C-4BF8C126979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078371" y="1844848"/>
                <a:ext cx="15120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EBD24D6-34BF-4DCD-B7A7-851C19D35EDC}"/>
                  </a:ext>
                </a:extLst>
              </p14:cNvPr>
              <p14:cNvContentPartPr/>
              <p14:nvPr/>
            </p14:nvContentPartPr>
            <p14:xfrm>
              <a:off x="10317771" y="1794088"/>
              <a:ext cx="196560" cy="295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EBD24D6-34BF-4DCD-B7A7-851C19D35ED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308771" y="1785088"/>
                <a:ext cx="21420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2B28776-6E34-4922-93E2-ACD49DFFF6CB}"/>
                  </a:ext>
                </a:extLst>
              </p14:cNvPr>
              <p14:cNvContentPartPr/>
              <p14:nvPr/>
            </p14:nvContentPartPr>
            <p14:xfrm>
              <a:off x="9971811" y="1798408"/>
              <a:ext cx="20880" cy="2901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2B28776-6E34-4922-93E2-ACD49DFFF6C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962811" y="1789768"/>
                <a:ext cx="3852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36B4277-2B8D-4E89-AD12-54C4B6311FAF}"/>
                  </a:ext>
                </a:extLst>
              </p14:cNvPr>
              <p14:cNvContentPartPr/>
              <p14:nvPr/>
            </p14:nvContentPartPr>
            <p14:xfrm>
              <a:off x="8176851" y="1802728"/>
              <a:ext cx="229320" cy="1825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36B4277-2B8D-4E89-AD12-54C4B6311FA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168211" y="1794071"/>
                <a:ext cx="246960" cy="200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2DBB702-6392-41F1-A746-3C2E68430E7E}"/>
                  </a:ext>
                </a:extLst>
              </p14:cNvPr>
              <p14:cNvContentPartPr/>
              <p14:nvPr/>
            </p14:nvContentPartPr>
            <p14:xfrm>
              <a:off x="8725851" y="784648"/>
              <a:ext cx="366480" cy="284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2DBB702-6392-41F1-A746-3C2E68430E7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716860" y="775648"/>
                <a:ext cx="384103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E82B0CE-1D3D-4DB1-BE0A-58147E0121FA}"/>
                  </a:ext>
                </a:extLst>
              </p14:cNvPr>
              <p14:cNvContentPartPr/>
              <p14:nvPr/>
            </p14:nvContentPartPr>
            <p14:xfrm>
              <a:off x="8226891" y="751888"/>
              <a:ext cx="188640" cy="2980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E82B0CE-1D3D-4DB1-BE0A-58147E0121F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218267" y="742888"/>
                <a:ext cx="206246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ABE4818-D331-4D25-B473-B9F839989A7D}"/>
                  </a:ext>
                </a:extLst>
              </p14:cNvPr>
              <p14:cNvContentPartPr/>
              <p14:nvPr/>
            </p14:nvContentPartPr>
            <p14:xfrm>
              <a:off x="8740251" y="3055168"/>
              <a:ext cx="12600" cy="1692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ABE4818-D331-4D25-B473-B9F839989A7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731251" y="3046168"/>
                <a:ext cx="302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E066353-1D34-4C01-995A-2AB5C8F0CC4D}"/>
                  </a:ext>
                </a:extLst>
              </p14:cNvPr>
              <p14:cNvContentPartPr/>
              <p14:nvPr/>
            </p14:nvContentPartPr>
            <p14:xfrm>
              <a:off x="9629811" y="3143008"/>
              <a:ext cx="154440" cy="104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E066353-1D34-4C01-995A-2AB5C8F0CC4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620811" y="3134368"/>
                <a:ext cx="17208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CE5BDB2-7E3D-4963-AED3-905ECC8AC54C}"/>
                  </a:ext>
                </a:extLst>
              </p14:cNvPr>
              <p14:cNvContentPartPr/>
              <p14:nvPr/>
            </p14:nvContentPartPr>
            <p14:xfrm>
              <a:off x="9648171" y="3217168"/>
              <a:ext cx="118080" cy="158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CE5BDB2-7E3D-4963-AED3-905ECC8AC54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639531" y="3208528"/>
                <a:ext cx="13572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C9CE384-ECF0-4F2B-A102-037BBCE268CB}"/>
                  </a:ext>
                </a:extLst>
              </p14:cNvPr>
              <p14:cNvContentPartPr/>
              <p14:nvPr/>
            </p14:nvContentPartPr>
            <p14:xfrm>
              <a:off x="9997011" y="3003328"/>
              <a:ext cx="24480" cy="2977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C9CE384-ECF0-4F2B-A102-037BBCE268C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988011" y="2994688"/>
                <a:ext cx="4212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CC2AAE9-76F4-41F1-90FD-9FFF5B639B89}"/>
                  </a:ext>
                </a:extLst>
              </p14:cNvPr>
              <p14:cNvContentPartPr/>
              <p14:nvPr/>
            </p14:nvContentPartPr>
            <p14:xfrm>
              <a:off x="8689491" y="3980728"/>
              <a:ext cx="10800" cy="2865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CC2AAE9-76F4-41F1-90FD-9FFF5B639B8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680851" y="3972088"/>
                <a:ext cx="2844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3CDB5D6-C6A6-4904-915D-E1A2941B9E5A}"/>
                  </a:ext>
                </a:extLst>
              </p14:cNvPr>
              <p14:cNvContentPartPr/>
              <p14:nvPr/>
            </p14:nvContentPartPr>
            <p14:xfrm>
              <a:off x="9542691" y="4152808"/>
              <a:ext cx="123480" cy="18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3CDB5D6-C6A6-4904-915D-E1A2941B9E5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533691" y="4143808"/>
                <a:ext cx="1411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A2A0F02-70ED-4A9F-B503-B1C04CCB5CE5}"/>
                  </a:ext>
                </a:extLst>
              </p14:cNvPr>
              <p14:cNvContentPartPr/>
              <p14:nvPr/>
            </p14:nvContentPartPr>
            <p14:xfrm>
              <a:off x="9592731" y="4236328"/>
              <a:ext cx="153360" cy="122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A2A0F02-70ED-4A9F-B503-B1C04CCB5CE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584091" y="4227688"/>
                <a:ext cx="17100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8094C87-1F58-4EE4-9843-368DCCD308CD}"/>
                  </a:ext>
                </a:extLst>
              </p14:cNvPr>
              <p14:cNvContentPartPr/>
              <p14:nvPr/>
            </p14:nvContentPartPr>
            <p14:xfrm>
              <a:off x="9927891" y="4178008"/>
              <a:ext cx="153360" cy="262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8094C87-1F58-4EE4-9843-368DCCD308C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919251" y="4169008"/>
                <a:ext cx="1710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73E6143-F1A2-4513-964E-27C1AB8A87D0}"/>
                  </a:ext>
                </a:extLst>
              </p14:cNvPr>
              <p14:cNvContentPartPr/>
              <p14:nvPr/>
            </p14:nvContentPartPr>
            <p14:xfrm>
              <a:off x="8873451" y="3976048"/>
              <a:ext cx="306720" cy="333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73E6143-F1A2-4513-964E-27C1AB8A87D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864451" y="3967048"/>
                <a:ext cx="32436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06EE9F8-C867-484F-A6E4-31AC82C2CD3E}"/>
                  </a:ext>
                </a:extLst>
              </p14:cNvPr>
              <p14:cNvContentPartPr/>
              <p14:nvPr/>
            </p14:nvContentPartPr>
            <p14:xfrm>
              <a:off x="8176851" y="3947608"/>
              <a:ext cx="289080" cy="276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06EE9F8-C867-484F-A6E4-31AC82C2CD3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168211" y="3938608"/>
                <a:ext cx="30672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E32E15D-64A7-4753-BFEA-6DCDCC54B48F}"/>
                  </a:ext>
                </a:extLst>
              </p14:cNvPr>
              <p14:cNvContentPartPr/>
              <p14:nvPr/>
            </p14:nvContentPartPr>
            <p14:xfrm>
              <a:off x="10177371" y="3018088"/>
              <a:ext cx="382680" cy="2779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E32E15D-64A7-4753-BFEA-6DCDCC54B48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168723" y="3009088"/>
                <a:ext cx="400337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34EABD4-1B0B-4531-9BFD-6603AD80EBC1}"/>
                  </a:ext>
                </a:extLst>
              </p14:cNvPr>
              <p14:cNvContentPartPr/>
              <p14:nvPr/>
            </p14:nvContentPartPr>
            <p14:xfrm>
              <a:off x="8841771" y="3045088"/>
              <a:ext cx="407880" cy="2286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34EABD4-1B0B-4531-9BFD-6603AD80EBC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833131" y="3036448"/>
                <a:ext cx="42552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7489DE8-18CE-446D-9E31-50E607B5837E}"/>
                  </a:ext>
                </a:extLst>
              </p14:cNvPr>
              <p14:cNvContentPartPr/>
              <p14:nvPr/>
            </p14:nvContentPartPr>
            <p14:xfrm>
              <a:off x="8181531" y="2977408"/>
              <a:ext cx="262800" cy="2588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7489DE8-18CE-446D-9E31-50E607B5837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172531" y="2968768"/>
                <a:ext cx="28044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0948C14-2CB4-4EDD-BF58-AF653FFB3A45}"/>
                  </a:ext>
                </a:extLst>
              </p14:cNvPr>
              <p14:cNvContentPartPr/>
              <p14:nvPr/>
            </p14:nvContentPartPr>
            <p14:xfrm>
              <a:off x="10432251" y="3999088"/>
              <a:ext cx="6840" cy="2167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0948C14-2CB4-4EDD-BF58-AF653FFB3A4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423251" y="3990448"/>
                <a:ext cx="2448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7095DE9-789C-4DC3-8202-B9ED17DAF320}"/>
                  </a:ext>
                </a:extLst>
              </p14:cNvPr>
              <p14:cNvContentPartPr/>
              <p14:nvPr/>
            </p14:nvContentPartPr>
            <p14:xfrm>
              <a:off x="10569771" y="3971728"/>
              <a:ext cx="226080" cy="3322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7095DE9-789C-4DC3-8202-B9ED17DAF32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560771" y="3962728"/>
                <a:ext cx="24372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9CF0E2F-03F1-4CF7-9135-07AB1103E73C}"/>
                  </a:ext>
                </a:extLst>
              </p14:cNvPr>
              <p14:cNvContentPartPr/>
              <p14:nvPr/>
            </p14:nvContentPartPr>
            <p14:xfrm>
              <a:off x="10225611" y="3919888"/>
              <a:ext cx="27000" cy="3654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9CF0E2F-03F1-4CF7-9135-07AB1103E73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216971" y="3910888"/>
                <a:ext cx="4464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97804B6-839F-458D-9945-20CA1BAB12EA}"/>
                  </a:ext>
                </a:extLst>
              </p14:cNvPr>
              <p14:cNvContentPartPr/>
              <p14:nvPr/>
            </p14:nvContentPartPr>
            <p14:xfrm>
              <a:off x="566811" y="2780488"/>
              <a:ext cx="669960" cy="3945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97804B6-839F-458D-9945-20CA1BAB12E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58166" y="2771488"/>
                <a:ext cx="687609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E37A9CA-A80A-4583-B1F7-6C58F0607C29}"/>
                  </a:ext>
                </a:extLst>
              </p14:cNvPr>
              <p14:cNvContentPartPr/>
              <p14:nvPr/>
            </p14:nvContentPartPr>
            <p14:xfrm>
              <a:off x="1452051" y="2943208"/>
              <a:ext cx="200160" cy="75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E37A9CA-A80A-4583-B1F7-6C58F0607C2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443051" y="2934208"/>
                <a:ext cx="2178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EC03544-ACD6-40C0-AF4C-FC3310B41914}"/>
                  </a:ext>
                </a:extLst>
              </p14:cNvPr>
              <p14:cNvContentPartPr/>
              <p14:nvPr/>
            </p14:nvContentPartPr>
            <p14:xfrm>
              <a:off x="1470411" y="3003328"/>
              <a:ext cx="142560" cy="201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EC03544-ACD6-40C0-AF4C-FC3310B4191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461771" y="2994688"/>
                <a:ext cx="1602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097C7A8-1F7A-499B-94E4-804A4B028762}"/>
                  </a:ext>
                </a:extLst>
              </p14:cNvPr>
              <p14:cNvContentPartPr/>
              <p14:nvPr/>
            </p14:nvContentPartPr>
            <p14:xfrm>
              <a:off x="3812571" y="2984608"/>
              <a:ext cx="253440" cy="54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097C7A8-1F7A-499B-94E4-804A4B02876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803931" y="2975968"/>
                <a:ext cx="27108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50185902-224D-4C74-8394-6B6FD6272EBE}"/>
                  </a:ext>
                </a:extLst>
              </p14:cNvPr>
              <p14:cNvContentPartPr/>
              <p14:nvPr/>
            </p14:nvContentPartPr>
            <p14:xfrm>
              <a:off x="4734171" y="2812888"/>
              <a:ext cx="3960" cy="2037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50185902-224D-4C74-8394-6B6FD6272EB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725531" y="2804248"/>
                <a:ext cx="2160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8C8B7991-9F9C-4727-8A61-DCDC82387481}"/>
                  </a:ext>
                </a:extLst>
              </p14:cNvPr>
              <p14:cNvContentPartPr/>
              <p14:nvPr/>
            </p14:nvContentPartPr>
            <p14:xfrm>
              <a:off x="4881051" y="2771128"/>
              <a:ext cx="211320" cy="2908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8C8B7991-9F9C-4727-8A61-DCDC8238748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872051" y="2762488"/>
                <a:ext cx="22896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EC9C139-A571-42EE-B3BA-F5494491C509}"/>
                  </a:ext>
                </a:extLst>
              </p14:cNvPr>
              <p14:cNvContentPartPr/>
              <p14:nvPr/>
            </p14:nvContentPartPr>
            <p14:xfrm>
              <a:off x="5183451" y="2693728"/>
              <a:ext cx="120600" cy="5864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EC9C139-A571-42EE-B3BA-F5494491C50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174451" y="2684728"/>
                <a:ext cx="138240" cy="60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D87543D-8742-43CC-A02E-D9D63CCCD5F8}"/>
                  </a:ext>
                </a:extLst>
              </p14:cNvPr>
              <p14:cNvContentPartPr/>
              <p14:nvPr/>
            </p14:nvContentPartPr>
            <p14:xfrm>
              <a:off x="2020491" y="2668528"/>
              <a:ext cx="1486440" cy="6631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D87543D-8742-43CC-A02E-D9D63CCCD5F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011491" y="2659528"/>
                <a:ext cx="1504080" cy="68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A1D9B42-BA18-41E9-A6D2-B6042BDC31F2}"/>
                  </a:ext>
                </a:extLst>
              </p14:cNvPr>
              <p14:cNvContentPartPr/>
              <p14:nvPr/>
            </p14:nvContentPartPr>
            <p14:xfrm>
              <a:off x="4436091" y="2771128"/>
              <a:ext cx="158400" cy="3024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A1D9B42-BA18-41E9-A6D2-B6042BDC31F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427091" y="2762488"/>
                <a:ext cx="17604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1DBEFC8-99B4-45A4-97CC-0035C0F55FD6}"/>
                  </a:ext>
                </a:extLst>
              </p14:cNvPr>
              <p14:cNvContentPartPr/>
              <p14:nvPr/>
            </p14:nvContentPartPr>
            <p14:xfrm>
              <a:off x="4917411" y="1035928"/>
              <a:ext cx="114840" cy="3211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1DBEFC8-99B4-45A4-97CC-0035C0F55FD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908411" y="1027288"/>
                <a:ext cx="13248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1B3E18E-B151-4F3A-A028-4F8230797EF3}"/>
                  </a:ext>
                </a:extLst>
              </p14:cNvPr>
              <p14:cNvContentPartPr/>
              <p14:nvPr/>
            </p14:nvContentPartPr>
            <p14:xfrm>
              <a:off x="4514211" y="803008"/>
              <a:ext cx="21960" cy="1735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1B3E18E-B151-4F3A-A028-4F8230797EF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505571" y="794008"/>
                <a:ext cx="3960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0EEEE778-3EA1-4ADB-AD9F-85A7972F5ED5}"/>
                  </a:ext>
                </a:extLst>
              </p14:cNvPr>
              <p14:cNvContentPartPr/>
              <p14:nvPr/>
            </p14:nvContentPartPr>
            <p14:xfrm>
              <a:off x="4942971" y="630568"/>
              <a:ext cx="237240" cy="2178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0EEEE778-3EA1-4ADB-AD9F-85A7972F5ED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934318" y="621928"/>
                <a:ext cx="254907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D4119634-8FAE-41F2-9FCE-DA6725E0D062}"/>
                  </a:ext>
                </a:extLst>
              </p14:cNvPr>
              <p14:cNvContentPartPr/>
              <p14:nvPr/>
            </p14:nvContentPartPr>
            <p14:xfrm>
              <a:off x="5259771" y="561448"/>
              <a:ext cx="277560" cy="1789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D4119634-8FAE-41F2-9FCE-DA6725E0D06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251131" y="552808"/>
                <a:ext cx="29520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B4FD6A8B-1782-4D97-9344-343614343A3A}"/>
                  </a:ext>
                </a:extLst>
              </p14:cNvPr>
              <p14:cNvContentPartPr/>
              <p14:nvPr/>
            </p14:nvContentPartPr>
            <p14:xfrm>
              <a:off x="4630851" y="723808"/>
              <a:ext cx="236520" cy="1594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B4FD6A8B-1782-4D97-9344-343614343A3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622211" y="715168"/>
                <a:ext cx="25416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B0A27EE-90CB-467E-A359-9D27EB674F8C}"/>
                  </a:ext>
                </a:extLst>
              </p14:cNvPr>
              <p14:cNvContentPartPr/>
              <p14:nvPr/>
            </p14:nvContentPartPr>
            <p14:xfrm>
              <a:off x="608931" y="3850768"/>
              <a:ext cx="102960" cy="1256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B0A27EE-90CB-467E-A359-9D27EB674F8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99931" y="3841768"/>
                <a:ext cx="1206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B713A396-0EB0-4EB4-8389-DA0BF6F74EE6}"/>
                  </a:ext>
                </a:extLst>
              </p14:cNvPr>
              <p14:cNvContentPartPr/>
              <p14:nvPr/>
            </p14:nvContentPartPr>
            <p14:xfrm>
              <a:off x="300411" y="3943288"/>
              <a:ext cx="126000" cy="7653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B713A396-0EB0-4EB4-8389-DA0BF6F74EE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91411" y="3934648"/>
                <a:ext cx="143640" cy="78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5EE65EF-4508-4B34-9CE3-15E91BA3D7B9}"/>
                  </a:ext>
                </a:extLst>
              </p14:cNvPr>
              <p14:cNvContentPartPr/>
              <p14:nvPr/>
            </p14:nvContentPartPr>
            <p14:xfrm>
              <a:off x="2061171" y="4115368"/>
              <a:ext cx="843840" cy="5742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5EE65EF-4508-4B34-9CE3-15E91BA3D7B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052531" y="4106728"/>
                <a:ext cx="861480" cy="59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7994A3B-E5F9-41F7-86CC-CFC48DEA0C8E}"/>
                  </a:ext>
                </a:extLst>
              </p14:cNvPr>
              <p14:cNvContentPartPr/>
              <p14:nvPr/>
            </p14:nvContentPartPr>
            <p14:xfrm>
              <a:off x="1117251" y="3998368"/>
              <a:ext cx="802080" cy="7016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7994A3B-E5F9-41F7-86CC-CFC48DEA0C8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08255" y="3989728"/>
                <a:ext cx="819712" cy="71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55694E14-93DB-461D-AE36-ECCC21691022}"/>
                  </a:ext>
                </a:extLst>
              </p14:cNvPr>
              <p14:cNvContentPartPr/>
              <p14:nvPr/>
            </p14:nvContentPartPr>
            <p14:xfrm>
              <a:off x="631251" y="4124368"/>
              <a:ext cx="211320" cy="3430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55694E14-93DB-461D-AE36-ECCC2169102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22611" y="4115728"/>
                <a:ext cx="22896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84375AB4-8964-4B31-9163-8E2D1A00B40B}"/>
                  </a:ext>
                </a:extLst>
              </p14:cNvPr>
              <p14:cNvContentPartPr/>
              <p14:nvPr/>
            </p14:nvContentPartPr>
            <p14:xfrm>
              <a:off x="3102291" y="4404088"/>
              <a:ext cx="237240" cy="1130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84375AB4-8964-4B31-9163-8E2D1A00B40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093291" y="4395059"/>
                <a:ext cx="254880" cy="1307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54DF1114-6173-4D31-9843-3F483803E820}"/>
                  </a:ext>
                </a:extLst>
              </p14:cNvPr>
              <p14:cNvContentPartPr/>
              <p14:nvPr/>
            </p14:nvContentPartPr>
            <p14:xfrm>
              <a:off x="3899691" y="3979648"/>
              <a:ext cx="122040" cy="1033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54DF1114-6173-4D31-9843-3F483803E82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890691" y="3971008"/>
                <a:ext cx="1396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CDEC22AC-A16D-4192-B2DA-3BBC8B982EC6}"/>
                  </a:ext>
                </a:extLst>
              </p14:cNvPr>
              <p14:cNvContentPartPr/>
              <p14:nvPr/>
            </p14:nvContentPartPr>
            <p14:xfrm>
              <a:off x="4397211" y="4206448"/>
              <a:ext cx="271080" cy="2887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CDEC22AC-A16D-4192-B2DA-3BBC8B982EC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388211" y="4197808"/>
                <a:ext cx="28872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CB62A1CA-F777-47B7-A40D-1851A5A89FAA}"/>
                  </a:ext>
                </a:extLst>
              </p14:cNvPr>
              <p14:cNvContentPartPr/>
              <p14:nvPr/>
            </p14:nvContentPartPr>
            <p14:xfrm>
              <a:off x="3913731" y="4203568"/>
              <a:ext cx="205560" cy="3034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CB62A1CA-F777-47B7-A40D-1851A5A89FA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904731" y="4194918"/>
                <a:ext cx="223200" cy="3211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933FB7D0-C9D4-4B82-971F-BDFF0E254685}"/>
                  </a:ext>
                </a:extLst>
              </p14:cNvPr>
              <p14:cNvContentPartPr/>
              <p14:nvPr/>
            </p14:nvContentPartPr>
            <p14:xfrm>
              <a:off x="3634371" y="4013488"/>
              <a:ext cx="147600" cy="7189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933FB7D0-C9D4-4B82-971F-BDFF0E254685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625731" y="4004488"/>
                <a:ext cx="165240" cy="73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83500DC9-2CF0-4B4C-8717-BF2380C48A86}"/>
                  </a:ext>
                </a:extLst>
              </p14:cNvPr>
              <p14:cNvContentPartPr/>
              <p14:nvPr/>
            </p14:nvContentPartPr>
            <p14:xfrm>
              <a:off x="5971851" y="3947968"/>
              <a:ext cx="36720" cy="33696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83500DC9-2CF0-4B4C-8717-BF2380C48A8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962851" y="3939328"/>
                <a:ext cx="5436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A766FA28-BDD3-4B3E-B8B9-CEFED7320634}"/>
                  </a:ext>
                </a:extLst>
              </p14:cNvPr>
              <p14:cNvContentPartPr/>
              <p14:nvPr/>
            </p14:nvContentPartPr>
            <p14:xfrm>
              <a:off x="5833971" y="4354048"/>
              <a:ext cx="355320" cy="82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A766FA28-BDD3-4B3E-B8B9-CEFED732063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825331" y="4345048"/>
                <a:ext cx="37296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BF670A74-81F0-46C5-BDA8-09F7EC350516}"/>
                  </a:ext>
                </a:extLst>
              </p14:cNvPr>
              <p14:cNvContentPartPr/>
              <p14:nvPr/>
            </p14:nvContentPartPr>
            <p14:xfrm>
              <a:off x="5911011" y="4450528"/>
              <a:ext cx="285480" cy="2908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BF670A74-81F0-46C5-BDA8-09F7EC35051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902011" y="4441539"/>
                <a:ext cx="303120" cy="3084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68D8ED4C-A7B1-4E66-9EB8-FB6C34D4B154}"/>
                  </a:ext>
                </a:extLst>
              </p14:cNvPr>
              <p14:cNvContentPartPr/>
              <p14:nvPr/>
            </p14:nvContentPartPr>
            <p14:xfrm>
              <a:off x="6324651" y="4273768"/>
              <a:ext cx="31320" cy="2239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68D8ED4C-A7B1-4E66-9EB8-FB6C34D4B15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315651" y="4265128"/>
                <a:ext cx="4896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3E84AC1A-3E17-4A5F-A021-080137D6DAD3}"/>
                  </a:ext>
                </a:extLst>
              </p14:cNvPr>
              <p14:cNvContentPartPr/>
              <p14:nvPr/>
            </p14:nvContentPartPr>
            <p14:xfrm>
              <a:off x="7621371" y="4324528"/>
              <a:ext cx="5760" cy="14616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3E84AC1A-3E17-4A5F-A021-080137D6DAD3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612731" y="4315528"/>
                <a:ext cx="2340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0D496047-F63D-4B45-BD84-50B233930E66}"/>
                  </a:ext>
                </a:extLst>
              </p14:cNvPr>
              <p14:cNvContentPartPr/>
              <p14:nvPr/>
            </p14:nvContentPartPr>
            <p14:xfrm>
              <a:off x="7745931" y="4320208"/>
              <a:ext cx="8640" cy="1537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0D496047-F63D-4B45-BD84-50B233930E66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736931" y="4311208"/>
                <a:ext cx="2628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CA322296-1B53-496D-AB0A-7C892E37FC24}"/>
                  </a:ext>
                </a:extLst>
              </p14:cNvPr>
              <p14:cNvContentPartPr/>
              <p14:nvPr/>
            </p14:nvContentPartPr>
            <p14:xfrm>
              <a:off x="7860411" y="3982168"/>
              <a:ext cx="223200" cy="9684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CA322296-1B53-496D-AB0A-7C892E37FC24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851411" y="3973528"/>
                <a:ext cx="240840" cy="9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434D3C76-4843-45FA-9553-3014CF1CC743}"/>
                  </a:ext>
                </a:extLst>
              </p14:cNvPr>
              <p14:cNvContentPartPr/>
              <p14:nvPr/>
            </p14:nvContentPartPr>
            <p14:xfrm>
              <a:off x="7282971" y="4292128"/>
              <a:ext cx="224640" cy="2422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434D3C76-4843-45FA-9553-3014CF1CC743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274331" y="4283128"/>
                <a:ext cx="24228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17E328A0-6EE1-4B5A-88F7-37FD9FFEE719}"/>
                  </a:ext>
                </a:extLst>
              </p14:cNvPr>
              <p14:cNvContentPartPr/>
              <p14:nvPr/>
            </p14:nvContentPartPr>
            <p14:xfrm>
              <a:off x="6494931" y="4217968"/>
              <a:ext cx="623160" cy="2516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17E328A0-6EE1-4B5A-88F7-37FD9FFEE71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486286" y="4209328"/>
                <a:ext cx="64081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8A0553AA-5557-4FEA-BD46-E0A72E7A2AA6}"/>
                  </a:ext>
                </a:extLst>
              </p14:cNvPr>
              <p14:cNvContentPartPr/>
              <p14:nvPr/>
            </p14:nvContentPartPr>
            <p14:xfrm>
              <a:off x="3959451" y="4619368"/>
              <a:ext cx="200880" cy="766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8A0553AA-5557-4FEA-BD46-E0A72E7A2AA6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950451" y="4610368"/>
                <a:ext cx="21852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61B11DCF-711F-406E-934C-17AA4BF302A8}"/>
                  </a:ext>
                </a:extLst>
              </p14:cNvPr>
              <p14:cNvContentPartPr/>
              <p14:nvPr/>
            </p14:nvContentPartPr>
            <p14:xfrm>
              <a:off x="4857651" y="3886408"/>
              <a:ext cx="860400" cy="98712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61B11DCF-711F-406E-934C-17AA4BF302A8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849011" y="3877408"/>
                <a:ext cx="878040" cy="10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73862D6F-43EA-4FF6-B5AD-AD3AFFAA26D0}"/>
                  </a:ext>
                </a:extLst>
              </p14:cNvPr>
              <p14:cNvContentPartPr/>
              <p14:nvPr/>
            </p14:nvContentPartPr>
            <p14:xfrm>
              <a:off x="6572331" y="4524688"/>
              <a:ext cx="360" cy="3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73862D6F-43EA-4FF6-B5AD-AD3AFFAA26D0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563331" y="451604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9EC72E88-3FED-450B-A975-D69CBD236A61}"/>
                  </a:ext>
                </a:extLst>
              </p14:cNvPr>
              <p14:cNvContentPartPr/>
              <p14:nvPr/>
            </p14:nvContentPartPr>
            <p14:xfrm>
              <a:off x="6847371" y="4538728"/>
              <a:ext cx="360" cy="3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9EC72E88-3FED-450B-A975-D69CBD236A61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838731" y="453008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572AACDE-88A2-4E88-9B8F-263E06D5CAEC}"/>
                  </a:ext>
                </a:extLst>
              </p14:cNvPr>
              <p14:cNvContentPartPr/>
              <p14:nvPr/>
            </p14:nvContentPartPr>
            <p14:xfrm>
              <a:off x="4472451" y="5367448"/>
              <a:ext cx="422280" cy="5090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572AACDE-88A2-4E88-9B8F-263E06D5CAEC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4463811" y="5358808"/>
                <a:ext cx="439920" cy="5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8020E1D7-3DB0-4224-89BD-1058D2BD9859}"/>
                  </a:ext>
                </a:extLst>
              </p14:cNvPr>
              <p14:cNvContentPartPr/>
              <p14:nvPr/>
            </p14:nvContentPartPr>
            <p14:xfrm>
              <a:off x="5071851" y="5423248"/>
              <a:ext cx="29160" cy="3862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8020E1D7-3DB0-4224-89BD-1058D2BD9859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5063211" y="5414608"/>
                <a:ext cx="4680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1D8E725B-2A2B-4A28-B840-2EF6DB59E251}"/>
                  </a:ext>
                </a:extLst>
              </p14:cNvPr>
              <p14:cNvContentPartPr/>
              <p14:nvPr/>
            </p14:nvContentPartPr>
            <p14:xfrm>
              <a:off x="5254371" y="5517928"/>
              <a:ext cx="612000" cy="33804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1D8E725B-2A2B-4A28-B840-2EF6DB59E251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5245731" y="5509288"/>
                <a:ext cx="629640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B5EE78B7-7A86-4591-8C6C-7910BD52BA17}"/>
                  </a:ext>
                </a:extLst>
              </p14:cNvPr>
              <p14:cNvContentPartPr/>
              <p14:nvPr/>
            </p14:nvContentPartPr>
            <p14:xfrm>
              <a:off x="7117371" y="5491648"/>
              <a:ext cx="290160" cy="2998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B5EE78B7-7A86-4591-8C6C-7910BD52BA17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7108731" y="5482648"/>
                <a:ext cx="30780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0DCF243D-DE4A-442E-A517-6CFE5D59F1F3}"/>
                  </a:ext>
                </a:extLst>
              </p14:cNvPr>
              <p14:cNvContentPartPr/>
              <p14:nvPr/>
            </p14:nvContentPartPr>
            <p14:xfrm>
              <a:off x="6600051" y="5259088"/>
              <a:ext cx="353520" cy="66024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0DCF243D-DE4A-442E-A517-6CFE5D59F1F3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6591051" y="5250443"/>
                <a:ext cx="371160" cy="6778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D36AD7A9-E8D2-44E5-8102-F2F898BD19D5}"/>
                  </a:ext>
                </a:extLst>
              </p14:cNvPr>
              <p14:cNvContentPartPr/>
              <p14:nvPr/>
            </p14:nvContentPartPr>
            <p14:xfrm>
              <a:off x="7567371" y="5326408"/>
              <a:ext cx="426240" cy="55188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D36AD7A9-E8D2-44E5-8102-F2F898BD19D5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7558379" y="5317414"/>
                <a:ext cx="443865" cy="5695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8DED8640-4A3B-4905-9642-54FA93A0FCBE}"/>
                  </a:ext>
                </a:extLst>
              </p14:cNvPr>
              <p14:cNvContentPartPr/>
              <p14:nvPr/>
            </p14:nvContentPartPr>
            <p14:xfrm>
              <a:off x="2395971" y="5222368"/>
              <a:ext cx="1935360" cy="150084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8DED8640-4A3B-4905-9642-54FA93A0FCBE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2387329" y="5213368"/>
                <a:ext cx="1953003" cy="15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47E74DD4-16E4-46CE-93FA-61324EBDDCF8}"/>
                  </a:ext>
                </a:extLst>
              </p14:cNvPr>
              <p14:cNvContentPartPr/>
              <p14:nvPr/>
            </p14:nvContentPartPr>
            <p14:xfrm>
              <a:off x="5458491" y="6353128"/>
              <a:ext cx="22680" cy="20052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47E74DD4-16E4-46CE-93FA-61324EBDDCF8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5449851" y="6344488"/>
                <a:ext cx="4032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3F6BDD06-6EC4-4179-B49E-2DDF89C9102F}"/>
                  </a:ext>
                </a:extLst>
              </p14:cNvPr>
              <p14:cNvContentPartPr/>
              <p14:nvPr/>
            </p14:nvContentPartPr>
            <p14:xfrm>
              <a:off x="6259131" y="6502168"/>
              <a:ext cx="131040" cy="10008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3F6BDD06-6EC4-4179-B49E-2DDF89C9102F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6250131" y="6493559"/>
                <a:ext cx="148680" cy="1176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4E4891B4-0DA1-4AD5-A792-82AAAD5E66A8}"/>
                  </a:ext>
                </a:extLst>
              </p14:cNvPr>
              <p14:cNvContentPartPr/>
              <p14:nvPr/>
            </p14:nvContentPartPr>
            <p14:xfrm>
              <a:off x="5596011" y="6174208"/>
              <a:ext cx="287640" cy="61704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4E4891B4-0DA1-4AD5-A792-82AAAD5E66A8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5587360" y="6165208"/>
                <a:ext cx="305302" cy="6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9944BDFC-77E6-4542-9C79-AFE08C12CCE7}"/>
                  </a:ext>
                </a:extLst>
              </p14:cNvPr>
              <p14:cNvContentPartPr/>
              <p14:nvPr/>
            </p14:nvContentPartPr>
            <p14:xfrm>
              <a:off x="4587651" y="6306688"/>
              <a:ext cx="735840" cy="31320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9944BDFC-77E6-4542-9C79-AFE08C12CCE7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4578651" y="6298048"/>
                <a:ext cx="75348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664E0C09-33FE-4E98-9860-DE99350F6B72}"/>
                  </a:ext>
                </a:extLst>
              </p14:cNvPr>
              <p14:cNvContentPartPr/>
              <p14:nvPr/>
            </p14:nvContentPartPr>
            <p14:xfrm>
              <a:off x="6696171" y="6099594"/>
              <a:ext cx="666360" cy="746014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664E0C09-33FE-4E98-9860-DE99350F6B72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6687531" y="6090953"/>
                <a:ext cx="684000" cy="7636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7DAEB596-8116-4187-9ED1-B7860D3C939B}"/>
                  </a:ext>
                </a:extLst>
              </p14:cNvPr>
              <p14:cNvContentPartPr/>
              <p14:nvPr/>
            </p14:nvContentPartPr>
            <p14:xfrm>
              <a:off x="7658451" y="6274554"/>
              <a:ext cx="438480" cy="34560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7DAEB596-8116-4187-9ED1-B7860D3C939B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7649811" y="6265563"/>
                <a:ext cx="456120" cy="3632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AD071403-D705-475B-8D2F-E0B2605972F0}"/>
                  </a:ext>
                </a:extLst>
              </p14:cNvPr>
              <p14:cNvContentPartPr/>
              <p14:nvPr/>
            </p14:nvContentPartPr>
            <p14:xfrm>
              <a:off x="8168571" y="5209408"/>
              <a:ext cx="1287360" cy="1497506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AD071403-D705-475B-8D2F-E0B2605972F0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8159574" y="5200766"/>
                <a:ext cx="1304995" cy="151514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1870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3405B8F-C46F-4BF5-8DB3-FDC2298C8C53}"/>
                  </a:ext>
                </a:extLst>
              </p14:cNvPr>
              <p14:cNvContentPartPr/>
              <p14:nvPr/>
            </p14:nvContentPartPr>
            <p14:xfrm>
              <a:off x="2112291" y="597448"/>
              <a:ext cx="80280" cy="66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3405B8F-C46F-4BF5-8DB3-FDC2298C8C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03291" y="588808"/>
                <a:ext cx="9792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7AF41CC-90C4-42BE-85A7-FD54F7C7AB09}"/>
                  </a:ext>
                </a:extLst>
              </p14:cNvPr>
              <p14:cNvContentPartPr/>
              <p14:nvPr/>
            </p14:nvContentPartPr>
            <p14:xfrm>
              <a:off x="2423691" y="575128"/>
              <a:ext cx="85320" cy="308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7AF41CC-90C4-42BE-85A7-FD54F7C7AB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15051" y="566488"/>
                <a:ext cx="10296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5BCC826-C622-410C-AC10-C41CD6379FCE}"/>
                  </a:ext>
                </a:extLst>
              </p14:cNvPr>
              <p14:cNvContentPartPr/>
              <p14:nvPr/>
            </p14:nvContentPartPr>
            <p14:xfrm>
              <a:off x="1126611" y="654328"/>
              <a:ext cx="69120" cy="435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5BCC826-C622-410C-AC10-C41CD6379F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7971" y="645688"/>
                <a:ext cx="8676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EDDE619-2C81-42CE-9803-C37A5D4B9D9B}"/>
                  </a:ext>
                </a:extLst>
              </p14:cNvPr>
              <p14:cNvContentPartPr/>
              <p14:nvPr/>
            </p14:nvContentPartPr>
            <p14:xfrm>
              <a:off x="2089251" y="714448"/>
              <a:ext cx="230400" cy="186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EDDE619-2C81-42CE-9803-C37A5D4B9D9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80611" y="705808"/>
                <a:ext cx="24804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0224E32-D5CD-4B71-96CF-2C7CE059C2A8}"/>
                  </a:ext>
                </a:extLst>
              </p14:cNvPr>
              <p14:cNvContentPartPr/>
              <p14:nvPr/>
            </p14:nvContentPartPr>
            <p14:xfrm>
              <a:off x="1640691" y="705448"/>
              <a:ext cx="250200" cy="208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0224E32-D5CD-4B71-96CF-2C7CE059C2A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31691" y="696448"/>
                <a:ext cx="26784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EE412CE-991B-48D7-8B51-AF39D6240D8E}"/>
                  </a:ext>
                </a:extLst>
              </p14:cNvPr>
              <p14:cNvContentPartPr/>
              <p14:nvPr/>
            </p14:nvContentPartPr>
            <p14:xfrm>
              <a:off x="1360611" y="579448"/>
              <a:ext cx="146880" cy="3009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EE412CE-991B-48D7-8B51-AF39D6240D8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51633" y="570448"/>
                <a:ext cx="164477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C486FD3-E576-43D8-A667-D26999CACD0C}"/>
                  </a:ext>
                </a:extLst>
              </p14:cNvPr>
              <p14:cNvContentPartPr/>
              <p14:nvPr/>
            </p14:nvContentPartPr>
            <p14:xfrm>
              <a:off x="3821211" y="631648"/>
              <a:ext cx="203040" cy="1656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C486FD3-E576-43D8-A667-D26999CACD0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12211" y="623008"/>
                <a:ext cx="22068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73C0935-65CB-4C96-8AEE-4C24338632E1}"/>
                  </a:ext>
                </a:extLst>
              </p14:cNvPr>
              <p14:cNvContentPartPr/>
              <p14:nvPr/>
            </p14:nvContentPartPr>
            <p14:xfrm>
              <a:off x="4126491" y="645328"/>
              <a:ext cx="185760" cy="1522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73C0935-65CB-4C96-8AEE-4C24338632E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17851" y="636328"/>
                <a:ext cx="20340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BC4EFB9-34C0-4ADC-A9AA-CF7A12E14BB0}"/>
                  </a:ext>
                </a:extLst>
              </p14:cNvPr>
              <p14:cNvContentPartPr/>
              <p14:nvPr/>
            </p14:nvContentPartPr>
            <p14:xfrm>
              <a:off x="4394691" y="593848"/>
              <a:ext cx="225000" cy="2113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BC4EFB9-34C0-4ADC-A9AA-CF7A12E14BB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386051" y="585208"/>
                <a:ext cx="2426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35027D7-18F6-4674-82BE-57836CA6B1EE}"/>
                  </a:ext>
                </a:extLst>
              </p14:cNvPr>
              <p14:cNvContentPartPr/>
              <p14:nvPr/>
            </p14:nvContentPartPr>
            <p14:xfrm>
              <a:off x="3679731" y="649648"/>
              <a:ext cx="30240" cy="259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35027D7-18F6-4674-82BE-57836CA6B1E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70731" y="640648"/>
                <a:ext cx="4788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2FE0E6D-1637-47DF-BFE6-8A01FC622540}"/>
                  </a:ext>
                </a:extLst>
              </p14:cNvPr>
              <p14:cNvContentPartPr/>
              <p14:nvPr/>
            </p14:nvContentPartPr>
            <p14:xfrm>
              <a:off x="4931091" y="709048"/>
              <a:ext cx="331920" cy="57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2FE0E6D-1637-47DF-BFE6-8A01FC62254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22091" y="700408"/>
                <a:ext cx="3495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BE4DD3F-A2ED-4F2D-8E9B-170DF775FAE3}"/>
                  </a:ext>
                </a:extLst>
              </p14:cNvPr>
              <p14:cNvContentPartPr/>
              <p14:nvPr/>
            </p14:nvContentPartPr>
            <p14:xfrm>
              <a:off x="5742531" y="571528"/>
              <a:ext cx="20520" cy="1749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BE4DD3F-A2ED-4F2D-8E9B-170DF775FAE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733891" y="562888"/>
                <a:ext cx="3816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8825566-992C-4126-9C31-B9F2639209F8}"/>
                  </a:ext>
                </a:extLst>
              </p14:cNvPr>
              <p14:cNvContentPartPr/>
              <p14:nvPr/>
            </p14:nvContentPartPr>
            <p14:xfrm>
              <a:off x="5891571" y="556408"/>
              <a:ext cx="7200" cy="181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8825566-992C-4126-9C31-B9F2639209F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882571" y="547408"/>
                <a:ext cx="2484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26D5805-534C-4A5D-82BD-8ADE22B27D05}"/>
                  </a:ext>
                </a:extLst>
              </p14:cNvPr>
              <p14:cNvContentPartPr/>
              <p14:nvPr/>
            </p14:nvContentPartPr>
            <p14:xfrm>
              <a:off x="6054291" y="537688"/>
              <a:ext cx="197640" cy="2559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26D5805-534C-4A5D-82BD-8ADE22B27D0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045651" y="529048"/>
                <a:ext cx="21528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65DE7E6-45E2-41F1-BA23-A9168B59D146}"/>
                  </a:ext>
                </a:extLst>
              </p14:cNvPr>
              <p14:cNvContentPartPr/>
              <p14:nvPr/>
            </p14:nvContentPartPr>
            <p14:xfrm>
              <a:off x="5567571" y="570808"/>
              <a:ext cx="45000" cy="2091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65DE7E6-45E2-41F1-BA23-A9168B59D14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58571" y="561808"/>
                <a:ext cx="6264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728DD22-FDAE-41DF-9F8E-3644207924DA}"/>
                  </a:ext>
                </a:extLst>
              </p14:cNvPr>
              <p14:cNvContentPartPr/>
              <p14:nvPr/>
            </p14:nvContentPartPr>
            <p14:xfrm>
              <a:off x="6402411" y="274888"/>
              <a:ext cx="121320" cy="5914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728DD22-FDAE-41DF-9F8E-3644207924D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393771" y="266248"/>
                <a:ext cx="138960" cy="60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0AA7EDD-8FB2-4D8E-9185-C06910A1C037}"/>
                  </a:ext>
                </a:extLst>
              </p14:cNvPr>
              <p14:cNvContentPartPr/>
              <p14:nvPr/>
            </p14:nvContentPartPr>
            <p14:xfrm>
              <a:off x="2646171" y="319888"/>
              <a:ext cx="652680" cy="9806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0AA7EDD-8FB2-4D8E-9185-C06910A1C03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637526" y="310888"/>
                <a:ext cx="670330" cy="9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EF782F4-B49E-4E3C-9675-B7984BA5CD0A}"/>
                  </a:ext>
                </a:extLst>
              </p14:cNvPr>
              <p14:cNvContentPartPr/>
              <p14:nvPr/>
            </p14:nvContentPartPr>
            <p14:xfrm>
              <a:off x="1172331" y="2235808"/>
              <a:ext cx="24840" cy="3250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EF782F4-B49E-4E3C-9675-B7984BA5CD0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63331" y="2227168"/>
                <a:ext cx="4248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3D02E86-16B4-440D-8945-23373C422DF8}"/>
                  </a:ext>
                </a:extLst>
              </p14:cNvPr>
              <p14:cNvContentPartPr/>
              <p14:nvPr/>
            </p14:nvContentPartPr>
            <p14:xfrm>
              <a:off x="993411" y="2639368"/>
              <a:ext cx="430200" cy="68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3D02E86-16B4-440D-8945-23373C422DF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84771" y="2630368"/>
                <a:ext cx="4478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4110CDD-F274-4113-B882-124452192838}"/>
                  </a:ext>
                </a:extLst>
              </p14:cNvPr>
              <p14:cNvContentPartPr/>
              <p14:nvPr/>
            </p14:nvContentPartPr>
            <p14:xfrm>
              <a:off x="1708011" y="2034208"/>
              <a:ext cx="93960" cy="11095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4110CDD-F274-4113-B882-12445219283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699371" y="2025568"/>
                <a:ext cx="111600" cy="11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ABB2FDD-AD9E-4F96-B121-2F10E3DAE838}"/>
                  </a:ext>
                </a:extLst>
              </p14:cNvPr>
              <p14:cNvContentPartPr/>
              <p14:nvPr/>
            </p14:nvContentPartPr>
            <p14:xfrm>
              <a:off x="3803571" y="2240848"/>
              <a:ext cx="46080" cy="4525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ABB2FDD-AD9E-4F96-B121-2F10E3DAE83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794931" y="2231848"/>
                <a:ext cx="6372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E4B7BBF-705B-4727-84FF-9A1888623578}"/>
                  </a:ext>
                </a:extLst>
              </p14:cNvPr>
              <p14:cNvContentPartPr/>
              <p14:nvPr/>
            </p14:nvContentPartPr>
            <p14:xfrm>
              <a:off x="4055571" y="2366128"/>
              <a:ext cx="181080" cy="2210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E4B7BBF-705B-4727-84FF-9A188862357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046931" y="2357488"/>
                <a:ext cx="19872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806A8ED-90DB-4E9D-B4A0-9F93CD85D154}"/>
                  </a:ext>
                </a:extLst>
              </p14:cNvPr>
              <p14:cNvContentPartPr/>
              <p14:nvPr/>
            </p14:nvContentPartPr>
            <p14:xfrm>
              <a:off x="4325931" y="2398888"/>
              <a:ext cx="176760" cy="1677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806A8ED-90DB-4E9D-B4A0-9F93CD85D15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317291" y="2390248"/>
                <a:ext cx="1944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CFF758A-5E98-420E-8EB2-C9F723844AC4}"/>
                  </a:ext>
                </a:extLst>
              </p14:cNvPr>
              <p14:cNvContentPartPr/>
              <p14:nvPr/>
            </p14:nvContentPartPr>
            <p14:xfrm>
              <a:off x="4614651" y="2319688"/>
              <a:ext cx="249480" cy="2937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CFF758A-5E98-420E-8EB2-C9F723844AC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606011" y="2311048"/>
                <a:ext cx="26712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7AE20B2-1723-4F30-B84E-FE52AE335D70}"/>
                  </a:ext>
                </a:extLst>
              </p14:cNvPr>
              <p14:cNvContentPartPr/>
              <p14:nvPr/>
            </p14:nvContentPartPr>
            <p14:xfrm>
              <a:off x="2009691" y="2288008"/>
              <a:ext cx="438840" cy="5299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7AE20B2-1723-4F30-B84E-FE52AE335D7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001051" y="2279008"/>
                <a:ext cx="456480" cy="54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A3C8589-C58F-4FD2-BE73-021285958BBD}"/>
                  </a:ext>
                </a:extLst>
              </p14:cNvPr>
              <p14:cNvContentPartPr/>
              <p14:nvPr/>
            </p14:nvContentPartPr>
            <p14:xfrm>
              <a:off x="3162051" y="2254168"/>
              <a:ext cx="450720" cy="5990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A3C8589-C58F-4FD2-BE73-021285958BB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153058" y="2245528"/>
                <a:ext cx="468346" cy="61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A10FD51-78E2-43A4-98A7-73CCD29F26EE}"/>
                  </a:ext>
                </a:extLst>
              </p14:cNvPr>
              <p14:cNvContentPartPr/>
              <p14:nvPr/>
            </p14:nvContentPartPr>
            <p14:xfrm>
              <a:off x="2705211" y="2459008"/>
              <a:ext cx="219240" cy="2178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A10FD51-78E2-43A4-98A7-73CCD29F26E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696571" y="2450368"/>
                <a:ext cx="23688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29940A5F-1EE8-425B-8AB6-130FC444DCA7}"/>
                  </a:ext>
                </a:extLst>
              </p14:cNvPr>
              <p14:cNvContentPartPr/>
              <p14:nvPr/>
            </p14:nvContentPartPr>
            <p14:xfrm>
              <a:off x="1058571" y="2752048"/>
              <a:ext cx="353520" cy="3052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29940A5F-1EE8-425B-8AB6-130FC444DCA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49580" y="2743048"/>
                <a:ext cx="371142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8C51A31-A56B-4178-A3C6-AC0723F3A3BA}"/>
                  </a:ext>
                </a:extLst>
              </p14:cNvPr>
              <p14:cNvContentPartPr/>
              <p14:nvPr/>
            </p14:nvContentPartPr>
            <p14:xfrm>
              <a:off x="5215491" y="2486008"/>
              <a:ext cx="151920" cy="14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8C51A31-A56B-4178-A3C6-AC0723F3A3B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206491" y="2477008"/>
                <a:ext cx="16956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DD875409-5322-4EC8-A38E-6009604A65FF}"/>
                  </a:ext>
                </a:extLst>
              </p14:cNvPr>
              <p14:cNvContentPartPr/>
              <p14:nvPr/>
            </p14:nvContentPartPr>
            <p14:xfrm>
              <a:off x="2052531" y="2944288"/>
              <a:ext cx="2718720" cy="273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DD875409-5322-4EC8-A38E-6009604A65F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043531" y="2935288"/>
                <a:ext cx="27363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228E71C-0C4B-4652-B846-D7FC2B9135A2}"/>
                  </a:ext>
                </a:extLst>
              </p14:cNvPr>
              <p14:cNvContentPartPr/>
              <p14:nvPr/>
            </p14:nvContentPartPr>
            <p14:xfrm>
              <a:off x="5765931" y="1925488"/>
              <a:ext cx="2394000" cy="9277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228E71C-0C4B-4652-B846-D7FC2B9135A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756931" y="1916845"/>
                <a:ext cx="2411640" cy="945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051B62ED-F437-490E-B321-824D63BAB9B5}"/>
                  </a:ext>
                </a:extLst>
              </p14:cNvPr>
              <p14:cNvContentPartPr/>
              <p14:nvPr/>
            </p14:nvContentPartPr>
            <p14:xfrm>
              <a:off x="4026051" y="3394648"/>
              <a:ext cx="834120" cy="18320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051B62ED-F437-490E-B321-824D63BAB9B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017407" y="3385648"/>
                <a:ext cx="851768" cy="18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741E31A0-C77E-4DD5-B553-94A6B46F74E2}"/>
                  </a:ext>
                </a:extLst>
              </p14:cNvPr>
              <p14:cNvContentPartPr/>
              <p14:nvPr/>
            </p14:nvContentPartPr>
            <p14:xfrm>
              <a:off x="8821251" y="910288"/>
              <a:ext cx="11160" cy="2181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741E31A0-C77E-4DD5-B553-94A6B46F74E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812611" y="901288"/>
                <a:ext cx="288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01398390-1D85-415E-96A4-70B1C9E97213}"/>
                  </a:ext>
                </a:extLst>
              </p14:cNvPr>
              <p14:cNvContentPartPr/>
              <p14:nvPr/>
            </p14:nvContentPartPr>
            <p14:xfrm>
              <a:off x="9441891" y="1007488"/>
              <a:ext cx="137160" cy="61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01398390-1D85-415E-96A4-70B1C9E9721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432891" y="998848"/>
                <a:ext cx="1548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17C1283B-AB97-4F22-9F1B-7C0E56A4D3DA}"/>
                  </a:ext>
                </a:extLst>
              </p14:cNvPr>
              <p14:cNvContentPartPr/>
              <p14:nvPr/>
            </p14:nvContentPartPr>
            <p14:xfrm>
              <a:off x="9423891" y="1083808"/>
              <a:ext cx="198000" cy="79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17C1283B-AB97-4F22-9F1B-7C0E56A4D3D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414891" y="1075168"/>
                <a:ext cx="21564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F52796ED-4F59-4DE7-8ABA-8008C66D9ABF}"/>
                  </a:ext>
                </a:extLst>
              </p14:cNvPr>
              <p14:cNvContentPartPr/>
              <p14:nvPr/>
            </p14:nvContentPartPr>
            <p14:xfrm>
              <a:off x="9845451" y="714448"/>
              <a:ext cx="87120" cy="56124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F52796ED-4F59-4DE7-8ABA-8008C66D9AB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836811" y="705808"/>
                <a:ext cx="104760" cy="57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DFEF0187-1AAC-4A9E-98E9-78F0EDD571E3}"/>
                  </a:ext>
                </a:extLst>
              </p14:cNvPr>
              <p14:cNvContentPartPr/>
              <p14:nvPr/>
            </p14:nvContentPartPr>
            <p14:xfrm>
              <a:off x="10005651" y="635968"/>
              <a:ext cx="317880" cy="5734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DFEF0187-1AAC-4A9E-98E9-78F0EDD571E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997011" y="626968"/>
                <a:ext cx="335520" cy="59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E63460B8-0D4C-47DB-A95E-38BAD4FED241}"/>
                  </a:ext>
                </a:extLst>
              </p14:cNvPr>
              <p14:cNvContentPartPr/>
              <p14:nvPr/>
            </p14:nvContentPartPr>
            <p14:xfrm>
              <a:off x="8997291" y="877528"/>
              <a:ext cx="205200" cy="2401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E63460B8-0D4C-47DB-A95E-38BAD4FED24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988636" y="868528"/>
                <a:ext cx="222871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2BE3CBB0-C74F-49D0-899C-5D9AA0D23B77}"/>
                  </a:ext>
                </a:extLst>
              </p14:cNvPr>
              <p14:cNvContentPartPr/>
              <p14:nvPr/>
            </p14:nvContentPartPr>
            <p14:xfrm>
              <a:off x="9198531" y="2124208"/>
              <a:ext cx="133920" cy="2790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2BE3CBB0-C74F-49D0-899C-5D9AA0D23B7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189891" y="2115568"/>
                <a:ext cx="15156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3C0BB374-6B0E-473D-A0E8-0910DD4C5E50}"/>
                  </a:ext>
                </a:extLst>
              </p14:cNvPr>
              <p14:cNvContentPartPr/>
              <p14:nvPr/>
            </p14:nvContentPartPr>
            <p14:xfrm>
              <a:off x="8800011" y="2119528"/>
              <a:ext cx="13680" cy="2754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3C0BB374-6B0E-473D-A0E8-0910DD4C5E5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791371" y="2110528"/>
                <a:ext cx="3132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971597CC-E383-4F1B-B109-9B8D6ADD04BA}"/>
                  </a:ext>
                </a:extLst>
              </p14:cNvPr>
              <p14:cNvContentPartPr/>
              <p14:nvPr/>
            </p14:nvContentPartPr>
            <p14:xfrm>
              <a:off x="9529371" y="2258848"/>
              <a:ext cx="92160" cy="54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971597CC-E383-4F1B-B109-9B8D6ADD04B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520371" y="2250208"/>
                <a:ext cx="10980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E6708127-88FA-4DE3-90B7-D42105FAA514}"/>
                  </a:ext>
                </a:extLst>
              </p14:cNvPr>
              <p14:cNvContentPartPr/>
              <p14:nvPr/>
            </p14:nvContentPartPr>
            <p14:xfrm>
              <a:off x="9551691" y="2329048"/>
              <a:ext cx="42480" cy="10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E6708127-88FA-4DE3-90B7-D42105FAA51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543051" y="2320048"/>
                <a:ext cx="6012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5257B01D-3B97-4699-B490-2C832F4407E5}"/>
                  </a:ext>
                </a:extLst>
              </p14:cNvPr>
              <p14:cNvContentPartPr/>
              <p14:nvPr/>
            </p14:nvContentPartPr>
            <p14:xfrm>
              <a:off x="10060371" y="2175328"/>
              <a:ext cx="12240" cy="12564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5257B01D-3B97-4699-B490-2C832F4407E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051731" y="2166688"/>
                <a:ext cx="2988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036CA607-C498-4A77-9487-C7635639E9E7}"/>
                  </a:ext>
                </a:extLst>
              </p14:cNvPr>
              <p14:cNvContentPartPr/>
              <p14:nvPr/>
            </p14:nvContentPartPr>
            <p14:xfrm>
              <a:off x="10129491" y="2170648"/>
              <a:ext cx="164520" cy="19908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036CA607-C498-4A77-9487-C7635639E9E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120491" y="2161648"/>
                <a:ext cx="18216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FDC3036-376D-4533-BE3E-1F9AFD772288}"/>
                  </a:ext>
                </a:extLst>
              </p14:cNvPr>
              <p14:cNvContentPartPr/>
              <p14:nvPr/>
            </p14:nvContentPartPr>
            <p14:xfrm>
              <a:off x="9893331" y="2189728"/>
              <a:ext cx="7560" cy="1429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FDC3036-376D-4533-BE3E-1F9AFD77228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884331" y="2180728"/>
                <a:ext cx="2520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3A4BEF80-048C-4AA5-8857-41FDD7333220}"/>
                  </a:ext>
                </a:extLst>
              </p14:cNvPr>
              <p14:cNvContentPartPr/>
              <p14:nvPr/>
            </p14:nvContentPartPr>
            <p14:xfrm>
              <a:off x="10986651" y="2175328"/>
              <a:ext cx="15120" cy="1299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3A4BEF80-048C-4AA5-8857-41FDD733322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977651" y="2166688"/>
                <a:ext cx="3276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37AE006D-3909-48A8-B334-4B8C1480064C}"/>
                  </a:ext>
                </a:extLst>
              </p14:cNvPr>
              <p14:cNvContentPartPr/>
              <p14:nvPr/>
            </p14:nvContentPartPr>
            <p14:xfrm>
              <a:off x="11083131" y="2147608"/>
              <a:ext cx="141840" cy="2192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37AE006D-3909-48A8-B334-4B8C1480064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074131" y="2138968"/>
                <a:ext cx="1594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B4558C64-4E9B-4F9D-8561-41F1928E7853}"/>
                  </a:ext>
                </a:extLst>
              </p14:cNvPr>
              <p14:cNvContentPartPr/>
              <p14:nvPr/>
            </p14:nvContentPartPr>
            <p14:xfrm>
              <a:off x="10831851" y="2133568"/>
              <a:ext cx="12960" cy="1915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B4558C64-4E9B-4F9D-8561-41F1928E785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822851" y="2124568"/>
                <a:ext cx="3060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52E9F25-3EF6-4343-A1C1-033070A16F7D}"/>
                  </a:ext>
                </a:extLst>
              </p14:cNvPr>
              <p14:cNvContentPartPr/>
              <p14:nvPr/>
            </p14:nvContentPartPr>
            <p14:xfrm>
              <a:off x="9556371" y="3245248"/>
              <a:ext cx="150480" cy="201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52E9F25-3EF6-4343-A1C1-033070A16F7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547371" y="3236608"/>
                <a:ext cx="1681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CA2BE135-3798-4D4B-9F00-CEC0D3558B17}"/>
                  </a:ext>
                </a:extLst>
              </p14:cNvPr>
              <p14:cNvContentPartPr/>
              <p14:nvPr/>
            </p14:nvContentPartPr>
            <p14:xfrm>
              <a:off x="9575091" y="3329128"/>
              <a:ext cx="73800" cy="93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CA2BE135-3798-4D4B-9F00-CEC0D3558B1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566091" y="3320128"/>
                <a:ext cx="9144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5371F57D-D160-49DC-968C-0F12B6474628}"/>
                  </a:ext>
                </a:extLst>
              </p14:cNvPr>
              <p14:cNvContentPartPr/>
              <p14:nvPr/>
            </p14:nvContentPartPr>
            <p14:xfrm>
              <a:off x="10372491" y="2934208"/>
              <a:ext cx="149040" cy="62892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5371F57D-D160-49DC-968C-0F12B647462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363491" y="2925208"/>
                <a:ext cx="166680" cy="64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A7217A94-8BB6-48A7-853D-A17FBAAA8F65}"/>
                  </a:ext>
                </a:extLst>
              </p14:cNvPr>
              <p14:cNvContentPartPr/>
              <p14:nvPr/>
            </p14:nvContentPartPr>
            <p14:xfrm>
              <a:off x="11134611" y="2850328"/>
              <a:ext cx="115560" cy="72972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A7217A94-8BB6-48A7-853D-A17FBAAA8F6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125971" y="2841688"/>
                <a:ext cx="133200" cy="74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9A826418-8829-4BA4-8E70-6F6B6EBBC005}"/>
                  </a:ext>
                </a:extLst>
              </p14:cNvPr>
              <p14:cNvContentPartPr/>
              <p14:nvPr/>
            </p14:nvContentPartPr>
            <p14:xfrm>
              <a:off x="11313171" y="2957248"/>
              <a:ext cx="135000" cy="22068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9A826418-8829-4BA4-8E70-6F6B6EBBC00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304171" y="2948248"/>
                <a:ext cx="1526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BFE6D336-CB17-42CD-80C6-F5353DC686A3}"/>
                  </a:ext>
                </a:extLst>
              </p14:cNvPr>
              <p14:cNvContentPartPr/>
              <p14:nvPr/>
            </p14:nvContentPartPr>
            <p14:xfrm>
              <a:off x="11408211" y="3408688"/>
              <a:ext cx="3960" cy="9144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BFE6D336-CB17-42CD-80C6-F5353DC686A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1399571" y="3399688"/>
                <a:ext cx="2160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C1CF3B18-7414-42B8-837C-9ACE1D93ADF6}"/>
                  </a:ext>
                </a:extLst>
              </p14:cNvPr>
              <p14:cNvContentPartPr/>
              <p14:nvPr/>
            </p14:nvContentPartPr>
            <p14:xfrm>
              <a:off x="11527371" y="2798848"/>
              <a:ext cx="117000" cy="8118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C1CF3B18-7414-42B8-837C-9ACE1D93ADF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1518731" y="2789848"/>
                <a:ext cx="134640" cy="82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0527090B-2104-4FCE-824F-963C0A6A0CF5}"/>
                  </a:ext>
                </a:extLst>
              </p14:cNvPr>
              <p14:cNvContentPartPr/>
              <p14:nvPr/>
            </p14:nvContentPartPr>
            <p14:xfrm>
              <a:off x="10662291" y="3138688"/>
              <a:ext cx="270720" cy="2934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0527090B-2104-4FCE-824F-963C0A6A0CF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653651" y="3130048"/>
                <a:ext cx="28836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38E46867-0B21-420B-9483-C91F61A83117}"/>
                  </a:ext>
                </a:extLst>
              </p14:cNvPr>
              <p14:cNvContentPartPr/>
              <p14:nvPr/>
            </p14:nvContentPartPr>
            <p14:xfrm>
              <a:off x="9915291" y="2980288"/>
              <a:ext cx="347400" cy="69804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38E46867-0B21-420B-9483-C91F61A8311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906651" y="2971648"/>
                <a:ext cx="365040" cy="71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8B699E43-B118-4A71-ACFE-9E47381E5CE0}"/>
                  </a:ext>
                </a:extLst>
              </p14:cNvPr>
              <p14:cNvContentPartPr/>
              <p14:nvPr/>
            </p14:nvContentPartPr>
            <p14:xfrm>
              <a:off x="10504611" y="2165968"/>
              <a:ext cx="227880" cy="2134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8B699E43-B118-4A71-ACFE-9E47381E5CE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495971" y="2157328"/>
                <a:ext cx="24552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1AEE8A1C-4D73-40F9-80F9-F8AFA2F89D46}"/>
                  </a:ext>
                </a:extLst>
              </p14:cNvPr>
              <p14:cNvContentPartPr/>
              <p14:nvPr/>
            </p14:nvContentPartPr>
            <p14:xfrm>
              <a:off x="8997291" y="2165968"/>
              <a:ext cx="111960" cy="1717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1AEE8A1C-4D73-40F9-80F9-F8AFA2F89D4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988651" y="2157328"/>
                <a:ext cx="1296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4B232114-28A1-4EF6-A1E7-841ACA002CFC}"/>
                  </a:ext>
                </a:extLst>
              </p14:cNvPr>
              <p14:cNvContentPartPr/>
              <p14:nvPr/>
            </p14:nvContentPartPr>
            <p14:xfrm>
              <a:off x="9547371" y="4752568"/>
              <a:ext cx="224640" cy="208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4B232114-28A1-4EF6-A1E7-841ACA002CF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538371" y="4743928"/>
                <a:ext cx="2422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2E3267BB-FA82-4859-88A3-F2F9FC4AF938}"/>
                  </a:ext>
                </a:extLst>
              </p14:cNvPr>
              <p14:cNvContentPartPr/>
              <p14:nvPr/>
            </p14:nvContentPartPr>
            <p14:xfrm>
              <a:off x="9611451" y="4846168"/>
              <a:ext cx="111960" cy="1764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2E3267BB-FA82-4859-88A3-F2F9FC4AF93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602811" y="4837528"/>
                <a:ext cx="1296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1515D827-6754-4DEF-814D-558CD283E30D}"/>
                  </a:ext>
                </a:extLst>
              </p14:cNvPr>
              <p14:cNvContentPartPr/>
              <p14:nvPr/>
            </p14:nvContentPartPr>
            <p14:xfrm>
              <a:off x="10366011" y="3933928"/>
              <a:ext cx="906840" cy="182448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1515D827-6754-4DEF-814D-558CD283E30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357015" y="3925288"/>
                <a:ext cx="924473" cy="18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6C0AAF88-86FB-4189-86B6-A7B5CDB11B79}"/>
                  </a:ext>
                </a:extLst>
              </p14:cNvPr>
              <p14:cNvContentPartPr/>
              <p14:nvPr/>
            </p14:nvContentPartPr>
            <p14:xfrm>
              <a:off x="9920331" y="4017808"/>
              <a:ext cx="372960" cy="155016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6C0AAF88-86FB-4189-86B6-A7B5CDB11B7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911691" y="4009168"/>
                <a:ext cx="390600" cy="156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0A2267DF-21E6-4BE6-B35D-6713538F1110}"/>
                  </a:ext>
                </a:extLst>
              </p14:cNvPr>
              <p14:cNvContentPartPr/>
              <p14:nvPr/>
            </p14:nvContentPartPr>
            <p14:xfrm>
              <a:off x="11375811" y="4196008"/>
              <a:ext cx="117360" cy="131328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0A2267DF-21E6-4BE6-B35D-6713538F1110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367171" y="4187368"/>
                <a:ext cx="135000" cy="13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E87031E1-4383-4825-9410-B8AB61B4B7BF}"/>
                  </a:ext>
                </a:extLst>
              </p14:cNvPr>
              <p14:cNvContentPartPr/>
              <p14:nvPr/>
            </p14:nvContentPartPr>
            <p14:xfrm>
              <a:off x="11564091" y="4152808"/>
              <a:ext cx="413280" cy="14205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E87031E1-4383-4825-9410-B8AB61B4B7B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555091" y="4143808"/>
                <a:ext cx="430920" cy="143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DB67E622-E846-4A92-BF4F-216AE9DC4BBF}"/>
                  </a:ext>
                </a:extLst>
              </p14:cNvPr>
              <p14:cNvContentPartPr/>
              <p14:nvPr/>
            </p14:nvContentPartPr>
            <p14:xfrm>
              <a:off x="7303851" y="3217168"/>
              <a:ext cx="882720" cy="22096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DB67E622-E846-4A92-BF4F-216AE9DC4BB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294851" y="3208528"/>
                <a:ext cx="900360" cy="22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FFBA75B2-B57E-4424-940C-49B6FE95137C}"/>
                  </a:ext>
                </a:extLst>
              </p14:cNvPr>
              <p14:cNvContentPartPr/>
              <p14:nvPr/>
            </p14:nvContentPartPr>
            <p14:xfrm>
              <a:off x="828531" y="5728528"/>
              <a:ext cx="110520" cy="982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FFBA75B2-B57E-4424-940C-49B6FE95137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19891" y="5719888"/>
                <a:ext cx="12816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5ECE88BE-62DE-4D90-BBA9-612D4FE8D69B}"/>
                  </a:ext>
                </a:extLst>
              </p14:cNvPr>
              <p14:cNvContentPartPr/>
              <p14:nvPr/>
            </p14:nvContentPartPr>
            <p14:xfrm>
              <a:off x="1237851" y="6073768"/>
              <a:ext cx="114840" cy="10512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5ECE88BE-62DE-4D90-BBA9-612D4FE8D69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228851" y="6065128"/>
                <a:ext cx="13248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16A4CB96-D5DB-49ED-BDE8-0FEF49EC1877}"/>
                  </a:ext>
                </a:extLst>
              </p14:cNvPr>
              <p14:cNvContentPartPr/>
              <p14:nvPr/>
            </p14:nvContentPartPr>
            <p14:xfrm>
              <a:off x="842211" y="5934448"/>
              <a:ext cx="219240" cy="21852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16A4CB96-D5DB-49ED-BDE8-0FEF49EC1877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33571" y="5925808"/>
                <a:ext cx="23688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C203830B-7A92-4F78-A80B-6E515C476C1C}"/>
                  </a:ext>
                </a:extLst>
              </p14:cNvPr>
              <p14:cNvContentPartPr/>
              <p14:nvPr/>
            </p14:nvContentPartPr>
            <p14:xfrm>
              <a:off x="258651" y="5749768"/>
              <a:ext cx="465840" cy="4341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C203830B-7A92-4F78-A80B-6E515C476C1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50011" y="5740768"/>
                <a:ext cx="483480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2DD99373-F3F8-4679-81C1-31F1801B25E7}"/>
                  </a:ext>
                </a:extLst>
              </p14:cNvPr>
              <p14:cNvContentPartPr/>
              <p14:nvPr/>
            </p14:nvContentPartPr>
            <p14:xfrm>
              <a:off x="1522971" y="5534128"/>
              <a:ext cx="318240" cy="102384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2DD99373-F3F8-4679-81C1-31F1801B25E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514341" y="5525488"/>
                <a:ext cx="335860" cy="10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81813C78-3AC0-477F-AD9E-8AA5FCA495C5}"/>
                  </a:ext>
                </a:extLst>
              </p14:cNvPr>
              <p14:cNvContentPartPr/>
              <p14:nvPr/>
            </p14:nvContentPartPr>
            <p14:xfrm>
              <a:off x="2230731" y="5478688"/>
              <a:ext cx="324720" cy="96876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81813C78-3AC0-477F-AD9E-8AA5FCA495C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222091" y="5470048"/>
                <a:ext cx="342360" cy="9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117D6929-A223-40DC-A3CD-7BDD7E8974EE}"/>
                  </a:ext>
                </a:extLst>
              </p14:cNvPr>
              <p14:cNvContentPartPr/>
              <p14:nvPr/>
            </p14:nvContentPartPr>
            <p14:xfrm>
              <a:off x="2748771" y="5786488"/>
              <a:ext cx="227520" cy="29376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117D6929-A223-40DC-A3CD-7BDD7E8974EE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739771" y="5777488"/>
                <a:ext cx="24516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ECB1E58D-74DA-40C9-9BFF-DFECDB56CC30}"/>
                  </a:ext>
                </a:extLst>
              </p14:cNvPr>
              <p14:cNvContentPartPr/>
              <p14:nvPr/>
            </p14:nvContentPartPr>
            <p14:xfrm>
              <a:off x="4583331" y="5957488"/>
              <a:ext cx="213840" cy="8136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ECB1E58D-74DA-40C9-9BFF-DFECDB56CC3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574331" y="5948810"/>
                <a:ext cx="231480" cy="990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101A891A-7306-4908-8BC9-3906FFB7A682}"/>
                  </a:ext>
                </a:extLst>
              </p14:cNvPr>
              <p14:cNvContentPartPr/>
              <p14:nvPr/>
            </p14:nvContentPartPr>
            <p14:xfrm>
              <a:off x="3796011" y="5492368"/>
              <a:ext cx="357840" cy="100512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101A891A-7306-4908-8BC9-3906FFB7A682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787371" y="5483368"/>
                <a:ext cx="375480" cy="10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5E28C6F9-FEED-4C96-9B16-088421C544EF}"/>
                  </a:ext>
                </a:extLst>
              </p14:cNvPr>
              <p14:cNvContentPartPr/>
              <p14:nvPr/>
            </p14:nvContentPartPr>
            <p14:xfrm>
              <a:off x="3090411" y="5497048"/>
              <a:ext cx="542160" cy="90720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5E28C6F9-FEED-4C96-9B16-088421C544EF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081411" y="5488408"/>
                <a:ext cx="559800" cy="9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300E6749-D622-4C15-AA43-C756EF957054}"/>
                  </a:ext>
                </a:extLst>
              </p14:cNvPr>
              <p14:cNvContentPartPr/>
              <p14:nvPr/>
            </p14:nvContentPartPr>
            <p14:xfrm>
              <a:off x="1957131" y="3469168"/>
              <a:ext cx="135720" cy="892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300E6749-D622-4C15-AA43-C756EF957054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948131" y="3460168"/>
                <a:ext cx="15336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FE828699-EC2F-41E1-B387-BB74EA115E55}"/>
                  </a:ext>
                </a:extLst>
              </p14:cNvPr>
              <p14:cNvContentPartPr/>
              <p14:nvPr/>
            </p14:nvContentPartPr>
            <p14:xfrm>
              <a:off x="2009691" y="3868768"/>
              <a:ext cx="132840" cy="1245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FE828699-EC2F-41E1-B387-BB74EA115E55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2000691" y="3859768"/>
                <a:ext cx="15048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EC1E88C8-7F38-4AD0-85B9-50A76608D196}"/>
                  </a:ext>
                </a:extLst>
              </p14:cNvPr>
              <p14:cNvContentPartPr/>
              <p14:nvPr/>
            </p14:nvContentPartPr>
            <p14:xfrm>
              <a:off x="2100051" y="4352968"/>
              <a:ext cx="113040" cy="10116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EC1E88C8-7F38-4AD0-85B9-50A76608D196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091411" y="4343968"/>
                <a:ext cx="13068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8B025631-24EC-48EA-9471-3D8A40CB183F}"/>
                  </a:ext>
                </a:extLst>
              </p14:cNvPr>
              <p14:cNvContentPartPr/>
              <p14:nvPr/>
            </p14:nvContentPartPr>
            <p14:xfrm>
              <a:off x="2080251" y="4659688"/>
              <a:ext cx="235800" cy="13428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8B025631-24EC-48EA-9471-3D8A40CB183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071251" y="4650688"/>
                <a:ext cx="25344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05792A75-28CE-4137-ADD1-818CE43B6500}"/>
                  </a:ext>
                </a:extLst>
              </p14:cNvPr>
              <p14:cNvContentPartPr/>
              <p14:nvPr/>
            </p14:nvContentPartPr>
            <p14:xfrm>
              <a:off x="1152531" y="3375208"/>
              <a:ext cx="697320" cy="140904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05792A75-28CE-4137-ADD1-818CE43B6500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143887" y="3366568"/>
                <a:ext cx="714969" cy="14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AC1B0FEC-BB7E-4DA3-96AC-56C930E28878}"/>
                  </a:ext>
                </a:extLst>
              </p14:cNvPr>
              <p14:cNvContentPartPr/>
              <p14:nvPr/>
            </p14:nvContentPartPr>
            <p14:xfrm>
              <a:off x="2698731" y="3413008"/>
              <a:ext cx="1093320" cy="158400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AC1B0FEC-BB7E-4DA3-96AC-56C930E28878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690088" y="3404008"/>
                <a:ext cx="1110966" cy="160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8325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C7E775AE-70C3-48BD-9ED0-DB49A75D4638}"/>
                  </a:ext>
                </a:extLst>
              </p14:cNvPr>
              <p14:cNvContentPartPr/>
              <p14:nvPr/>
            </p14:nvContentPartPr>
            <p14:xfrm>
              <a:off x="10876491" y="1640728"/>
              <a:ext cx="16200" cy="1360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C7E775AE-70C3-48BD-9ED0-DB49A75D46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67851" y="1632088"/>
                <a:ext cx="3384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803576A0-1AB7-4C8F-9CFE-D157B94C349A}"/>
                  </a:ext>
                </a:extLst>
              </p14:cNvPr>
              <p14:cNvContentPartPr/>
              <p14:nvPr/>
            </p14:nvContentPartPr>
            <p14:xfrm>
              <a:off x="10675251" y="2357128"/>
              <a:ext cx="132840" cy="93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803576A0-1AB7-4C8F-9CFE-D157B94C34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66611" y="2348128"/>
                <a:ext cx="1504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F6D3C855-6565-492B-A538-8EB1A82CA13B}"/>
                  </a:ext>
                </a:extLst>
              </p14:cNvPr>
              <p14:cNvContentPartPr/>
              <p14:nvPr/>
            </p14:nvContentPartPr>
            <p14:xfrm>
              <a:off x="10959651" y="1487008"/>
              <a:ext cx="277560" cy="11217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F6D3C855-6565-492B-A538-8EB1A82CA13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50651" y="1478008"/>
                <a:ext cx="295200" cy="11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BFAB30F-D50A-4599-A1C5-F1AC50B3763D}"/>
                  </a:ext>
                </a:extLst>
              </p14:cNvPr>
              <p14:cNvContentPartPr/>
              <p14:nvPr/>
            </p14:nvContentPartPr>
            <p14:xfrm>
              <a:off x="9240291" y="3176128"/>
              <a:ext cx="109080" cy="932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BFAB30F-D50A-4599-A1C5-F1AC50B3763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31651" y="3167128"/>
                <a:ext cx="12672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97EC95F-3437-4BD2-BD53-C721E0C431D6}"/>
                  </a:ext>
                </a:extLst>
              </p14:cNvPr>
              <p14:cNvContentPartPr/>
              <p14:nvPr/>
            </p14:nvContentPartPr>
            <p14:xfrm>
              <a:off x="10116531" y="3040768"/>
              <a:ext cx="197640" cy="9057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97EC95F-3437-4BD2-BD53-C721E0C431D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07891" y="3031768"/>
                <a:ext cx="215280" cy="9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E5903B4-6855-4102-9948-3FF27361FF7E}"/>
                  </a:ext>
                </a:extLst>
              </p14:cNvPr>
              <p14:cNvContentPartPr/>
              <p14:nvPr/>
            </p14:nvContentPartPr>
            <p14:xfrm>
              <a:off x="10390491" y="3138688"/>
              <a:ext cx="158400" cy="1796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E5903B4-6855-4102-9948-3FF27361FF7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381491" y="3130048"/>
                <a:ext cx="17604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996A0A96-CFBE-46DE-9B33-283B27F59E19}"/>
                  </a:ext>
                </a:extLst>
              </p14:cNvPr>
              <p14:cNvContentPartPr/>
              <p14:nvPr/>
            </p14:nvContentPartPr>
            <p14:xfrm>
              <a:off x="10913211" y="3115288"/>
              <a:ext cx="39960" cy="1976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996A0A96-CFBE-46DE-9B33-283B27F59E1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904571" y="3106288"/>
                <a:ext cx="576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FE00F182-4993-415E-94C6-872D793F268C}"/>
                  </a:ext>
                </a:extLst>
              </p14:cNvPr>
              <p14:cNvContentPartPr/>
              <p14:nvPr/>
            </p14:nvContentPartPr>
            <p14:xfrm>
              <a:off x="10482291" y="3575728"/>
              <a:ext cx="22320" cy="1342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FE00F182-4993-415E-94C6-872D793F268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73651" y="3566728"/>
                <a:ext cx="399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C8A428A6-7C59-4C1C-BD90-0A967543E789}"/>
                  </a:ext>
                </a:extLst>
              </p14:cNvPr>
              <p14:cNvContentPartPr/>
              <p14:nvPr/>
            </p14:nvContentPartPr>
            <p14:xfrm>
              <a:off x="10860651" y="3636568"/>
              <a:ext cx="121680" cy="1094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C8A428A6-7C59-4C1C-BD90-0A967543E78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851651" y="3627568"/>
                <a:ext cx="1393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E8C16103-F797-4EBF-A226-B14AAF4F015A}"/>
                  </a:ext>
                </a:extLst>
              </p14:cNvPr>
              <p14:cNvContentPartPr/>
              <p14:nvPr/>
            </p14:nvContentPartPr>
            <p14:xfrm>
              <a:off x="11115171" y="2994328"/>
              <a:ext cx="245880" cy="8665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E8C16103-F797-4EBF-A226-B14AAF4F015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106531" y="2985328"/>
                <a:ext cx="263520" cy="88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0D0FAC9-A063-4761-8BAA-31E0AB9D0127}"/>
                  </a:ext>
                </a:extLst>
              </p14:cNvPr>
              <p14:cNvContentPartPr/>
              <p14:nvPr/>
            </p14:nvContentPartPr>
            <p14:xfrm>
              <a:off x="9693891" y="3464128"/>
              <a:ext cx="88920" cy="741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0D0FAC9-A063-4761-8BAA-31E0AB9D012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685216" y="3455128"/>
                <a:ext cx="106632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87FDA403-97F4-4C61-B6A3-E82BC1AF298B}"/>
                  </a:ext>
                </a:extLst>
              </p14:cNvPr>
              <p14:cNvContentPartPr/>
              <p14:nvPr/>
            </p14:nvContentPartPr>
            <p14:xfrm>
              <a:off x="9212931" y="3374848"/>
              <a:ext cx="201240" cy="2167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87FDA403-97F4-4C61-B6A3-E82BC1AF298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204291" y="3366208"/>
                <a:ext cx="21888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D9830787-53A1-44B2-BC0C-7A5987A78E8E}"/>
                  </a:ext>
                </a:extLst>
              </p14:cNvPr>
              <p14:cNvContentPartPr/>
              <p14:nvPr/>
            </p14:nvContentPartPr>
            <p14:xfrm>
              <a:off x="9405171" y="4353688"/>
              <a:ext cx="173520" cy="1206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D9830787-53A1-44B2-BC0C-7A5987A78E8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96531" y="4345048"/>
                <a:ext cx="19116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302AF26B-BCE0-4E39-AE2B-77FCE3F3268C}"/>
                  </a:ext>
                </a:extLst>
              </p14:cNvPr>
              <p14:cNvContentPartPr/>
              <p14:nvPr/>
            </p14:nvContentPartPr>
            <p14:xfrm>
              <a:off x="9368451" y="4608208"/>
              <a:ext cx="284760" cy="2462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302AF26B-BCE0-4E39-AE2B-77FCE3F3268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359451" y="4599208"/>
                <a:ext cx="30240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11AFA0A9-F8B8-4A0B-A5F4-2835EE2FD355}"/>
                  </a:ext>
                </a:extLst>
              </p14:cNvPr>
              <p14:cNvContentPartPr/>
              <p14:nvPr/>
            </p14:nvContentPartPr>
            <p14:xfrm>
              <a:off x="9978291" y="4655008"/>
              <a:ext cx="160560" cy="10224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11AFA0A9-F8B8-4A0B-A5F4-2835EE2FD35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969291" y="4646337"/>
                <a:ext cx="178200" cy="119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E204A3AB-79EF-446E-9829-1F811B7F131F}"/>
                  </a:ext>
                </a:extLst>
              </p14:cNvPr>
              <p14:cNvContentPartPr/>
              <p14:nvPr/>
            </p14:nvContentPartPr>
            <p14:xfrm>
              <a:off x="11279691" y="4385368"/>
              <a:ext cx="141120" cy="1299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E204A3AB-79EF-446E-9829-1F811B7F131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271051" y="4376728"/>
                <a:ext cx="15876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4F41DA2B-5097-4238-90D2-5521746D6078}"/>
                  </a:ext>
                </a:extLst>
              </p14:cNvPr>
              <p14:cNvContentPartPr/>
              <p14:nvPr/>
            </p14:nvContentPartPr>
            <p14:xfrm>
              <a:off x="11220651" y="4948048"/>
              <a:ext cx="158400" cy="324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4F41DA2B-5097-4238-90D2-5521746D607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211651" y="4939408"/>
                <a:ext cx="1760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4C04BDBA-4CF3-4C2F-83FC-421610F5E3D8}"/>
                  </a:ext>
                </a:extLst>
              </p14:cNvPr>
              <p14:cNvContentPartPr/>
              <p14:nvPr/>
            </p14:nvContentPartPr>
            <p14:xfrm>
              <a:off x="11514051" y="4817728"/>
              <a:ext cx="30600" cy="2552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4C04BDBA-4CF3-4C2F-83FC-421610F5E3D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505051" y="4809088"/>
                <a:ext cx="4824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E0A323C4-637E-4FBE-B2B0-D888D2CD8988}"/>
                  </a:ext>
                </a:extLst>
              </p14:cNvPr>
              <p14:cNvContentPartPr/>
              <p14:nvPr/>
            </p14:nvContentPartPr>
            <p14:xfrm>
              <a:off x="10394091" y="4198888"/>
              <a:ext cx="457920" cy="93564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E0A323C4-637E-4FBE-B2B0-D888D2CD898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385451" y="4190248"/>
                <a:ext cx="475560" cy="9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C157C371-3612-4AD4-A2AC-513E9B27BACF}"/>
                  </a:ext>
                </a:extLst>
              </p14:cNvPr>
              <p14:cNvContentPartPr/>
              <p14:nvPr/>
            </p14:nvContentPartPr>
            <p14:xfrm>
              <a:off x="594531" y="3277288"/>
              <a:ext cx="130680" cy="1267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C157C371-3612-4AD4-A2AC-513E9B27BAC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85891" y="3268288"/>
                <a:ext cx="14832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9345408F-BCD1-40B0-9D88-486DCBE64DE1}"/>
                  </a:ext>
                </a:extLst>
              </p14:cNvPr>
              <p14:cNvContentPartPr/>
              <p14:nvPr/>
            </p14:nvContentPartPr>
            <p14:xfrm>
              <a:off x="525771" y="3469168"/>
              <a:ext cx="295920" cy="39168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9345408F-BCD1-40B0-9D88-486DCBE64DE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17131" y="3460168"/>
                <a:ext cx="31356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B4D56EEF-E149-43D9-BB24-841AA8D9574B}"/>
                  </a:ext>
                </a:extLst>
              </p14:cNvPr>
              <p14:cNvContentPartPr/>
              <p14:nvPr/>
            </p14:nvContentPartPr>
            <p14:xfrm>
              <a:off x="982611" y="3524968"/>
              <a:ext cx="6480" cy="2325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B4D56EEF-E149-43D9-BB24-841AA8D9574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73611" y="3515968"/>
                <a:ext cx="241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93267A2C-D082-4C7A-A6E5-D57683BDF269}"/>
                  </a:ext>
                </a:extLst>
              </p14:cNvPr>
              <p14:cNvContentPartPr/>
              <p14:nvPr/>
            </p14:nvContentPartPr>
            <p14:xfrm>
              <a:off x="1822851" y="3621808"/>
              <a:ext cx="192240" cy="54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93267A2C-D082-4C7A-A6E5-D57683BDF26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814211" y="3612808"/>
                <a:ext cx="20988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150BC6BB-7CEC-4417-81B6-4E1F63AABA99}"/>
                  </a:ext>
                </a:extLst>
              </p14:cNvPr>
              <p14:cNvContentPartPr/>
              <p14:nvPr/>
            </p14:nvContentPartPr>
            <p14:xfrm>
              <a:off x="1878291" y="3687688"/>
              <a:ext cx="19080" cy="21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150BC6BB-7CEC-4417-81B6-4E1F63AABA9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869291" y="3678688"/>
                <a:ext cx="3672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A202B64F-9AD4-4019-9D79-DAAB67602836}"/>
                  </a:ext>
                </a:extLst>
              </p14:cNvPr>
              <p14:cNvContentPartPr/>
              <p14:nvPr/>
            </p14:nvContentPartPr>
            <p14:xfrm>
              <a:off x="2712411" y="3445768"/>
              <a:ext cx="178200" cy="3085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A202B64F-9AD4-4019-9D79-DAAB6760283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703411" y="3436768"/>
                <a:ext cx="19584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9739D667-0309-4ED4-BC5D-C4E31338C9EC}"/>
                  </a:ext>
                </a:extLst>
              </p14:cNvPr>
              <p14:cNvContentPartPr/>
              <p14:nvPr/>
            </p14:nvContentPartPr>
            <p14:xfrm>
              <a:off x="2199411" y="3423088"/>
              <a:ext cx="13680" cy="3153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9739D667-0309-4ED4-BC5D-C4E31338C9E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190411" y="3414088"/>
                <a:ext cx="3132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1B65E81B-D7DB-49FA-B718-D5899AC1E605}"/>
                  </a:ext>
                </a:extLst>
              </p14:cNvPr>
              <p14:cNvContentPartPr/>
              <p14:nvPr/>
            </p14:nvContentPartPr>
            <p14:xfrm>
              <a:off x="2377971" y="3557368"/>
              <a:ext cx="133560" cy="846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1B65E81B-D7DB-49FA-B718-D5899AC1E60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369331" y="3548728"/>
                <a:ext cx="15120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ED0F2E6D-EC6B-43B7-BCB1-72D24910302C}"/>
                  </a:ext>
                </a:extLst>
              </p14:cNvPr>
              <p14:cNvContentPartPr/>
              <p14:nvPr/>
            </p14:nvContentPartPr>
            <p14:xfrm>
              <a:off x="1106451" y="3496528"/>
              <a:ext cx="399600" cy="29016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ED0F2E6D-EC6B-43B7-BCB1-72D24910302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97811" y="3487888"/>
                <a:ext cx="41724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E9DD7732-9AC1-475D-891B-A936CAC92920}"/>
                  </a:ext>
                </a:extLst>
              </p14:cNvPr>
              <p14:cNvContentPartPr/>
              <p14:nvPr/>
            </p14:nvContentPartPr>
            <p14:xfrm>
              <a:off x="3189411" y="3537928"/>
              <a:ext cx="155160" cy="10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E9DD7732-9AC1-475D-891B-A936CAC9292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180771" y="3528928"/>
                <a:ext cx="1728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ACE0853F-4939-4B05-9B76-9E2A878C48F7}"/>
                  </a:ext>
                </a:extLst>
              </p14:cNvPr>
              <p14:cNvContentPartPr/>
              <p14:nvPr/>
            </p14:nvContentPartPr>
            <p14:xfrm>
              <a:off x="3226131" y="3603808"/>
              <a:ext cx="46800" cy="79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ACE0853F-4939-4B05-9B76-9E2A878C48F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217491" y="3594808"/>
                <a:ext cx="6444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56045325-CC7A-40F6-B685-F33C1789EB8A}"/>
                  </a:ext>
                </a:extLst>
              </p14:cNvPr>
              <p14:cNvContentPartPr/>
              <p14:nvPr/>
            </p14:nvContentPartPr>
            <p14:xfrm>
              <a:off x="4711131" y="3333448"/>
              <a:ext cx="205200" cy="17100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56045325-CC7A-40F6-B685-F33C1789EB8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702491" y="3324808"/>
                <a:ext cx="22284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71043F11-990A-4D35-BF07-99CD26CC884B}"/>
                  </a:ext>
                </a:extLst>
              </p14:cNvPr>
              <p14:cNvContentPartPr/>
              <p14:nvPr/>
            </p14:nvContentPartPr>
            <p14:xfrm>
              <a:off x="4216491" y="3403648"/>
              <a:ext cx="333360" cy="17388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71043F11-990A-4D35-BF07-99CD26CC884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207501" y="3394648"/>
                <a:ext cx="350981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A37A10DE-5F78-416A-BAD8-8C447A7842AB}"/>
                  </a:ext>
                </a:extLst>
              </p14:cNvPr>
              <p14:cNvContentPartPr/>
              <p14:nvPr/>
            </p14:nvContentPartPr>
            <p14:xfrm>
              <a:off x="1318851" y="4310848"/>
              <a:ext cx="454680" cy="95400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A37A10DE-5F78-416A-BAD8-8C447A7842A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309851" y="4302208"/>
                <a:ext cx="472320" cy="9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62333F40-D4B4-4799-9633-72099D4A39C4}"/>
                  </a:ext>
                </a:extLst>
              </p14:cNvPr>
              <p14:cNvContentPartPr/>
              <p14:nvPr/>
            </p14:nvContentPartPr>
            <p14:xfrm>
              <a:off x="645291" y="4404088"/>
              <a:ext cx="371520" cy="91368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62333F40-D4B4-4799-9633-72099D4A39C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36651" y="4395088"/>
                <a:ext cx="389160" cy="9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1CC2F5BB-074A-43FF-9BE1-EB0B732A639E}"/>
                  </a:ext>
                </a:extLst>
              </p14:cNvPr>
              <p14:cNvContentPartPr/>
              <p14:nvPr/>
            </p14:nvContentPartPr>
            <p14:xfrm>
              <a:off x="1944891" y="4241008"/>
              <a:ext cx="672840" cy="109368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1CC2F5BB-074A-43FF-9BE1-EB0B732A639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936246" y="4232008"/>
                <a:ext cx="690489" cy="11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F8664CC0-3B25-4532-A7E3-3CB5A5F3FA5F}"/>
                  </a:ext>
                </a:extLst>
              </p14:cNvPr>
              <p14:cNvContentPartPr/>
              <p14:nvPr/>
            </p14:nvContentPartPr>
            <p14:xfrm>
              <a:off x="3629331" y="4278088"/>
              <a:ext cx="37800" cy="14364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F8664CC0-3B25-4532-A7E3-3CB5A5F3FA5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620691" y="4269448"/>
                <a:ext cx="5544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2761DCDD-9F1C-439A-826F-95FEB28E80C0}"/>
                  </a:ext>
                </a:extLst>
              </p14:cNvPr>
              <p14:cNvContentPartPr/>
              <p14:nvPr/>
            </p14:nvContentPartPr>
            <p14:xfrm>
              <a:off x="3757491" y="4180888"/>
              <a:ext cx="262800" cy="87876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2761DCDD-9F1C-439A-826F-95FEB28E80C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748839" y="4172248"/>
                <a:ext cx="280464" cy="89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18F815E4-CB69-4403-BBFE-D566EFAFE368}"/>
                  </a:ext>
                </a:extLst>
              </p14:cNvPr>
              <p14:cNvContentPartPr/>
              <p14:nvPr/>
            </p14:nvContentPartPr>
            <p14:xfrm>
              <a:off x="4344651" y="4650328"/>
              <a:ext cx="288360" cy="7344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18F815E4-CB69-4403-BBFE-D566EFAFE36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335662" y="4641688"/>
                <a:ext cx="305978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2736731F-F818-40CB-BEFC-E27BCF946026}"/>
                  </a:ext>
                </a:extLst>
              </p14:cNvPr>
              <p14:cNvContentPartPr/>
              <p14:nvPr/>
            </p14:nvContentPartPr>
            <p14:xfrm>
              <a:off x="4890051" y="4287448"/>
              <a:ext cx="37080" cy="1796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2736731F-F818-40CB-BEFC-E27BCF94602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881051" y="4278808"/>
                <a:ext cx="5472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1B7F1E78-ACCB-4730-8B7A-7B6010B2C362}"/>
                  </a:ext>
                </a:extLst>
              </p14:cNvPr>
              <p14:cNvContentPartPr/>
              <p14:nvPr/>
            </p14:nvContentPartPr>
            <p14:xfrm>
              <a:off x="4811931" y="4553128"/>
              <a:ext cx="243720" cy="612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1B7F1E78-ACCB-4730-8B7A-7B6010B2C36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803291" y="4544128"/>
                <a:ext cx="26136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B09370AC-F28F-416D-9F9F-79C403E19745}"/>
                  </a:ext>
                </a:extLst>
              </p14:cNvPr>
              <p14:cNvContentPartPr/>
              <p14:nvPr/>
            </p14:nvContentPartPr>
            <p14:xfrm>
              <a:off x="4860531" y="4621168"/>
              <a:ext cx="337680" cy="25776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B09370AC-F28F-416D-9F9F-79C403E1974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851541" y="4612528"/>
                <a:ext cx="355301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23BF5F9F-BB2A-4C86-830B-749BB6B69C42}"/>
                  </a:ext>
                </a:extLst>
              </p14:cNvPr>
              <p14:cNvContentPartPr/>
              <p14:nvPr/>
            </p14:nvContentPartPr>
            <p14:xfrm>
              <a:off x="2955411" y="4185208"/>
              <a:ext cx="498960" cy="106380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23BF5F9F-BB2A-4C86-830B-749BB6B69C4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946771" y="4176565"/>
                <a:ext cx="516600" cy="10814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58C8877D-AF03-4132-AB56-B628FE50687A}"/>
                  </a:ext>
                </a:extLst>
              </p14:cNvPr>
              <p14:cNvContentPartPr/>
              <p14:nvPr/>
            </p14:nvContentPartPr>
            <p14:xfrm>
              <a:off x="5036571" y="3096928"/>
              <a:ext cx="612360" cy="63612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58C8877D-AF03-4132-AB56-B628FE50687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027576" y="3087928"/>
                <a:ext cx="629990" cy="6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84AA7031-A390-4ED5-954C-4FDE0F83E4DE}"/>
                  </a:ext>
                </a:extLst>
              </p14:cNvPr>
              <p14:cNvContentPartPr/>
              <p14:nvPr/>
            </p14:nvContentPartPr>
            <p14:xfrm>
              <a:off x="3519531" y="3231928"/>
              <a:ext cx="540720" cy="5961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84AA7031-A390-4ED5-954C-4FDE0F83E4D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510531" y="3222928"/>
                <a:ext cx="558360" cy="61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16468ECA-28A2-4A24-A158-58EB2E0FB848}"/>
                  </a:ext>
                </a:extLst>
              </p14:cNvPr>
              <p14:cNvContentPartPr/>
              <p14:nvPr/>
            </p14:nvContentPartPr>
            <p14:xfrm>
              <a:off x="5598891" y="4409848"/>
              <a:ext cx="139320" cy="14148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16468ECA-28A2-4A24-A158-58EB2E0FB84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589891" y="4400848"/>
                <a:ext cx="1569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5AC67983-CAE8-4D49-B53F-16564442D6ED}"/>
                  </a:ext>
                </a:extLst>
              </p14:cNvPr>
              <p14:cNvContentPartPr/>
              <p14:nvPr/>
            </p14:nvContentPartPr>
            <p14:xfrm>
              <a:off x="5824971" y="4357648"/>
              <a:ext cx="149040" cy="24984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5AC67983-CAE8-4D49-B53F-16564442D6ED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815971" y="4349008"/>
                <a:ext cx="16668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9135A86B-01D9-4C72-9AAE-C1D1891EBC0B}"/>
                  </a:ext>
                </a:extLst>
              </p14:cNvPr>
              <p14:cNvContentPartPr/>
              <p14:nvPr/>
            </p14:nvContentPartPr>
            <p14:xfrm>
              <a:off x="5421771" y="4366288"/>
              <a:ext cx="31680" cy="22860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9135A86B-01D9-4C72-9AAE-C1D1891EBC0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413131" y="4357648"/>
                <a:ext cx="4932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0510FE01-070E-42C0-925F-ABFC533589FF}"/>
                  </a:ext>
                </a:extLst>
              </p14:cNvPr>
              <p14:cNvContentPartPr/>
              <p14:nvPr/>
            </p14:nvContentPartPr>
            <p14:xfrm>
              <a:off x="6462171" y="4352968"/>
              <a:ext cx="456120" cy="28476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0510FE01-070E-42C0-925F-ABFC533589F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453524" y="4343968"/>
                <a:ext cx="473774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660C253C-0D28-434C-A624-827DB8BE90D1}"/>
                  </a:ext>
                </a:extLst>
              </p14:cNvPr>
              <p14:cNvContentPartPr/>
              <p14:nvPr/>
            </p14:nvContentPartPr>
            <p14:xfrm>
              <a:off x="6173451" y="4445848"/>
              <a:ext cx="205200" cy="12492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660C253C-0D28-434C-A624-827DB8BE90D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164811" y="4436848"/>
                <a:ext cx="22284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80C33E0B-45FC-4680-916B-6A6A1A4603C3}"/>
                  </a:ext>
                </a:extLst>
              </p14:cNvPr>
              <p14:cNvContentPartPr/>
              <p14:nvPr/>
            </p14:nvContentPartPr>
            <p14:xfrm>
              <a:off x="3996171" y="5566168"/>
              <a:ext cx="117360" cy="1155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80C33E0B-45FC-4680-916B-6A6A1A4603C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987171" y="5557528"/>
                <a:ext cx="13500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8F0B217A-AB49-4139-96D8-4BB608CA2869}"/>
                  </a:ext>
                </a:extLst>
              </p14:cNvPr>
              <p14:cNvContentPartPr/>
              <p14:nvPr/>
            </p14:nvContentPartPr>
            <p14:xfrm>
              <a:off x="4589091" y="5626288"/>
              <a:ext cx="101880" cy="9144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8F0B217A-AB49-4139-96D8-4BB608CA286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580091" y="5617288"/>
                <a:ext cx="11952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9141F528-79F1-491E-8CCC-0F47CA8B34AD}"/>
                  </a:ext>
                </a:extLst>
              </p14:cNvPr>
              <p14:cNvContentPartPr/>
              <p14:nvPr/>
            </p14:nvContentPartPr>
            <p14:xfrm>
              <a:off x="4967811" y="5957488"/>
              <a:ext cx="118800" cy="11772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9141F528-79F1-491E-8CCC-0F47CA8B34A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959171" y="5948848"/>
                <a:ext cx="13644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D02D9419-9D32-4F79-808B-633C13197E5A}"/>
                  </a:ext>
                </a:extLst>
              </p14:cNvPr>
              <p14:cNvContentPartPr/>
              <p14:nvPr/>
            </p14:nvContentPartPr>
            <p14:xfrm>
              <a:off x="4287771" y="5805568"/>
              <a:ext cx="480240" cy="28908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D02D9419-9D32-4F79-808B-633C13197E5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279131" y="5796568"/>
                <a:ext cx="4978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9C69126D-D68B-42B7-9BFD-643012CEA1E4}"/>
                  </a:ext>
                </a:extLst>
              </p14:cNvPr>
              <p14:cNvContentPartPr/>
              <p14:nvPr/>
            </p14:nvContentPartPr>
            <p14:xfrm>
              <a:off x="3970971" y="5831848"/>
              <a:ext cx="218160" cy="2239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9C69126D-D68B-42B7-9BFD-643012CEA1E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962331" y="5822848"/>
                <a:ext cx="23580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75611C4A-8F30-49EC-8F87-9BB5468470B9}"/>
                  </a:ext>
                </a:extLst>
              </p14:cNvPr>
              <p14:cNvContentPartPr/>
              <p14:nvPr/>
            </p14:nvContentPartPr>
            <p14:xfrm>
              <a:off x="5406291" y="4948048"/>
              <a:ext cx="263520" cy="178128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75611C4A-8F30-49EC-8F87-9BB5468470B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397651" y="4939408"/>
                <a:ext cx="281160" cy="179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E5B3AF62-50A0-42EC-B594-CAC2EB97C887}"/>
                  </a:ext>
                </a:extLst>
              </p14:cNvPr>
              <p14:cNvContentPartPr/>
              <p14:nvPr/>
            </p14:nvContentPartPr>
            <p14:xfrm>
              <a:off x="5830011" y="5028688"/>
              <a:ext cx="133560" cy="13824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E5B3AF62-50A0-42EC-B594-CAC2EB97C88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821011" y="5019688"/>
                <a:ext cx="1512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B2A9A4DA-1E89-4AC6-A774-F5A8F93BB031}"/>
                  </a:ext>
                </a:extLst>
              </p14:cNvPr>
              <p14:cNvContentPartPr/>
              <p14:nvPr/>
            </p14:nvContentPartPr>
            <p14:xfrm>
              <a:off x="6339051" y="5076208"/>
              <a:ext cx="146160" cy="10980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B2A9A4DA-1E89-4AC6-A774-F5A8F93BB03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330411" y="5067208"/>
                <a:ext cx="16380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B6ACBE33-A2B4-47A8-8BE2-43D26A7265FE}"/>
                  </a:ext>
                </a:extLst>
              </p14:cNvPr>
              <p14:cNvContentPartPr/>
              <p14:nvPr/>
            </p14:nvContentPartPr>
            <p14:xfrm>
              <a:off x="5920011" y="5571568"/>
              <a:ext cx="133200" cy="11268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B6ACBE33-A2B4-47A8-8BE2-43D26A7265F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911371" y="5562928"/>
                <a:ext cx="15084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04CFCF5C-231D-4ED2-BB10-4676B0717E9C}"/>
                  </a:ext>
                </a:extLst>
              </p14:cNvPr>
              <p14:cNvContentPartPr/>
              <p14:nvPr/>
            </p14:nvContentPartPr>
            <p14:xfrm>
              <a:off x="6395571" y="5548168"/>
              <a:ext cx="98280" cy="12744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04CFCF5C-231D-4ED2-BB10-4676B0717E9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386571" y="5539168"/>
                <a:ext cx="1159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4DA48550-23B6-4BD4-B87E-B9E2DFC10B8C}"/>
                  </a:ext>
                </a:extLst>
              </p14:cNvPr>
              <p14:cNvContentPartPr/>
              <p14:nvPr/>
            </p14:nvContentPartPr>
            <p14:xfrm>
              <a:off x="6479091" y="6032008"/>
              <a:ext cx="122400" cy="14400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4DA48550-23B6-4BD4-B87E-B9E2DFC10B8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470091" y="6023008"/>
                <a:ext cx="14004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C94EFE1A-18FB-4333-A5BA-A506D2E5F53E}"/>
                  </a:ext>
                </a:extLst>
              </p14:cNvPr>
              <p14:cNvContentPartPr/>
              <p14:nvPr/>
            </p14:nvContentPartPr>
            <p14:xfrm>
              <a:off x="6121251" y="6479128"/>
              <a:ext cx="101880" cy="16416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C94EFE1A-18FB-4333-A5BA-A506D2E5F53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112611" y="6470488"/>
                <a:ext cx="11952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F3CFFF8C-AEB0-4BA7-8F35-51CF056DC96C}"/>
                  </a:ext>
                </a:extLst>
              </p14:cNvPr>
              <p14:cNvContentPartPr/>
              <p14:nvPr/>
            </p14:nvContentPartPr>
            <p14:xfrm>
              <a:off x="6471531" y="6492448"/>
              <a:ext cx="216720" cy="19584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F3CFFF8C-AEB0-4BA7-8F35-51CF056DC96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462531" y="6483448"/>
                <a:ext cx="23436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0D2A24A9-71B4-4BD8-BF1B-90F55BBF0FFA}"/>
                  </a:ext>
                </a:extLst>
              </p14:cNvPr>
              <p14:cNvContentPartPr/>
              <p14:nvPr/>
            </p14:nvContentPartPr>
            <p14:xfrm>
              <a:off x="6025131" y="6016168"/>
              <a:ext cx="57240" cy="22032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0D2A24A9-71B4-4BD8-BF1B-90F55BBF0FFA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016491" y="6007168"/>
                <a:ext cx="7488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41D909D6-454A-4E68-B98D-5A7EFBA52091}"/>
                  </a:ext>
                </a:extLst>
              </p14:cNvPr>
              <p14:cNvContentPartPr/>
              <p14:nvPr/>
            </p14:nvContentPartPr>
            <p14:xfrm>
              <a:off x="7030971" y="4887928"/>
              <a:ext cx="1172160" cy="169164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41D909D6-454A-4E68-B98D-5A7EFBA5209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021971" y="4879288"/>
                <a:ext cx="1189800" cy="170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E30D1609-B9F1-4DBC-9B37-477181857398}"/>
                  </a:ext>
                </a:extLst>
              </p14:cNvPr>
              <p14:cNvContentPartPr/>
              <p14:nvPr/>
            </p14:nvContentPartPr>
            <p14:xfrm>
              <a:off x="9306531" y="5455288"/>
              <a:ext cx="205560" cy="50040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E30D1609-B9F1-4DBC-9B37-47718185739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297531" y="5446288"/>
                <a:ext cx="223200" cy="51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1BC944B3-EB8F-4AF1-A3B7-8B46082E5514}"/>
                  </a:ext>
                </a:extLst>
              </p14:cNvPr>
              <p14:cNvContentPartPr/>
              <p14:nvPr/>
            </p14:nvContentPartPr>
            <p14:xfrm>
              <a:off x="8437851" y="5743288"/>
              <a:ext cx="284760" cy="18864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1BC944B3-EB8F-4AF1-A3B7-8B46082E5514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429200" y="5734648"/>
                <a:ext cx="302422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D6E3301D-4AC5-4B78-944B-21C0C2506D6A}"/>
                  </a:ext>
                </a:extLst>
              </p14:cNvPr>
              <p14:cNvContentPartPr/>
              <p14:nvPr/>
            </p14:nvContentPartPr>
            <p14:xfrm>
              <a:off x="11005371" y="5706208"/>
              <a:ext cx="147240" cy="7956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D6E3301D-4AC5-4B78-944B-21C0C2506D6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996371" y="5697208"/>
                <a:ext cx="16488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0335FA4B-DA98-420F-A8F7-07508855E46C}"/>
                  </a:ext>
                </a:extLst>
              </p14:cNvPr>
              <p14:cNvContentPartPr/>
              <p14:nvPr/>
            </p14:nvContentPartPr>
            <p14:xfrm>
              <a:off x="9595251" y="5414248"/>
              <a:ext cx="1217520" cy="132624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0335FA4B-DA98-420F-A8F7-07508855E46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586611" y="5405248"/>
                <a:ext cx="1235160" cy="13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CD074E80-ADE6-4794-873B-7B932E2D0C0D}"/>
                  </a:ext>
                </a:extLst>
              </p14:cNvPr>
              <p14:cNvContentPartPr/>
              <p14:nvPr/>
            </p14:nvContentPartPr>
            <p14:xfrm>
              <a:off x="8987931" y="6097168"/>
              <a:ext cx="515880" cy="64836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CD074E80-ADE6-4794-873B-7B932E2D0C0D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978937" y="6088528"/>
                <a:ext cx="533508" cy="66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20EB55FA-1DA2-400E-BC05-992EE8EE8176}"/>
                  </a:ext>
                </a:extLst>
              </p14:cNvPr>
              <p14:cNvContentPartPr/>
              <p14:nvPr/>
            </p14:nvContentPartPr>
            <p14:xfrm>
              <a:off x="532971" y="137008"/>
              <a:ext cx="9981000" cy="280044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20EB55FA-1DA2-400E-BC05-992EE8EE8176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23971" y="128008"/>
                <a:ext cx="9998640" cy="281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4630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B3E7136-2E38-4FC3-8BE2-DBC0890123A0}"/>
                  </a:ext>
                </a:extLst>
              </p14:cNvPr>
              <p14:cNvContentPartPr/>
              <p14:nvPr/>
            </p14:nvContentPartPr>
            <p14:xfrm>
              <a:off x="882531" y="654328"/>
              <a:ext cx="21600" cy="492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B3E7136-2E38-4FC3-8BE2-DBC0890123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3891" y="645688"/>
                <a:ext cx="39240" cy="50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F1668C0-B5AD-4B89-8CFA-9DA2C778E530}"/>
                  </a:ext>
                </a:extLst>
              </p14:cNvPr>
              <p14:cNvContentPartPr/>
              <p14:nvPr/>
            </p14:nvContentPartPr>
            <p14:xfrm>
              <a:off x="2208051" y="818128"/>
              <a:ext cx="145440" cy="8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F1668C0-B5AD-4B89-8CFA-9DA2C778E5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9411" y="809128"/>
                <a:ext cx="16308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B15D9B4-0A52-490D-9C40-B52C0DE3907A}"/>
                  </a:ext>
                </a:extLst>
              </p14:cNvPr>
              <p14:cNvContentPartPr/>
              <p14:nvPr/>
            </p14:nvContentPartPr>
            <p14:xfrm>
              <a:off x="2235771" y="925048"/>
              <a:ext cx="252360" cy="8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B15D9B4-0A52-490D-9C40-B52C0DE390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27131" y="916408"/>
                <a:ext cx="2700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8FCE9B5-7985-49C2-8E4F-1CCD50252793}"/>
                  </a:ext>
                </a:extLst>
              </p14:cNvPr>
              <p14:cNvContentPartPr/>
              <p14:nvPr/>
            </p14:nvContentPartPr>
            <p14:xfrm>
              <a:off x="2942091" y="445168"/>
              <a:ext cx="30600" cy="193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8FCE9B5-7985-49C2-8E4F-1CCD5025279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33091" y="436528"/>
                <a:ext cx="4824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F174BD9-1C3E-4CAF-A9EF-E9857060CBAA}"/>
                  </a:ext>
                </a:extLst>
              </p14:cNvPr>
              <p14:cNvContentPartPr/>
              <p14:nvPr/>
            </p14:nvContentPartPr>
            <p14:xfrm>
              <a:off x="2763171" y="812008"/>
              <a:ext cx="449640" cy="33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F174BD9-1C3E-4CAF-A9EF-E9857060CBA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54531" y="803008"/>
                <a:ext cx="46728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39E5C27-3EBB-4EB1-B540-B066BB341BBC}"/>
                  </a:ext>
                </a:extLst>
              </p14:cNvPr>
              <p14:cNvContentPartPr/>
              <p14:nvPr/>
            </p14:nvContentPartPr>
            <p14:xfrm>
              <a:off x="2869371" y="955288"/>
              <a:ext cx="375840" cy="254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39E5C27-3EBB-4EB1-B540-B066BB341BB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60371" y="946648"/>
                <a:ext cx="39348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8B63F88-519C-40F0-AA89-C902E24803AD}"/>
                  </a:ext>
                </a:extLst>
              </p14:cNvPr>
              <p14:cNvContentPartPr/>
              <p14:nvPr/>
            </p14:nvContentPartPr>
            <p14:xfrm>
              <a:off x="1107891" y="640288"/>
              <a:ext cx="813600" cy="379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8B63F88-519C-40F0-AA89-C902E24803A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99251" y="631288"/>
                <a:ext cx="83124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1D870A7-6F5C-4B9B-9181-B6E35988C666}"/>
                  </a:ext>
                </a:extLst>
              </p14:cNvPr>
              <p14:cNvContentPartPr/>
              <p14:nvPr/>
            </p14:nvContentPartPr>
            <p14:xfrm>
              <a:off x="5669451" y="342568"/>
              <a:ext cx="29160" cy="217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1D870A7-6F5C-4B9B-9181-B6E35988C66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60451" y="333568"/>
                <a:ext cx="4680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4D30CF3-0B80-4753-8B5B-3E20AC31C809}"/>
                  </a:ext>
                </a:extLst>
              </p14:cNvPr>
              <p14:cNvContentPartPr/>
              <p14:nvPr/>
            </p14:nvContentPartPr>
            <p14:xfrm>
              <a:off x="5481531" y="687448"/>
              <a:ext cx="374760" cy="417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4D30CF3-0B80-4753-8B5B-3E20AC31C80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72891" y="678808"/>
                <a:ext cx="39240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554A866-B39A-47BB-9B69-EB5869A518AB}"/>
                  </a:ext>
                </a:extLst>
              </p14:cNvPr>
              <p14:cNvContentPartPr/>
              <p14:nvPr/>
            </p14:nvContentPartPr>
            <p14:xfrm>
              <a:off x="5609691" y="803008"/>
              <a:ext cx="182520" cy="2325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554A866-B39A-47BB-9B69-EB5869A518A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600691" y="794008"/>
                <a:ext cx="20016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B7F4301-0F53-4DC4-BB30-F474612F2BBB}"/>
                  </a:ext>
                </a:extLst>
              </p14:cNvPr>
              <p14:cNvContentPartPr/>
              <p14:nvPr/>
            </p14:nvContentPartPr>
            <p14:xfrm>
              <a:off x="5137731" y="651448"/>
              <a:ext cx="176400" cy="756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B7F4301-0F53-4DC4-BB30-F474612F2BB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128731" y="642808"/>
                <a:ext cx="19404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E927179-09A8-4A33-BD07-C45B9E48C044}"/>
                  </a:ext>
                </a:extLst>
              </p14:cNvPr>
              <p14:cNvContentPartPr/>
              <p14:nvPr/>
            </p14:nvContentPartPr>
            <p14:xfrm>
              <a:off x="6356691" y="533368"/>
              <a:ext cx="23760" cy="2023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E927179-09A8-4A33-BD07-C45B9E48C04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348051" y="524368"/>
                <a:ext cx="414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CDFA9D7-80A0-4D24-84F0-B289348612E2}"/>
                  </a:ext>
                </a:extLst>
              </p14:cNvPr>
              <p14:cNvContentPartPr/>
              <p14:nvPr/>
            </p14:nvContentPartPr>
            <p14:xfrm>
              <a:off x="6494931" y="566128"/>
              <a:ext cx="9000" cy="144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CDFA9D7-80A0-4D24-84F0-B289348612E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85931" y="557128"/>
                <a:ext cx="2664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4AE6A59-30AD-4698-B36C-9233A50B9D42}"/>
                  </a:ext>
                </a:extLst>
              </p14:cNvPr>
              <p14:cNvContentPartPr/>
              <p14:nvPr/>
            </p14:nvContentPartPr>
            <p14:xfrm>
              <a:off x="6106131" y="524008"/>
              <a:ext cx="21960" cy="3229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4AE6A59-30AD-4698-B36C-9233A50B9D4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097131" y="515368"/>
                <a:ext cx="3960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CD07796-C545-48B1-A485-87C7859EFFC0}"/>
                  </a:ext>
                </a:extLst>
              </p14:cNvPr>
              <p14:cNvContentPartPr/>
              <p14:nvPr/>
            </p14:nvContentPartPr>
            <p14:xfrm>
              <a:off x="7906131" y="333208"/>
              <a:ext cx="4680" cy="178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CD07796-C545-48B1-A485-87C7859EFFC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897131" y="324208"/>
                <a:ext cx="2232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40D8633-7841-4A83-83A1-DC8F7C4DA998}"/>
                  </a:ext>
                </a:extLst>
              </p14:cNvPr>
              <p14:cNvContentPartPr/>
              <p14:nvPr/>
            </p14:nvContentPartPr>
            <p14:xfrm>
              <a:off x="7672491" y="643888"/>
              <a:ext cx="342360" cy="291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40D8633-7841-4A83-83A1-DC8F7C4DA99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663851" y="634888"/>
                <a:ext cx="360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DA7D3BC-E2ED-4EDA-BAB3-C1D7BEC8B0C1}"/>
                  </a:ext>
                </a:extLst>
              </p14:cNvPr>
              <p14:cNvContentPartPr/>
              <p14:nvPr/>
            </p14:nvContentPartPr>
            <p14:xfrm>
              <a:off x="7832691" y="729208"/>
              <a:ext cx="114480" cy="1972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DA7D3BC-E2ED-4EDA-BAB3-C1D7BEC8B0C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824051" y="720208"/>
                <a:ext cx="13212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FA72914-4B5A-4361-9864-FFA5C1412787}"/>
                  </a:ext>
                </a:extLst>
              </p14:cNvPr>
              <p14:cNvContentPartPr/>
              <p14:nvPr/>
            </p14:nvContentPartPr>
            <p14:xfrm>
              <a:off x="8529291" y="504928"/>
              <a:ext cx="20880" cy="2138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FA72914-4B5A-4361-9864-FFA5C141278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520291" y="496288"/>
                <a:ext cx="3852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296DDEB-5C4A-472E-A662-310604B9427D}"/>
                  </a:ext>
                </a:extLst>
              </p14:cNvPr>
              <p14:cNvContentPartPr/>
              <p14:nvPr/>
            </p14:nvContentPartPr>
            <p14:xfrm>
              <a:off x="8673291" y="552088"/>
              <a:ext cx="7920" cy="1688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296DDEB-5C4A-472E-A662-310604B9427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664651" y="543088"/>
                <a:ext cx="2556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E5B850E-73C6-4CBB-A0D6-036E5C47258C}"/>
                  </a:ext>
                </a:extLst>
              </p14:cNvPr>
              <p14:cNvContentPartPr/>
              <p14:nvPr/>
            </p14:nvContentPartPr>
            <p14:xfrm>
              <a:off x="8785251" y="533368"/>
              <a:ext cx="4320" cy="1771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E5B850E-73C6-4CBB-A0D6-036E5C47258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776251" y="524368"/>
                <a:ext cx="219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C59528A-D82E-4D24-BDA5-A49FD6FFB7E1}"/>
                  </a:ext>
                </a:extLst>
              </p14:cNvPr>
              <p14:cNvContentPartPr/>
              <p14:nvPr/>
            </p14:nvContentPartPr>
            <p14:xfrm>
              <a:off x="8914851" y="477568"/>
              <a:ext cx="266760" cy="344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C59528A-D82E-4D24-BDA5-A49FD6FFB7E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906211" y="468928"/>
                <a:ext cx="28440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1ADA05D-403D-4ED0-812F-F5846687699E}"/>
                  </a:ext>
                </a:extLst>
              </p14:cNvPr>
              <p14:cNvContentPartPr/>
              <p14:nvPr/>
            </p14:nvContentPartPr>
            <p14:xfrm>
              <a:off x="8357571" y="491608"/>
              <a:ext cx="20880" cy="2365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1ADA05D-403D-4ED0-812F-F5846687699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348931" y="482608"/>
                <a:ext cx="3852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5FBD2ED-902E-4B52-8120-93B5678C7781}"/>
                  </a:ext>
                </a:extLst>
              </p14:cNvPr>
              <p14:cNvContentPartPr/>
              <p14:nvPr/>
            </p14:nvContentPartPr>
            <p14:xfrm>
              <a:off x="7296291" y="598168"/>
              <a:ext cx="264960" cy="1501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5FBD2ED-902E-4B52-8120-93B5678C778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287651" y="589528"/>
                <a:ext cx="28260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E3B0A9C-25E9-4BA1-A8E0-55D8ED8D33B8}"/>
                  </a:ext>
                </a:extLst>
              </p14:cNvPr>
              <p14:cNvContentPartPr/>
              <p14:nvPr/>
            </p14:nvContentPartPr>
            <p14:xfrm>
              <a:off x="6642891" y="486928"/>
              <a:ext cx="361440" cy="2509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E3B0A9C-25E9-4BA1-A8E0-55D8ED8D33B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634242" y="477928"/>
                <a:ext cx="379098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1B15238-2CF7-419A-B825-CC01B6E36A13}"/>
                  </a:ext>
                </a:extLst>
              </p14:cNvPr>
              <p14:cNvContentPartPr/>
              <p14:nvPr/>
            </p14:nvContentPartPr>
            <p14:xfrm>
              <a:off x="3537531" y="2086768"/>
              <a:ext cx="207360" cy="162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1B15238-2CF7-419A-B825-CC01B6E36A1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528891" y="2077768"/>
                <a:ext cx="22500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A627D11-231A-4BD1-8479-FAA0BA8B56FF}"/>
                  </a:ext>
                </a:extLst>
              </p14:cNvPr>
              <p14:cNvContentPartPr/>
              <p14:nvPr/>
            </p14:nvContentPartPr>
            <p14:xfrm>
              <a:off x="3583611" y="2180368"/>
              <a:ext cx="111240" cy="46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A627D11-231A-4BD1-8479-FAA0BA8B56F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574971" y="2171728"/>
                <a:ext cx="12888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4DB3846-05C9-49A0-A39C-D1C6617ABA1E}"/>
                  </a:ext>
                </a:extLst>
              </p14:cNvPr>
              <p14:cNvContentPartPr/>
              <p14:nvPr/>
            </p14:nvContentPartPr>
            <p14:xfrm>
              <a:off x="4151691" y="1682848"/>
              <a:ext cx="15480" cy="1616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4DB3846-05C9-49A0-A39C-D1C6617ABA1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143051" y="1673848"/>
                <a:ext cx="3312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E9A504B-D761-40E7-AB02-96EC94C2B957}"/>
                  </a:ext>
                </a:extLst>
              </p14:cNvPr>
              <p14:cNvContentPartPr/>
              <p14:nvPr/>
            </p14:nvContentPartPr>
            <p14:xfrm>
              <a:off x="4023531" y="1993888"/>
              <a:ext cx="360360" cy="50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E9A504B-D761-40E7-AB02-96EC94C2B95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014891" y="1985248"/>
                <a:ext cx="37800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2AA86AE1-1300-4C8F-8DE4-91BCD0A81786}"/>
                  </a:ext>
                </a:extLst>
              </p14:cNvPr>
              <p14:cNvContentPartPr/>
              <p14:nvPr/>
            </p14:nvContentPartPr>
            <p14:xfrm>
              <a:off x="4109931" y="2138608"/>
              <a:ext cx="340560" cy="2437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2AA86AE1-1300-4C8F-8DE4-91BCD0A8178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01282" y="2129621"/>
                <a:ext cx="358219" cy="2613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B5CCFCC-7E43-4E20-AF5A-B238C856620A}"/>
                  </a:ext>
                </a:extLst>
              </p14:cNvPr>
              <p14:cNvContentPartPr/>
              <p14:nvPr/>
            </p14:nvContentPartPr>
            <p14:xfrm>
              <a:off x="4592331" y="1578448"/>
              <a:ext cx="118080" cy="9507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B5CCFCC-7E43-4E20-AF5A-B238C856620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583691" y="1569448"/>
                <a:ext cx="135720" cy="9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38FC41B3-56AC-450E-BEB5-89F18963B631}"/>
                  </a:ext>
                </a:extLst>
              </p14:cNvPr>
              <p14:cNvContentPartPr/>
              <p14:nvPr/>
            </p14:nvContentPartPr>
            <p14:xfrm>
              <a:off x="5055291" y="1701208"/>
              <a:ext cx="30600" cy="2156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38FC41B3-56AC-450E-BEB5-89F18963B63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046291" y="1692208"/>
                <a:ext cx="482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87952F9-754C-4DC7-8EB0-3855F09A224B}"/>
                  </a:ext>
                </a:extLst>
              </p14:cNvPr>
              <p14:cNvContentPartPr/>
              <p14:nvPr/>
            </p14:nvContentPartPr>
            <p14:xfrm>
              <a:off x="4958811" y="2034208"/>
              <a:ext cx="273600" cy="154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87952F9-754C-4DC7-8EB0-3855F09A224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49811" y="2025568"/>
                <a:ext cx="29124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11119EEB-1ADE-462E-9AEC-F7FB03ED50EE}"/>
                  </a:ext>
                </a:extLst>
              </p14:cNvPr>
              <p14:cNvContentPartPr/>
              <p14:nvPr/>
            </p14:nvContentPartPr>
            <p14:xfrm>
              <a:off x="6507891" y="1896328"/>
              <a:ext cx="19800" cy="1357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11119EEB-1ADE-462E-9AEC-F7FB03ED50E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499251" y="1887688"/>
                <a:ext cx="3744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FBB8AF0-FB81-4FA2-ACB4-0FDC7F733C08}"/>
                  </a:ext>
                </a:extLst>
              </p14:cNvPr>
              <p14:cNvContentPartPr/>
              <p14:nvPr/>
            </p14:nvContentPartPr>
            <p14:xfrm>
              <a:off x="5353371" y="1747288"/>
              <a:ext cx="139680" cy="4978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FBB8AF0-FB81-4FA2-ACB4-0FDC7F733C0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344394" y="1738648"/>
                <a:ext cx="157275" cy="51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037529B7-9F74-431E-96AE-2E791C145167}"/>
                  </a:ext>
                </a:extLst>
              </p14:cNvPr>
              <p14:cNvContentPartPr/>
              <p14:nvPr/>
            </p14:nvContentPartPr>
            <p14:xfrm>
              <a:off x="6613371" y="1687168"/>
              <a:ext cx="336960" cy="6447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037529B7-9F74-431E-96AE-2E791C14516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604722" y="1678168"/>
                <a:ext cx="354619" cy="66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E284C7A1-901E-43C7-89F8-4455F3415F6A}"/>
                  </a:ext>
                </a:extLst>
              </p14:cNvPr>
              <p14:cNvContentPartPr/>
              <p14:nvPr/>
            </p14:nvContentPartPr>
            <p14:xfrm>
              <a:off x="6196851" y="1905688"/>
              <a:ext cx="212040" cy="1728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E284C7A1-901E-43C7-89F8-4455F3415F6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187851" y="1896688"/>
                <a:ext cx="22968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68256043-7C3D-4317-9E6E-3906DFBA98FC}"/>
                  </a:ext>
                </a:extLst>
              </p14:cNvPr>
              <p14:cNvContentPartPr/>
              <p14:nvPr/>
            </p14:nvContentPartPr>
            <p14:xfrm>
              <a:off x="5621571" y="1896328"/>
              <a:ext cx="356760" cy="1998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68256043-7C3D-4317-9E6E-3906DFBA98F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612931" y="1887688"/>
                <a:ext cx="3744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A6086B20-0536-43BA-BA34-77978FB75ED7}"/>
                  </a:ext>
                </a:extLst>
              </p14:cNvPr>
              <p14:cNvContentPartPr/>
              <p14:nvPr/>
            </p14:nvContentPartPr>
            <p14:xfrm>
              <a:off x="4966371" y="2147608"/>
              <a:ext cx="254160" cy="19080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A6086B20-0536-43BA-BA34-77978FB75ED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957719" y="2138952"/>
                <a:ext cx="271825" cy="2084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E600D73-5551-4326-9B6B-A9B5291A4E7B}"/>
                  </a:ext>
                </a:extLst>
              </p14:cNvPr>
              <p14:cNvContentPartPr/>
              <p14:nvPr/>
            </p14:nvContentPartPr>
            <p14:xfrm>
              <a:off x="4908411" y="2447848"/>
              <a:ext cx="2099880" cy="864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E600D73-5551-4326-9B6B-A9B5291A4E7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899771" y="2438848"/>
                <a:ext cx="211752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1C0AE8A-C6B7-480C-A68C-B37D0D69F686}"/>
                  </a:ext>
                </a:extLst>
              </p14:cNvPr>
              <p14:cNvContentPartPr/>
              <p14:nvPr/>
            </p14:nvContentPartPr>
            <p14:xfrm>
              <a:off x="7092171" y="1805968"/>
              <a:ext cx="326160" cy="2689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1C0AE8A-C6B7-480C-A68C-B37D0D69F68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083171" y="1796968"/>
                <a:ext cx="34380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B17F5AE5-1C5F-4B03-B288-2627C922C8E7}"/>
                  </a:ext>
                </a:extLst>
              </p14:cNvPr>
              <p14:cNvContentPartPr/>
              <p14:nvPr/>
            </p14:nvContentPartPr>
            <p14:xfrm>
              <a:off x="7677171" y="1766368"/>
              <a:ext cx="6120" cy="2505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B17F5AE5-1C5F-4B03-B288-2627C922C8E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668531" y="1757368"/>
                <a:ext cx="2376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8488102D-5B79-4EC0-879A-86BA68DCBF27}"/>
                  </a:ext>
                </a:extLst>
              </p14:cNvPr>
              <p14:cNvContentPartPr/>
              <p14:nvPr/>
            </p14:nvContentPartPr>
            <p14:xfrm>
              <a:off x="7808211" y="1742968"/>
              <a:ext cx="373680" cy="2552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8488102D-5B79-4EC0-879A-86BA68DCBF2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799563" y="1733968"/>
                <a:ext cx="391337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BE6F7D27-A897-4B32-AB6E-6A96B6AB3B18}"/>
                  </a:ext>
                </a:extLst>
              </p14:cNvPr>
              <p14:cNvContentPartPr/>
              <p14:nvPr/>
            </p14:nvContentPartPr>
            <p14:xfrm>
              <a:off x="8841411" y="1742968"/>
              <a:ext cx="9360" cy="2581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BE6F7D27-A897-4B32-AB6E-6A96B6AB3B1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832411" y="1733968"/>
                <a:ext cx="2700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528A43D-D6FE-4C0B-95DB-45AF691B2A82}"/>
                  </a:ext>
                </a:extLst>
              </p14:cNvPr>
              <p14:cNvContentPartPr/>
              <p14:nvPr/>
            </p14:nvContentPartPr>
            <p14:xfrm>
              <a:off x="8978211" y="1760968"/>
              <a:ext cx="444600" cy="2577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528A43D-D6FE-4C0B-95DB-45AF691B2A8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969218" y="1752328"/>
                <a:ext cx="462226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DCACCFC8-A22F-4AC9-90F2-50F3EF66871C}"/>
                  </a:ext>
                </a:extLst>
              </p14:cNvPr>
              <p14:cNvContentPartPr/>
              <p14:nvPr/>
            </p14:nvContentPartPr>
            <p14:xfrm>
              <a:off x="8378091" y="1794448"/>
              <a:ext cx="266400" cy="2401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DCACCFC8-A22F-4AC9-90F2-50F3EF66871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369091" y="1785808"/>
                <a:ext cx="28404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D27B2B50-8941-4174-BA4A-46CADF929CF5}"/>
                  </a:ext>
                </a:extLst>
              </p14:cNvPr>
              <p14:cNvContentPartPr/>
              <p14:nvPr/>
            </p14:nvContentPartPr>
            <p14:xfrm>
              <a:off x="4160331" y="3073528"/>
              <a:ext cx="9720" cy="1731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D27B2B50-8941-4174-BA4A-46CADF929CF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151331" y="3064528"/>
                <a:ext cx="2736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0EF0C275-FED6-4C12-B1E9-C1C2EA4698CD}"/>
                  </a:ext>
                </a:extLst>
              </p14:cNvPr>
              <p14:cNvContentPartPr/>
              <p14:nvPr/>
            </p14:nvContentPartPr>
            <p14:xfrm>
              <a:off x="4069251" y="3348928"/>
              <a:ext cx="178920" cy="900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0EF0C275-FED6-4C12-B1E9-C1C2EA4698C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060611" y="3339928"/>
                <a:ext cx="19656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6DACD98B-5C9F-4CAD-BCC8-AFB072AC9FD7}"/>
                  </a:ext>
                </a:extLst>
              </p14:cNvPr>
              <p14:cNvContentPartPr/>
              <p14:nvPr/>
            </p14:nvContentPartPr>
            <p14:xfrm>
              <a:off x="4179411" y="3454768"/>
              <a:ext cx="124560" cy="1836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6DACD98B-5C9F-4CAD-BCC8-AFB072AC9FD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170771" y="3446128"/>
                <a:ext cx="14220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850CAC57-7F69-4DC3-A982-5BD9BA185B18}"/>
                  </a:ext>
                </a:extLst>
              </p14:cNvPr>
              <p14:cNvContentPartPr/>
              <p14:nvPr/>
            </p14:nvContentPartPr>
            <p14:xfrm>
              <a:off x="3771531" y="3301048"/>
              <a:ext cx="140400" cy="9612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850CAC57-7F69-4DC3-A982-5BD9BA185B1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762891" y="3292048"/>
                <a:ext cx="15804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677ABAC8-105E-4C09-B504-AC2B19EB40F6}"/>
                  </a:ext>
                </a:extLst>
              </p14:cNvPr>
              <p14:cNvContentPartPr/>
              <p14:nvPr/>
            </p14:nvContentPartPr>
            <p14:xfrm>
              <a:off x="4425291" y="2911168"/>
              <a:ext cx="160560" cy="89424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677ABAC8-105E-4C09-B504-AC2B19EB40F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416651" y="2902528"/>
                <a:ext cx="178200" cy="9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7BDDB368-AE0D-46E5-B2E8-E70948BE7994}"/>
                  </a:ext>
                </a:extLst>
              </p14:cNvPr>
              <p14:cNvContentPartPr/>
              <p14:nvPr/>
            </p14:nvContentPartPr>
            <p14:xfrm>
              <a:off x="4871691" y="3119968"/>
              <a:ext cx="32760" cy="1551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7BDDB368-AE0D-46E5-B2E8-E70948BE799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863051" y="3110968"/>
                <a:ext cx="5040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57342FEE-3A13-4600-83F7-2BC1665FEA05}"/>
                  </a:ext>
                </a:extLst>
              </p14:cNvPr>
              <p14:cNvContentPartPr/>
              <p14:nvPr/>
            </p14:nvContentPartPr>
            <p14:xfrm>
              <a:off x="4775571" y="3393928"/>
              <a:ext cx="275760" cy="1908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57342FEE-3A13-4600-83F7-2BC1665FEA0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766571" y="3385288"/>
                <a:ext cx="2934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8F748099-3E20-41C9-A6E8-891CAEC53F88}"/>
                  </a:ext>
                </a:extLst>
              </p14:cNvPr>
              <p14:cNvContentPartPr/>
              <p14:nvPr/>
            </p14:nvContentPartPr>
            <p14:xfrm>
              <a:off x="6086331" y="3357208"/>
              <a:ext cx="131400" cy="97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8F748099-3E20-41C9-A6E8-891CAEC53F8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077331" y="3348568"/>
                <a:ext cx="14904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396030F6-3705-4B1E-B417-C0D965966813}"/>
                  </a:ext>
                </a:extLst>
              </p14:cNvPr>
              <p14:cNvContentPartPr/>
              <p14:nvPr/>
            </p14:nvContentPartPr>
            <p14:xfrm>
              <a:off x="6333651" y="3254608"/>
              <a:ext cx="24840" cy="1857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396030F6-3705-4B1E-B417-C0D96596681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325011" y="3245608"/>
                <a:ext cx="4248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F792D017-33B8-4233-BD15-85CBFA010B0B}"/>
                  </a:ext>
                </a:extLst>
              </p14:cNvPr>
              <p14:cNvContentPartPr/>
              <p14:nvPr/>
            </p14:nvContentPartPr>
            <p14:xfrm>
              <a:off x="5230971" y="3128968"/>
              <a:ext cx="59400" cy="4086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F792D017-33B8-4233-BD15-85CBFA010B0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221971" y="3120328"/>
                <a:ext cx="7704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C68797F5-EC8F-41F1-9BD0-E4FAE0C05BA6}"/>
                  </a:ext>
                </a:extLst>
              </p14:cNvPr>
              <p14:cNvContentPartPr/>
              <p14:nvPr/>
            </p14:nvContentPartPr>
            <p14:xfrm>
              <a:off x="6507891" y="3096928"/>
              <a:ext cx="465480" cy="4554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C68797F5-EC8F-41F1-9BD0-E4FAE0C05BA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499251" y="3087928"/>
                <a:ext cx="483120" cy="47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8C207B98-309D-481A-8B1C-49205DFD6846}"/>
                  </a:ext>
                </a:extLst>
              </p14:cNvPr>
              <p14:cNvContentPartPr/>
              <p14:nvPr/>
            </p14:nvContentPartPr>
            <p14:xfrm>
              <a:off x="5403051" y="3231928"/>
              <a:ext cx="469800" cy="2278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8C207B98-309D-481A-8B1C-49205DFD684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394411" y="3222928"/>
                <a:ext cx="48744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076D9836-7092-437D-A925-F577915F8EF0}"/>
                  </a:ext>
                </a:extLst>
              </p14:cNvPr>
              <p14:cNvContentPartPr/>
              <p14:nvPr/>
            </p14:nvContentPartPr>
            <p14:xfrm>
              <a:off x="4841451" y="3506248"/>
              <a:ext cx="274320" cy="21996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076D9836-7092-437D-A925-F577915F8EF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832811" y="3497622"/>
                <a:ext cx="291960" cy="2375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3A1835CA-027B-4021-B76C-4B3750823420}"/>
                  </a:ext>
                </a:extLst>
              </p14:cNvPr>
              <p14:cNvContentPartPr/>
              <p14:nvPr/>
            </p14:nvContentPartPr>
            <p14:xfrm>
              <a:off x="7171371" y="3150928"/>
              <a:ext cx="267840" cy="2574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3A1835CA-027B-4021-B76C-4B375082342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162731" y="3141928"/>
                <a:ext cx="28548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477F24AE-DBD6-4F02-A476-AC78780301E0}"/>
                  </a:ext>
                </a:extLst>
              </p14:cNvPr>
              <p14:cNvContentPartPr/>
              <p14:nvPr/>
            </p14:nvContentPartPr>
            <p14:xfrm>
              <a:off x="7672491" y="3133648"/>
              <a:ext cx="3960" cy="2275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477F24AE-DBD6-4F02-A476-AC78780301E0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663851" y="3125008"/>
                <a:ext cx="216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4B6C8B6F-58FD-41A6-9E7C-1C79F7F44A7D}"/>
                  </a:ext>
                </a:extLst>
              </p14:cNvPr>
              <p14:cNvContentPartPr/>
              <p14:nvPr/>
            </p14:nvContentPartPr>
            <p14:xfrm>
              <a:off x="7836651" y="3148048"/>
              <a:ext cx="404640" cy="28332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4B6C8B6F-58FD-41A6-9E7C-1C79F7F44A7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827651" y="3139048"/>
                <a:ext cx="42228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AD3DBECE-DFC0-4A68-8EB2-5FDCF3BB2FBA}"/>
                  </a:ext>
                </a:extLst>
              </p14:cNvPr>
              <p14:cNvContentPartPr/>
              <p14:nvPr/>
            </p14:nvContentPartPr>
            <p14:xfrm>
              <a:off x="8863371" y="3059488"/>
              <a:ext cx="1440" cy="20412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AD3DBECE-DFC0-4A68-8EB2-5FDCF3BB2FB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854371" y="3050848"/>
                <a:ext cx="1908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EE28B306-87A3-4658-8343-F452F093EDF1}"/>
                  </a:ext>
                </a:extLst>
              </p14:cNvPr>
              <p14:cNvContentPartPr/>
              <p14:nvPr/>
            </p14:nvContentPartPr>
            <p14:xfrm>
              <a:off x="9013491" y="3059488"/>
              <a:ext cx="375120" cy="24012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EE28B306-87A3-4658-8343-F452F093EDF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004500" y="3050848"/>
                <a:ext cx="392743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8122CA38-4E38-4100-8D66-E612FC676258}"/>
                  </a:ext>
                </a:extLst>
              </p14:cNvPr>
              <p14:cNvContentPartPr/>
              <p14:nvPr/>
            </p14:nvContentPartPr>
            <p14:xfrm>
              <a:off x="8416611" y="3117808"/>
              <a:ext cx="245520" cy="20844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8122CA38-4E38-4100-8D66-E612FC676258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407611" y="3109168"/>
                <a:ext cx="2631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125AF758-D271-4AD2-B3C5-33FB03BED6A0}"/>
                  </a:ext>
                </a:extLst>
              </p14:cNvPr>
              <p14:cNvContentPartPr/>
              <p14:nvPr/>
            </p14:nvContentPartPr>
            <p14:xfrm>
              <a:off x="4262211" y="4241008"/>
              <a:ext cx="25560" cy="22536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125AF758-D271-4AD2-B3C5-33FB03BED6A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253211" y="4232008"/>
                <a:ext cx="4320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5A36019E-3FFE-4AD3-BD3D-989EF7F01EFF}"/>
                  </a:ext>
                </a:extLst>
              </p14:cNvPr>
              <p14:cNvContentPartPr/>
              <p14:nvPr/>
            </p14:nvContentPartPr>
            <p14:xfrm>
              <a:off x="4193451" y="4534768"/>
              <a:ext cx="146520" cy="468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5A36019E-3FFE-4AD3-BD3D-989EF7F01EF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184811" y="4525768"/>
                <a:ext cx="16416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D729819F-EF03-466C-ABBB-C16F1C71F042}"/>
                  </a:ext>
                </a:extLst>
              </p14:cNvPr>
              <p14:cNvContentPartPr/>
              <p14:nvPr/>
            </p14:nvContentPartPr>
            <p14:xfrm>
              <a:off x="4248171" y="4613248"/>
              <a:ext cx="126360" cy="1818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D729819F-EF03-466C-ABBB-C16F1C71F04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239171" y="4604248"/>
                <a:ext cx="1440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9BD5BF9F-131D-4EF4-83DC-D388A7388100}"/>
                  </a:ext>
                </a:extLst>
              </p14:cNvPr>
              <p14:cNvContentPartPr/>
              <p14:nvPr/>
            </p14:nvContentPartPr>
            <p14:xfrm>
              <a:off x="4518891" y="4054528"/>
              <a:ext cx="150120" cy="6634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9BD5BF9F-131D-4EF4-83DC-D388A738810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509891" y="4045888"/>
                <a:ext cx="167760" cy="68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14856316-6563-4C90-B79B-7952EC6B5BC0}"/>
                  </a:ext>
                </a:extLst>
              </p14:cNvPr>
              <p14:cNvContentPartPr/>
              <p14:nvPr/>
            </p14:nvContentPartPr>
            <p14:xfrm>
              <a:off x="3881691" y="4529728"/>
              <a:ext cx="144000" cy="18216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14856316-6563-4C90-B79B-7952EC6B5BC0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872691" y="4520728"/>
                <a:ext cx="16164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9CCD2445-DC57-4383-84B2-298BA5D6B8D2}"/>
                  </a:ext>
                </a:extLst>
              </p14:cNvPr>
              <p14:cNvContentPartPr/>
              <p14:nvPr/>
            </p14:nvContentPartPr>
            <p14:xfrm>
              <a:off x="4963491" y="4143448"/>
              <a:ext cx="45000" cy="19548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9CCD2445-DC57-4383-84B2-298BA5D6B8D2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954491" y="4134808"/>
                <a:ext cx="6264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39CF01A9-EA59-4B2F-94B5-992A6054E0ED}"/>
                  </a:ext>
                </a:extLst>
              </p14:cNvPr>
              <p14:cNvContentPartPr/>
              <p14:nvPr/>
            </p14:nvContentPartPr>
            <p14:xfrm>
              <a:off x="5302611" y="4068928"/>
              <a:ext cx="157680" cy="5198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39CF01A9-EA59-4B2F-94B5-992A6054E0ED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293611" y="4060288"/>
                <a:ext cx="17532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8FABA397-C2F6-4D1A-B3D1-7C57C2EE7645}"/>
                  </a:ext>
                </a:extLst>
              </p14:cNvPr>
              <p14:cNvContentPartPr/>
              <p14:nvPr/>
            </p14:nvContentPartPr>
            <p14:xfrm>
              <a:off x="6559011" y="4068928"/>
              <a:ext cx="515520" cy="53892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8FABA397-C2F6-4D1A-B3D1-7C57C2EE764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550017" y="4060288"/>
                <a:ext cx="533148" cy="55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F5520FE3-B7DA-42B5-ADA8-33855A4AAC46}"/>
                  </a:ext>
                </a:extLst>
              </p14:cNvPr>
              <p14:cNvContentPartPr/>
              <p14:nvPr/>
            </p14:nvContentPartPr>
            <p14:xfrm>
              <a:off x="6127731" y="4245688"/>
              <a:ext cx="299520" cy="17424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F5520FE3-B7DA-42B5-ADA8-33855A4AAC46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119091" y="4236688"/>
                <a:ext cx="31716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3B6ECCE5-E2C1-4B39-BCCF-06C64FD712A0}"/>
                  </a:ext>
                </a:extLst>
              </p14:cNvPr>
              <p14:cNvContentPartPr/>
              <p14:nvPr/>
            </p14:nvContentPartPr>
            <p14:xfrm>
              <a:off x="5563251" y="4222648"/>
              <a:ext cx="367920" cy="25416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3B6ECCE5-E2C1-4B39-BCCF-06C64FD712A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554251" y="4214008"/>
                <a:ext cx="38556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15F69935-B0E0-4624-AD9C-01D0C348BC47}"/>
                  </a:ext>
                </a:extLst>
              </p14:cNvPr>
              <p14:cNvContentPartPr/>
              <p14:nvPr/>
            </p14:nvContentPartPr>
            <p14:xfrm>
              <a:off x="4881051" y="4413088"/>
              <a:ext cx="306000" cy="24840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15F69935-B0E0-4624-AD9C-01D0C348BC4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872051" y="4404448"/>
                <a:ext cx="32364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BD46EBB9-DF2B-4947-BE47-6B4A13277D4A}"/>
                  </a:ext>
                </a:extLst>
              </p14:cNvPr>
              <p14:cNvContentPartPr/>
              <p14:nvPr/>
            </p14:nvContentPartPr>
            <p14:xfrm>
              <a:off x="7285131" y="4227328"/>
              <a:ext cx="247320" cy="21744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BD46EBB9-DF2B-4947-BE47-6B4A13277D4A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276131" y="4218688"/>
                <a:ext cx="2649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5FE694F6-8AED-4BCD-A4BF-AE59D531D940}"/>
                  </a:ext>
                </a:extLst>
              </p14:cNvPr>
              <p14:cNvContentPartPr/>
              <p14:nvPr/>
            </p14:nvContentPartPr>
            <p14:xfrm>
              <a:off x="7879131" y="4139128"/>
              <a:ext cx="43200" cy="30780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5FE694F6-8AED-4BCD-A4BF-AE59D531D940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870131" y="4130128"/>
                <a:ext cx="6084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434209FD-687E-404E-BE72-9FEC2D70A474}"/>
                  </a:ext>
                </a:extLst>
              </p14:cNvPr>
              <p14:cNvContentPartPr/>
              <p14:nvPr/>
            </p14:nvContentPartPr>
            <p14:xfrm>
              <a:off x="8063451" y="4161808"/>
              <a:ext cx="396360" cy="28440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434209FD-687E-404E-BE72-9FEC2D70A47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054451" y="4153168"/>
                <a:ext cx="41400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CCA26205-BA02-41EC-83A3-BB3756346F84}"/>
                  </a:ext>
                </a:extLst>
              </p14:cNvPr>
              <p14:cNvContentPartPr/>
              <p14:nvPr/>
            </p14:nvContentPartPr>
            <p14:xfrm>
              <a:off x="9043731" y="4055248"/>
              <a:ext cx="412920" cy="28152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CCA26205-BA02-41EC-83A3-BB3756346F84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035091" y="4046248"/>
                <a:ext cx="43056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4C0D0683-6AF3-42D3-A47A-A9151DC6C211}"/>
                  </a:ext>
                </a:extLst>
              </p14:cNvPr>
              <p14:cNvContentPartPr/>
              <p14:nvPr/>
            </p14:nvContentPartPr>
            <p14:xfrm>
              <a:off x="8596611" y="4124368"/>
              <a:ext cx="288720" cy="26424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4C0D0683-6AF3-42D3-A47A-A9151DC6C211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8587611" y="4115728"/>
                <a:ext cx="30636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7B6DA406-08A9-4948-BBEA-791210DF5318}"/>
                  </a:ext>
                </a:extLst>
              </p14:cNvPr>
              <p14:cNvContentPartPr/>
              <p14:nvPr/>
            </p14:nvContentPartPr>
            <p14:xfrm>
              <a:off x="9556371" y="4030408"/>
              <a:ext cx="64080" cy="35028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7B6DA406-08A9-4948-BBEA-791210DF5318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547421" y="4021408"/>
                <a:ext cx="81621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40DF36DE-CAFB-45C2-9735-AE30F371641E}"/>
                  </a:ext>
                </a:extLst>
              </p14:cNvPr>
              <p14:cNvContentPartPr/>
              <p14:nvPr/>
            </p14:nvContentPartPr>
            <p14:xfrm>
              <a:off x="9781371" y="3818728"/>
              <a:ext cx="448200" cy="8398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40DF36DE-CAFB-45C2-9735-AE30F371641E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772371" y="3810088"/>
                <a:ext cx="465840" cy="85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60CD361B-D6CB-444B-AD6A-8BC16BDF2B1E}"/>
                  </a:ext>
                </a:extLst>
              </p14:cNvPr>
              <p14:cNvContentPartPr/>
              <p14:nvPr/>
            </p14:nvContentPartPr>
            <p14:xfrm>
              <a:off x="1143891" y="5627368"/>
              <a:ext cx="248040" cy="1119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60CD361B-D6CB-444B-AD6A-8BC16BDF2B1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135251" y="5618368"/>
                <a:ext cx="26568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65CDCEAB-83D1-40A7-A421-1D1F1352329F}"/>
                  </a:ext>
                </a:extLst>
              </p14:cNvPr>
              <p14:cNvContentPartPr/>
              <p14:nvPr/>
            </p14:nvContentPartPr>
            <p14:xfrm>
              <a:off x="1630611" y="5157208"/>
              <a:ext cx="73800" cy="36972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65CDCEAB-83D1-40A7-A421-1D1F1352329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621971" y="5148568"/>
                <a:ext cx="9144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C41196C1-A1D9-434E-8F48-CC83F64F5626}"/>
                  </a:ext>
                </a:extLst>
              </p14:cNvPr>
              <p14:cNvContentPartPr/>
              <p14:nvPr/>
            </p14:nvContentPartPr>
            <p14:xfrm>
              <a:off x="1575891" y="5659768"/>
              <a:ext cx="393480" cy="3636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C41196C1-A1D9-434E-8F48-CC83F64F5626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567251" y="5651128"/>
                <a:ext cx="41112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066A3811-5C51-4F7C-A932-D9288BB853E0}"/>
                  </a:ext>
                </a:extLst>
              </p14:cNvPr>
              <p14:cNvContentPartPr/>
              <p14:nvPr/>
            </p14:nvContentPartPr>
            <p14:xfrm>
              <a:off x="1709811" y="5787568"/>
              <a:ext cx="171000" cy="21276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066A3811-5C51-4F7C-A932-D9288BB853E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700811" y="5778928"/>
                <a:ext cx="18864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2AE456FF-D610-4723-A0EE-E025AF90696E}"/>
                  </a:ext>
                </a:extLst>
              </p14:cNvPr>
              <p14:cNvContentPartPr/>
              <p14:nvPr/>
            </p14:nvContentPartPr>
            <p14:xfrm>
              <a:off x="2146131" y="5204008"/>
              <a:ext cx="126360" cy="73908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2AE456FF-D610-4723-A0EE-E025AF90696E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137131" y="5195368"/>
                <a:ext cx="144000" cy="75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1E5BEC23-3DA0-4FC8-B39F-CAAE8AE9FDEE}"/>
                  </a:ext>
                </a:extLst>
              </p14:cNvPr>
              <p14:cNvContentPartPr/>
              <p14:nvPr/>
            </p14:nvContentPartPr>
            <p14:xfrm>
              <a:off x="2553651" y="5469688"/>
              <a:ext cx="181440" cy="19872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1E5BEC23-3DA0-4FC8-B39F-CAAE8AE9FDE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545011" y="5460688"/>
                <a:ext cx="19908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B44E42AF-DF17-49BB-8834-AB698D2A2F0D}"/>
                  </a:ext>
                </a:extLst>
              </p14:cNvPr>
              <p14:cNvContentPartPr/>
              <p14:nvPr/>
            </p14:nvContentPartPr>
            <p14:xfrm>
              <a:off x="2402091" y="5269168"/>
              <a:ext cx="21600" cy="41400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B44E42AF-DF17-49BB-8834-AB698D2A2F0D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393451" y="5260528"/>
                <a:ext cx="3924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98938255-960C-44EB-ACD0-0D539A4875EE}"/>
                  </a:ext>
                </a:extLst>
              </p14:cNvPr>
              <p14:cNvContentPartPr/>
              <p14:nvPr/>
            </p14:nvContentPartPr>
            <p14:xfrm>
              <a:off x="2838051" y="5421808"/>
              <a:ext cx="700920" cy="45324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98938255-960C-44EB-ACD0-0D539A4875E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829051" y="5413168"/>
                <a:ext cx="71856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394CA37B-F565-49B2-94B3-DF2D411A638B}"/>
                  </a:ext>
                </a:extLst>
              </p14:cNvPr>
              <p14:cNvContentPartPr/>
              <p14:nvPr/>
            </p14:nvContentPartPr>
            <p14:xfrm>
              <a:off x="3776211" y="5535208"/>
              <a:ext cx="232920" cy="15660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394CA37B-F565-49B2-94B3-DF2D411A638B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767211" y="5526208"/>
                <a:ext cx="25056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17E42053-ABCB-4A8A-AC7E-3E8B5191C928}"/>
                  </a:ext>
                </a:extLst>
              </p14:cNvPr>
              <p14:cNvContentPartPr/>
              <p14:nvPr/>
            </p14:nvContentPartPr>
            <p14:xfrm>
              <a:off x="4266891" y="5315608"/>
              <a:ext cx="23760" cy="47808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17E42053-ABCB-4A8A-AC7E-3E8B5191C928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258251" y="5306968"/>
                <a:ext cx="41400" cy="4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23B4D3C1-7295-4EAD-B562-8FCCA5A3985E}"/>
                  </a:ext>
                </a:extLst>
              </p14:cNvPr>
              <p14:cNvContentPartPr/>
              <p14:nvPr/>
            </p14:nvContentPartPr>
            <p14:xfrm>
              <a:off x="4406931" y="5208328"/>
              <a:ext cx="842760" cy="74916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23B4D3C1-7295-4EAD-B562-8FCCA5A3985E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397927" y="5199688"/>
                <a:ext cx="860408" cy="76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02E67917-1F38-484E-AF8C-4E704654AE0D}"/>
                  </a:ext>
                </a:extLst>
              </p14:cNvPr>
              <p14:cNvContentPartPr/>
              <p14:nvPr/>
            </p14:nvContentPartPr>
            <p14:xfrm>
              <a:off x="5513211" y="5521528"/>
              <a:ext cx="249480" cy="17316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02E67917-1F38-484E-AF8C-4E704654AE0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504211" y="5512528"/>
                <a:ext cx="26712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8AD1CAF0-A091-43D6-A1AE-F3AB523E223B}"/>
                  </a:ext>
                </a:extLst>
              </p14:cNvPr>
              <p14:cNvContentPartPr/>
              <p14:nvPr/>
            </p14:nvContentPartPr>
            <p14:xfrm>
              <a:off x="7117011" y="5408848"/>
              <a:ext cx="414720" cy="19260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8AD1CAF0-A091-43D6-A1AE-F3AB523E223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108011" y="5399848"/>
                <a:ext cx="43236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6A95AB7D-E090-4E48-BF65-22293BF6CD24}"/>
                  </a:ext>
                </a:extLst>
              </p14:cNvPr>
              <p14:cNvContentPartPr/>
              <p14:nvPr/>
            </p14:nvContentPartPr>
            <p14:xfrm>
              <a:off x="7631451" y="5390488"/>
              <a:ext cx="192240" cy="32976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6A95AB7D-E090-4E48-BF65-22293BF6CD24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622811" y="5381488"/>
                <a:ext cx="20988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11F899A2-8B70-465A-9D5A-FD93DA2CD9EB}"/>
                  </a:ext>
                </a:extLst>
              </p14:cNvPr>
              <p14:cNvContentPartPr/>
              <p14:nvPr/>
            </p14:nvContentPartPr>
            <p14:xfrm>
              <a:off x="5898411" y="5115808"/>
              <a:ext cx="1127520" cy="77904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11F899A2-8B70-465A-9D5A-FD93DA2CD9EB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889411" y="5107168"/>
                <a:ext cx="1145160" cy="79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BB7FCEC9-B8A7-4263-AA7F-60C0B7B64D36}"/>
                  </a:ext>
                </a:extLst>
              </p14:cNvPr>
              <p14:cNvContentPartPr/>
              <p14:nvPr/>
            </p14:nvContentPartPr>
            <p14:xfrm>
              <a:off x="8433531" y="5287528"/>
              <a:ext cx="66960" cy="25596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BB7FCEC9-B8A7-4263-AA7F-60C0B7B64D36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424531" y="5278888"/>
                <a:ext cx="8460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BD9BFF0F-A0CB-410A-BBFC-47701AD87997}"/>
                  </a:ext>
                </a:extLst>
              </p14:cNvPr>
              <p14:cNvContentPartPr/>
              <p14:nvPr/>
            </p14:nvContentPartPr>
            <p14:xfrm>
              <a:off x="8595171" y="5152528"/>
              <a:ext cx="731520" cy="74304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BD9BFF0F-A0CB-410A-BBFC-47701AD87997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586531" y="5143528"/>
                <a:ext cx="749160" cy="76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16A3EA24-93AB-4E04-95BB-18D5E85180FB}"/>
                  </a:ext>
                </a:extLst>
              </p14:cNvPr>
              <p14:cNvContentPartPr/>
              <p14:nvPr/>
            </p14:nvContentPartPr>
            <p14:xfrm>
              <a:off x="7970211" y="5260168"/>
              <a:ext cx="368280" cy="30096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16A3EA24-93AB-4E04-95BB-18D5E85180FB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7961563" y="5251168"/>
                <a:ext cx="385937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50270460-E93D-453F-8C9C-F4476B553A94}"/>
                  </a:ext>
                </a:extLst>
              </p14:cNvPr>
              <p14:cNvContentPartPr/>
              <p14:nvPr/>
            </p14:nvContentPartPr>
            <p14:xfrm>
              <a:off x="10601811" y="5134528"/>
              <a:ext cx="456480" cy="36864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50270460-E93D-453F-8C9C-F4476B553A94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593164" y="5125888"/>
                <a:ext cx="474134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2461DF7B-4511-4165-89EA-CC0A3F94A818}"/>
                  </a:ext>
                </a:extLst>
              </p14:cNvPr>
              <p14:cNvContentPartPr/>
              <p14:nvPr/>
            </p14:nvContentPartPr>
            <p14:xfrm>
              <a:off x="11185731" y="5227408"/>
              <a:ext cx="311760" cy="38916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2461DF7B-4511-4165-89EA-CC0A3F94A818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1177081" y="5218408"/>
                <a:ext cx="32942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646C3518-419C-435D-846E-CDA98129827E}"/>
                  </a:ext>
                </a:extLst>
              </p14:cNvPr>
              <p14:cNvContentPartPr/>
              <p14:nvPr/>
            </p14:nvContentPartPr>
            <p14:xfrm>
              <a:off x="9419211" y="5006368"/>
              <a:ext cx="1081440" cy="76824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646C3518-419C-435D-846E-CDA98129827E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9410568" y="4997724"/>
                <a:ext cx="1099086" cy="7858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971C50B6-E2A3-4C60-B1B1-F439C478602E}"/>
                  </a:ext>
                </a:extLst>
              </p14:cNvPr>
              <p14:cNvContentPartPr/>
              <p14:nvPr/>
            </p14:nvContentPartPr>
            <p14:xfrm>
              <a:off x="10313091" y="6096088"/>
              <a:ext cx="165960" cy="14796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971C50B6-E2A3-4C60-B1B1-F439C478602E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0304451" y="6087088"/>
                <a:ext cx="18360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CD903198-4A3F-4945-931C-472C9ACC2EAC}"/>
                  </a:ext>
                </a:extLst>
              </p14:cNvPr>
              <p14:cNvContentPartPr/>
              <p14:nvPr/>
            </p14:nvContentPartPr>
            <p14:xfrm>
              <a:off x="10744731" y="6073768"/>
              <a:ext cx="25200" cy="24300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CD903198-4A3F-4945-931C-472C9ACC2EAC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0736091" y="6065128"/>
                <a:ext cx="4284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24A503B1-666C-4FFB-B6EE-10B6019D8704}"/>
                  </a:ext>
                </a:extLst>
              </p14:cNvPr>
              <p14:cNvContentPartPr/>
              <p14:nvPr/>
            </p14:nvContentPartPr>
            <p14:xfrm>
              <a:off x="10863891" y="6088528"/>
              <a:ext cx="117720" cy="23688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24A503B1-666C-4FFB-B6EE-10B6019D8704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0855251" y="6079888"/>
                <a:ext cx="1353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29343219-8FBF-4377-B5A5-28D313862AFA}"/>
                  </a:ext>
                </a:extLst>
              </p14:cNvPr>
              <p14:cNvContentPartPr/>
              <p14:nvPr/>
            </p14:nvContentPartPr>
            <p14:xfrm>
              <a:off x="11096091" y="6102208"/>
              <a:ext cx="12600" cy="25236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29343219-8FBF-4377-B5A5-28D313862AFA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1087091" y="6093208"/>
                <a:ext cx="3024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E01A04A6-8E57-44D4-8E3B-A7CFF289C95A}"/>
                  </a:ext>
                </a:extLst>
              </p14:cNvPr>
              <p14:cNvContentPartPr/>
              <p14:nvPr/>
            </p14:nvContentPartPr>
            <p14:xfrm>
              <a:off x="10633491" y="5990248"/>
              <a:ext cx="37080" cy="39240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E01A04A6-8E57-44D4-8E3B-A7CFF289C95A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0624851" y="5981248"/>
                <a:ext cx="5472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EBC54EB5-75DC-45AB-926E-F42CB44C925C}"/>
                  </a:ext>
                </a:extLst>
              </p14:cNvPr>
              <p14:cNvContentPartPr/>
              <p14:nvPr/>
            </p14:nvContentPartPr>
            <p14:xfrm>
              <a:off x="11229651" y="5903488"/>
              <a:ext cx="412200" cy="80028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EBC54EB5-75DC-45AB-926E-F42CB44C925C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1221003" y="5894488"/>
                <a:ext cx="429855" cy="81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4EF910DF-A28E-4A81-AAFE-C496E54F167B}"/>
                  </a:ext>
                </a:extLst>
              </p14:cNvPr>
              <p14:cNvContentPartPr/>
              <p14:nvPr/>
            </p14:nvContentPartPr>
            <p14:xfrm>
              <a:off x="5990211" y="1120168"/>
              <a:ext cx="1119600" cy="8856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4EF910DF-A28E-4A81-AAFE-C496E54F167B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981571" y="1111528"/>
                <a:ext cx="113724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A25BEE85-FA25-4F21-ABD5-985F4E04F344}"/>
                  </a:ext>
                </a:extLst>
              </p14:cNvPr>
              <p14:cNvContentPartPr/>
              <p14:nvPr/>
            </p14:nvContentPartPr>
            <p14:xfrm>
              <a:off x="3515211" y="524008"/>
              <a:ext cx="1507680" cy="80064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A25BEE85-FA25-4F21-ABD5-985F4E04F344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506211" y="515364"/>
                <a:ext cx="1525320" cy="8182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77A075FB-381B-44D1-A64E-9B43D14E3611}"/>
                  </a:ext>
                </a:extLst>
              </p14:cNvPr>
              <p14:cNvContentPartPr/>
              <p14:nvPr/>
            </p14:nvContentPartPr>
            <p14:xfrm>
              <a:off x="525771" y="1764208"/>
              <a:ext cx="2549520" cy="95436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77A075FB-381B-44D1-A64E-9B43D14E3611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17131" y="1755568"/>
                <a:ext cx="2567160" cy="9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68E6F93E-6779-4639-B4F8-B3B6E354E611}"/>
                  </a:ext>
                </a:extLst>
              </p14:cNvPr>
              <p14:cNvContentPartPr/>
              <p14:nvPr/>
            </p14:nvContentPartPr>
            <p14:xfrm>
              <a:off x="7979571" y="990928"/>
              <a:ext cx="1473480" cy="20340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68E6F93E-6779-4639-B4F8-B3B6E354E611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7970571" y="982288"/>
                <a:ext cx="1491120" cy="22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5632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A34FBC6-AA6E-4612-B1F7-B1B6D8D0489A}"/>
                  </a:ext>
                </a:extLst>
              </p14:cNvPr>
              <p14:cNvContentPartPr/>
              <p14:nvPr/>
            </p14:nvContentPartPr>
            <p14:xfrm>
              <a:off x="1812051" y="757648"/>
              <a:ext cx="316440" cy="272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A34FBC6-AA6E-4612-B1F7-B1B6D8D048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03051" y="748648"/>
                <a:ext cx="33408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4B6EBC3-3EBF-4589-A141-2F18D8EAE0B6}"/>
                  </a:ext>
                </a:extLst>
              </p14:cNvPr>
              <p14:cNvContentPartPr/>
              <p14:nvPr/>
            </p14:nvContentPartPr>
            <p14:xfrm>
              <a:off x="3064851" y="678808"/>
              <a:ext cx="270000" cy="213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4B6EBC3-3EBF-4589-A141-2F18D8EAE0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55851" y="669808"/>
                <a:ext cx="28764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76CADFB-21F8-4469-8DDC-BC232EFB836C}"/>
                  </a:ext>
                </a:extLst>
              </p14:cNvPr>
              <p14:cNvContentPartPr/>
              <p14:nvPr/>
            </p14:nvContentPartPr>
            <p14:xfrm>
              <a:off x="2873331" y="649648"/>
              <a:ext cx="32040" cy="4042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76CADFB-21F8-4469-8DDC-BC232EFB836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64331" y="640648"/>
                <a:ext cx="4968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C68622F-3EAC-487F-8DEF-A3D00E3A694B}"/>
                  </a:ext>
                </a:extLst>
              </p14:cNvPr>
              <p14:cNvContentPartPr/>
              <p14:nvPr/>
            </p14:nvContentPartPr>
            <p14:xfrm>
              <a:off x="1243971" y="563608"/>
              <a:ext cx="400680" cy="577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C68622F-3EAC-487F-8DEF-A3D00E3A694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35331" y="554608"/>
                <a:ext cx="41832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77CD176-A206-401D-8188-3103D495FEE7}"/>
                  </a:ext>
                </a:extLst>
              </p14:cNvPr>
              <p14:cNvContentPartPr/>
              <p14:nvPr/>
            </p14:nvContentPartPr>
            <p14:xfrm>
              <a:off x="2281491" y="554608"/>
              <a:ext cx="347760" cy="5619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77CD176-A206-401D-8188-3103D495FEE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72851" y="545968"/>
                <a:ext cx="365400" cy="5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BF7A600-B686-45A6-B965-A416E959AD49}"/>
                  </a:ext>
                </a:extLst>
              </p14:cNvPr>
              <p14:cNvContentPartPr/>
              <p14:nvPr/>
            </p14:nvContentPartPr>
            <p14:xfrm>
              <a:off x="3447171" y="556408"/>
              <a:ext cx="533520" cy="351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BF7A600-B686-45A6-B965-A416E959AD4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38531" y="547408"/>
                <a:ext cx="55116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E2DDF15-DF91-4A5F-A64B-C5FE2B1AB046}"/>
                  </a:ext>
                </a:extLst>
              </p14:cNvPr>
              <p14:cNvContentPartPr/>
              <p14:nvPr/>
            </p14:nvContentPartPr>
            <p14:xfrm>
              <a:off x="4523571" y="725608"/>
              <a:ext cx="393480" cy="219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E2DDF15-DF91-4A5F-A64B-C5FE2B1AB04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14571" y="716608"/>
                <a:ext cx="4111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2DB2327-52A8-470E-9E9D-DE2F684A4FC8}"/>
                  </a:ext>
                </a:extLst>
              </p14:cNvPr>
              <p14:cNvContentPartPr/>
              <p14:nvPr/>
            </p14:nvContentPartPr>
            <p14:xfrm>
              <a:off x="4518891" y="822808"/>
              <a:ext cx="334440" cy="176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2DB2327-52A8-470E-9E9D-DE2F684A4FC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510251" y="813808"/>
                <a:ext cx="35208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BA42774-DDC1-466D-953E-E070123BBF93}"/>
                  </a:ext>
                </a:extLst>
              </p14:cNvPr>
              <p14:cNvContentPartPr/>
              <p14:nvPr/>
            </p14:nvContentPartPr>
            <p14:xfrm>
              <a:off x="516051" y="2775808"/>
              <a:ext cx="1080" cy="1904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BA42774-DDC1-466D-953E-E070123BBF9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7411" y="2766808"/>
                <a:ext cx="1872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8F091FD-DC0C-4F4F-809E-FDC5F947B880}"/>
                  </a:ext>
                </a:extLst>
              </p14:cNvPr>
              <p14:cNvContentPartPr/>
              <p14:nvPr/>
            </p14:nvContentPartPr>
            <p14:xfrm>
              <a:off x="3560571" y="2547208"/>
              <a:ext cx="20520" cy="1645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8F091FD-DC0C-4F4F-809E-FDC5F947B88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51571" y="2538568"/>
                <a:ext cx="381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744E08C-F06D-4B81-81EB-FD05D94AC38B}"/>
                  </a:ext>
                </a:extLst>
              </p14:cNvPr>
              <p14:cNvContentPartPr/>
              <p14:nvPr/>
            </p14:nvContentPartPr>
            <p14:xfrm>
              <a:off x="3735171" y="2538208"/>
              <a:ext cx="320400" cy="2782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744E08C-F06D-4B81-81EB-FD05D94AC38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726171" y="2529208"/>
                <a:ext cx="33804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A2498AC-46C4-4F08-9430-C74C30CD62C0}"/>
                  </a:ext>
                </a:extLst>
              </p14:cNvPr>
              <p14:cNvContentPartPr/>
              <p14:nvPr/>
            </p14:nvContentPartPr>
            <p14:xfrm>
              <a:off x="1236411" y="2366128"/>
              <a:ext cx="5760" cy="766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A2498AC-46C4-4F08-9430-C74C30CD62C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27771" y="2357447"/>
                <a:ext cx="23400" cy="944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D43F4EC-8B2C-4895-9C87-33C56F0E0753}"/>
                  </a:ext>
                </a:extLst>
              </p14:cNvPr>
              <p14:cNvContentPartPr/>
              <p14:nvPr/>
            </p14:nvContentPartPr>
            <p14:xfrm>
              <a:off x="3276531" y="2306008"/>
              <a:ext cx="2520" cy="853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D43F4EC-8B2C-4895-9C87-33C56F0E075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267531" y="2297008"/>
                <a:ext cx="2016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18236D1-ADB0-419E-AF62-1D76F1D289C3}"/>
                  </a:ext>
                </a:extLst>
              </p14:cNvPr>
              <p14:cNvContentPartPr/>
              <p14:nvPr/>
            </p14:nvContentPartPr>
            <p14:xfrm>
              <a:off x="654291" y="2537488"/>
              <a:ext cx="2695680" cy="801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18236D1-ADB0-419E-AF62-1D76F1D289C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45651" y="2528488"/>
                <a:ext cx="2713320" cy="81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22345495-C7AD-40B7-BCFF-C95962FD4C76}"/>
                  </a:ext>
                </a:extLst>
              </p14:cNvPr>
              <p14:cNvContentPartPr/>
              <p14:nvPr/>
            </p14:nvContentPartPr>
            <p14:xfrm>
              <a:off x="530451" y="3435328"/>
              <a:ext cx="3695040" cy="19008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22345495-C7AD-40B7-BCFF-C95962FD4C7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21450" y="3426688"/>
                <a:ext cx="3712682" cy="19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F8958C22-99D2-4D25-97F0-642338EF8656}"/>
                  </a:ext>
                </a:extLst>
              </p14:cNvPr>
              <p14:cNvContentPartPr/>
              <p14:nvPr/>
            </p14:nvContentPartPr>
            <p14:xfrm>
              <a:off x="215091" y="906688"/>
              <a:ext cx="810360" cy="3099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F8958C22-99D2-4D25-97F0-642338EF865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6447" y="898048"/>
                <a:ext cx="828008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C9C8F5E7-E180-40CE-9811-3D05AE6B32CA}"/>
                  </a:ext>
                </a:extLst>
              </p14:cNvPr>
              <p14:cNvContentPartPr/>
              <p14:nvPr/>
            </p14:nvContentPartPr>
            <p14:xfrm>
              <a:off x="2870811" y="1226008"/>
              <a:ext cx="671400" cy="97128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C9C8F5E7-E180-40CE-9811-3D05AE6B32C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61816" y="1217011"/>
                <a:ext cx="689031" cy="9889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9EBC6D04-A22F-4E6C-A436-46961DF172C1}"/>
                  </a:ext>
                </a:extLst>
              </p14:cNvPr>
              <p14:cNvContentPartPr/>
              <p14:nvPr/>
            </p14:nvContentPartPr>
            <p14:xfrm>
              <a:off x="5376051" y="157339"/>
              <a:ext cx="6772320" cy="684684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9EBC6D04-A22F-4E6C-A436-46961DF172C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367051" y="148699"/>
                <a:ext cx="6789960" cy="686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4031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121DEAF-C6AA-404B-80F0-46ED20FD867B}"/>
                  </a:ext>
                </a:extLst>
              </p14:cNvPr>
              <p14:cNvContentPartPr/>
              <p14:nvPr/>
            </p14:nvContentPartPr>
            <p14:xfrm>
              <a:off x="6466851" y="561448"/>
              <a:ext cx="808200" cy="522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121DEAF-C6AA-404B-80F0-46ED20FD86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57855" y="552808"/>
                <a:ext cx="825832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462C47F9-FBF6-4B60-973C-BEC1E5D60C45}"/>
                  </a:ext>
                </a:extLst>
              </p14:cNvPr>
              <p14:cNvContentPartPr/>
              <p14:nvPr/>
            </p14:nvContentPartPr>
            <p14:xfrm>
              <a:off x="5765931" y="2394208"/>
              <a:ext cx="475560" cy="2905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462C47F9-FBF6-4B60-973C-BEC1E5D60C4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56938" y="2385568"/>
                <a:ext cx="493187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7224E489-4D4C-4733-A4FE-C0B18C7EE562}"/>
                  </a:ext>
                </a:extLst>
              </p14:cNvPr>
              <p14:cNvContentPartPr/>
              <p14:nvPr/>
            </p14:nvContentPartPr>
            <p14:xfrm>
              <a:off x="1456371" y="635968"/>
              <a:ext cx="4814280" cy="14133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7224E489-4D4C-4733-A4FE-C0B18C7EE56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47730" y="626970"/>
                <a:ext cx="4831921" cy="14309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AD2810E-9069-486D-A1FF-18370F7FE024}"/>
                  </a:ext>
                </a:extLst>
              </p14:cNvPr>
              <p14:cNvContentPartPr/>
              <p14:nvPr/>
            </p14:nvContentPartPr>
            <p14:xfrm>
              <a:off x="1630611" y="4762288"/>
              <a:ext cx="40320" cy="5587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AD2810E-9069-486D-A1FF-18370F7FE0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21971" y="4753648"/>
                <a:ext cx="57960" cy="57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62FD5EC8-043B-470C-8BC2-360A08888FC5}"/>
                  </a:ext>
                </a:extLst>
              </p14:cNvPr>
              <p14:cNvContentPartPr/>
              <p14:nvPr/>
            </p14:nvContentPartPr>
            <p14:xfrm>
              <a:off x="1863171" y="4799368"/>
              <a:ext cx="1078200" cy="5295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62FD5EC8-043B-470C-8BC2-360A08888FC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54528" y="4790728"/>
                <a:ext cx="1095846" cy="54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9A2279CF-7C20-4A0D-8FD4-9C55B598CB61}"/>
                  </a:ext>
                </a:extLst>
              </p14:cNvPr>
              <p14:cNvContentPartPr/>
              <p14:nvPr/>
            </p14:nvContentPartPr>
            <p14:xfrm>
              <a:off x="6906771" y="4022488"/>
              <a:ext cx="14040" cy="1861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9A2279CF-7C20-4A0D-8FD4-9C55B598CB6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897771" y="4013848"/>
                <a:ext cx="3168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F2E24E8E-BCB4-4C76-A1C7-7F3014FF75AF}"/>
                  </a:ext>
                </a:extLst>
              </p14:cNvPr>
              <p14:cNvContentPartPr/>
              <p14:nvPr/>
            </p14:nvContentPartPr>
            <p14:xfrm>
              <a:off x="5759451" y="3846088"/>
              <a:ext cx="193680" cy="5230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F2E24E8E-BCB4-4C76-A1C7-7F3014FF75A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750468" y="3837088"/>
                <a:ext cx="211287" cy="54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2F119FCC-F10D-4A05-B801-AE5B4226E2E7}"/>
                  </a:ext>
                </a:extLst>
              </p14:cNvPr>
              <p14:cNvContentPartPr/>
              <p14:nvPr/>
            </p14:nvContentPartPr>
            <p14:xfrm>
              <a:off x="7099731" y="3906208"/>
              <a:ext cx="405360" cy="45684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2F119FCC-F10D-4A05-B801-AE5B4226E2E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90731" y="3897568"/>
                <a:ext cx="42300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EE02A4E4-66A8-4123-8CA9-79D6EDD406ED}"/>
                  </a:ext>
                </a:extLst>
              </p14:cNvPr>
              <p14:cNvContentPartPr/>
              <p14:nvPr/>
            </p14:nvContentPartPr>
            <p14:xfrm>
              <a:off x="6600051" y="4055248"/>
              <a:ext cx="136800" cy="1054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EE02A4E4-66A8-4123-8CA9-79D6EDD406E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591051" y="4046248"/>
                <a:ext cx="15444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33CCF0DA-A6A1-4FF2-BCCD-06E35982D45B}"/>
                  </a:ext>
                </a:extLst>
              </p14:cNvPr>
              <p14:cNvContentPartPr/>
              <p14:nvPr/>
            </p14:nvContentPartPr>
            <p14:xfrm>
              <a:off x="6076971" y="4013488"/>
              <a:ext cx="357840" cy="23760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33CCF0DA-A6A1-4FF2-BCCD-06E35982D45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067980" y="4004488"/>
                <a:ext cx="375462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02BB3552-3822-4082-A4B0-C718E49CF622}"/>
                  </a:ext>
                </a:extLst>
              </p14:cNvPr>
              <p14:cNvContentPartPr/>
              <p14:nvPr/>
            </p14:nvContentPartPr>
            <p14:xfrm>
              <a:off x="7672851" y="3998368"/>
              <a:ext cx="267120" cy="2462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02BB3552-3822-4082-A4B0-C718E49CF62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663851" y="3989728"/>
                <a:ext cx="28476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953547F8-BE08-40DB-AFB9-1131E371B754}"/>
                  </a:ext>
                </a:extLst>
              </p14:cNvPr>
              <p14:cNvContentPartPr/>
              <p14:nvPr/>
            </p14:nvContentPartPr>
            <p14:xfrm>
              <a:off x="8021331" y="3938968"/>
              <a:ext cx="56160" cy="2689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953547F8-BE08-40DB-AFB9-1131E371B75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012331" y="3929968"/>
                <a:ext cx="7380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255C6078-E363-4D82-A2D5-E771445CBB3F}"/>
                  </a:ext>
                </a:extLst>
              </p14:cNvPr>
              <p14:cNvContentPartPr/>
              <p14:nvPr/>
            </p14:nvContentPartPr>
            <p14:xfrm>
              <a:off x="8947971" y="4013488"/>
              <a:ext cx="306360" cy="2700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255C6078-E363-4D82-A2D5-E771445CBB3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939331" y="4004488"/>
                <a:ext cx="32400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2DAE3D87-9062-4C1A-9F3E-C13621ED9407}"/>
                  </a:ext>
                </a:extLst>
              </p14:cNvPr>
              <p14:cNvContentPartPr/>
              <p14:nvPr/>
            </p14:nvContentPartPr>
            <p14:xfrm>
              <a:off x="8282331" y="3957328"/>
              <a:ext cx="376560" cy="3333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2DAE3D87-9062-4C1A-9F3E-C13621ED940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273331" y="3948328"/>
                <a:ext cx="39420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5BB7AD12-AD01-4CC4-A32D-4738A8FEFB1C}"/>
                  </a:ext>
                </a:extLst>
              </p14:cNvPr>
              <p14:cNvContentPartPr/>
              <p14:nvPr/>
            </p14:nvContentPartPr>
            <p14:xfrm>
              <a:off x="9629811" y="4022488"/>
              <a:ext cx="20520" cy="1746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BB7AD12-AD01-4CC4-A32D-4738A8FEFB1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620811" y="4013848"/>
                <a:ext cx="3816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7ECE23DE-D1E6-4044-A148-452589512F00}"/>
                  </a:ext>
                </a:extLst>
              </p14:cNvPr>
              <p14:cNvContentPartPr/>
              <p14:nvPr/>
            </p14:nvContentPartPr>
            <p14:xfrm>
              <a:off x="9725931" y="3947968"/>
              <a:ext cx="232920" cy="3884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7ECE23DE-D1E6-4044-A148-452589512F0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717291" y="3939328"/>
                <a:ext cx="25056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20169A8D-2D48-4323-97CF-FDA6C8CC6103}"/>
                  </a:ext>
                </a:extLst>
              </p14:cNvPr>
              <p14:cNvContentPartPr/>
              <p14:nvPr/>
            </p14:nvContentPartPr>
            <p14:xfrm>
              <a:off x="9432891" y="3933928"/>
              <a:ext cx="72000" cy="3268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20169A8D-2D48-4323-97CF-FDA6C8CC610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424251" y="3925288"/>
                <a:ext cx="8964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CF7BF94-43DA-45F0-ABB4-A94B26FDFDFB}"/>
                  </a:ext>
                </a:extLst>
              </p14:cNvPr>
              <p14:cNvContentPartPr/>
              <p14:nvPr/>
            </p14:nvContentPartPr>
            <p14:xfrm>
              <a:off x="1424331" y="2180368"/>
              <a:ext cx="4203360" cy="23724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CF7BF94-43DA-45F0-ABB4-A94B26FDFDF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415331" y="2171728"/>
                <a:ext cx="4221000" cy="239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63C446B1-622A-410C-9FE8-D6703086D07A}"/>
                  </a:ext>
                </a:extLst>
              </p14:cNvPr>
              <p14:cNvContentPartPr/>
              <p14:nvPr/>
            </p14:nvContentPartPr>
            <p14:xfrm>
              <a:off x="5018571" y="5152888"/>
              <a:ext cx="190800" cy="79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63C446B1-622A-410C-9FE8-D6703086D07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009571" y="5144248"/>
                <a:ext cx="20844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CAAE4DEB-B2DA-450A-8B9A-0444ACFECEDC}"/>
                  </a:ext>
                </a:extLst>
              </p14:cNvPr>
              <p14:cNvContentPartPr/>
              <p14:nvPr/>
            </p14:nvContentPartPr>
            <p14:xfrm>
              <a:off x="6311691" y="4925008"/>
              <a:ext cx="173160" cy="20880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CAAE4DEB-B2DA-450A-8B9A-0444ACFECED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302691" y="4916368"/>
                <a:ext cx="1908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ABA50E83-0457-432B-B24C-CEDC72857B38}"/>
                  </a:ext>
                </a:extLst>
              </p14:cNvPr>
              <p14:cNvContentPartPr/>
              <p14:nvPr/>
            </p14:nvContentPartPr>
            <p14:xfrm>
              <a:off x="6650091" y="4948048"/>
              <a:ext cx="43920" cy="22032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ABA50E83-0457-432B-B24C-CEDC72857B3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641451" y="4939408"/>
                <a:ext cx="6156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10F976B1-C2C0-42B5-8C20-0F80F3CB3C9D}"/>
                  </a:ext>
                </a:extLst>
              </p14:cNvPr>
              <p14:cNvContentPartPr/>
              <p14:nvPr/>
            </p14:nvContentPartPr>
            <p14:xfrm>
              <a:off x="6821091" y="4981168"/>
              <a:ext cx="7560" cy="21816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10F976B1-C2C0-42B5-8C20-0F80F3CB3C9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812091" y="4972168"/>
                <a:ext cx="252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3D66321C-FFE6-41B3-8F5E-496F4702731E}"/>
                  </a:ext>
                </a:extLst>
              </p14:cNvPr>
              <p14:cNvContentPartPr/>
              <p14:nvPr/>
            </p14:nvContentPartPr>
            <p14:xfrm>
              <a:off x="6938811" y="4901608"/>
              <a:ext cx="250560" cy="38988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3D66321C-FFE6-41B3-8F5E-496F4702731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929811" y="4892968"/>
                <a:ext cx="26820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58A24059-671A-4AAE-A919-8D99AA3D92B7}"/>
                  </a:ext>
                </a:extLst>
              </p14:cNvPr>
              <p14:cNvContentPartPr/>
              <p14:nvPr/>
            </p14:nvContentPartPr>
            <p14:xfrm>
              <a:off x="5403051" y="4811968"/>
              <a:ext cx="803160" cy="72504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58A24059-671A-4AAE-A919-8D99AA3D92B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394411" y="4803324"/>
                <a:ext cx="820800" cy="7426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4A5256EF-5D78-4CDA-90EE-99362E7C1897}"/>
                  </a:ext>
                </a:extLst>
              </p14:cNvPr>
              <p14:cNvContentPartPr/>
              <p14:nvPr/>
            </p14:nvContentPartPr>
            <p14:xfrm>
              <a:off x="7993611" y="4901608"/>
              <a:ext cx="35640" cy="2581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4A5256EF-5D78-4CDA-90EE-99362E7C189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984611" y="4892968"/>
                <a:ext cx="5328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7CDE3A4C-D23C-4AEE-80A5-BF8038D7B20C}"/>
                  </a:ext>
                </a:extLst>
              </p14:cNvPr>
              <p14:cNvContentPartPr/>
              <p14:nvPr/>
            </p14:nvContentPartPr>
            <p14:xfrm>
              <a:off x="8158851" y="4906288"/>
              <a:ext cx="8640" cy="2091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7CDE3A4C-D23C-4AEE-80A5-BF8038D7B20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150211" y="4897648"/>
                <a:ext cx="2628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517CF653-FAB9-46E0-8C93-239460372CBD}"/>
                  </a:ext>
                </a:extLst>
              </p14:cNvPr>
              <p14:cNvContentPartPr/>
              <p14:nvPr/>
            </p14:nvContentPartPr>
            <p14:xfrm>
              <a:off x="8296011" y="4887928"/>
              <a:ext cx="11880" cy="18684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517CF653-FAB9-46E0-8C93-239460372CB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287011" y="4879288"/>
                <a:ext cx="2952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522651F3-4F5E-41BA-AB77-E80023770598}"/>
                  </a:ext>
                </a:extLst>
              </p14:cNvPr>
              <p14:cNvContentPartPr/>
              <p14:nvPr/>
            </p14:nvContentPartPr>
            <p14:xfrm>
              <a:off x="7425171" y="5055328"/>
              <a:ext cx="244440" cy="1436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522651F3-4F5E-41BA-AB77-E8002377059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416171" y="5046688"/>
                <a:ext cx="2620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DE31A8C2-2941-44EF-A2A1-FD2E2CCED0BD}"/>
                  </a:ext>
                </a:extLst>
              </p14:cNvPr>
              <p14:cNvContentPartPr/>
              <p14:nvPr/>
            </p14:nvContentPartPr>
            <p14:xfrm>
              <a:off x="7790211" y="4822768"/>
              <a:ext cx="51480" cy="37944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DE31A8C2-2941-44EF-A2A1-FD2E2CCED0B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781571" y="4813768"/>
                <a:ext cx="69120" cy="3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074B70A7-5F00-4C28-9D25-9182BB2B2ABB}"/>
                  </a:ext>
                </a:extLst>
              </p14:cNvPr>
              <p14:cNvContentPartPr/>
              <p14:nvPr/>
            </p14:nvContentPartPr>
            <p14:xfrm>
              <a:off x="8437851" y="4686328"/>
              <a:ext cx="530280" cy="86544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074B70A7-5F00-4C28-9D25-9182BB2B2AB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429211" y="4677328"/>
                <a:ext cx="547920" cy="88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4637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C772B90-ABA2-4291-88E4-6A78F3FBFC7B}"/>
                  </a:ext>
                </a:extLst>
              </p14:cNvPr>
              <p14:cNvContentPartPr/>
              <p14:nvPr/>
            </p14:nvContentPartPr>
            <p14:xfrm>
              <a:off x="2923371" y="654328"/>
              <a:ext cx="663480" cy="260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C772B90-ABA2-4291-88E4-6A78F3FBFC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4726" y="645688"/>
                <a:ext cx="68113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4516993-1E85-4024-BB3D-3D5018A14B5B}"/>
                  </a:ext>
                </a:extLst>
              </p14:cNvPr>
              <p14:cNvContentPartPr/>
              <p14:nvPr/>
            </p14:nvContentPartPr>
            <p14:xfrm>
              <a:off x="3730491" y="566128"/>
              <a:ext cx="338400" cy="307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4516993-1E85-4024-BB3D-3D5018A14B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21501" y="557128"/>
                <a:ext cx="356021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C55EC54-EC19-4B04-8697-1A4845B4AAC3}"/>
                  </a:ext>
                </a:extLst>
              </p14:cNvPr>
              <p14:cNvContentPartPr/>
              <p14:nvPr/>
            </p14:nvContentPartPr>
            <p14:xfrm>
              <a:off x="4324851" y="350128"/>
              <a:ext cx="144720" cy="639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C55EC54-EC19-4B04-8697-1A4845B4AAC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16211" y="341488"/>
                <a:ext cx="162360" cy="65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E45328A-8AB5-4DA6-91CA-0C95A7B7FC59}"/>
                  </a:ext>
                </a:extLst>
              </p14:cNvPr>
              <p14:cNvContentPartPr/>
              <p14:nvPr/>
            </p14:nvContentPartPr>
            <p14:xfrm>
              <a:off x="792171" y="760888"/>
              <a:ext cx="203400" cy="2649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E45328A-8AB5-4DA6-91CA-0C95A7B7FC5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3171" y="752248"/>
                <a:ext cx="22104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A971CF2-EF11-4C2E-AE3E-E6BDBE489983}"/>
                  </a:ext>
                </a:extLst>
              </p14:cNvPr>
              <p14:cNvContentPartPr/>
              <p14:nvPr/>
            </p14:nvContentPartPr>
            <p14:xfrm>
              <a:off x="810171" y="611848"/>
              <a:ext cx="141120" cy="846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A971CF2-EF11-4C2E-AE3E-E6BDBE48998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1171" y="602848"/>
                <a:ext cx="15876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75F3B8C-239A-44C6-BAF3-63E655370E77}"/>
                  </a:ext>
                </a:extLst>
              </p14:cNvPr>
              <p14:cNvContentPartPr/>
              <p14:nvPr/>
            </p14:nvContentPartPr>
            <p14:xfrm>
              <a:off x="434331" y="627328"/>
              <a:ext cx="192600" cy="3992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75F3B8C-239A-44C6-BAF3-63E655370E7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5691" y="618336"/>
                <a:ext cx="210240" cy="416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A8D6832-668A-4D48-83B2-5BA915CF8B7F}"/>
                  </a:ext>
                </a:extLst>
              </p14:cNvPr>
              <p14:cNvContentPartPr/>
              <p14:nvPr/>
            </p14:nvContentPartPr>
            <p14:xfrm>
              <a:off x="122571" y="601048"/>
              <a:ext cx="183600" cy="4975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A8D6832-668A-4D48-83B2-5BA915CF8B7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3571" y="592402"/>
                <a:ext cx="201240" cy="5151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2FA99DE-01C6-4857-840C-9EDFD4C114F6}"/>
                  </a:ext>
                </a:extLst>
              </p14:cNvPr>
              <p14:cNvContentPartPr/>
              <p14:nvPr/>
            </p14:nvContentPartPr>
            <p14:xfrm>
              <a:off x="4876371" y="771688"/>
              <a:ext cx="351000" cy="169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2FA99DE-01C6-4857-840C-9EDFD4C114F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67371" y="763048"/>
                <a:ext cx="36864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CF4D47C-6F20-46ED-8FB1-39522F606A05}"/>
                  </a:ext>
                </a:extLst>
              </p14:cNvPr>
              <p14:cNvContentPartPr/>
              <p14:nvPr/>
            </p14:nvContentPartPr>
            <p14:xfrm>
              <a:off x="4903731" y="868168"/>
              <a:ext cx="298800" cy="25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CF4D47C-6F20-46ED-8FB1-39522F606A0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94731" y="859528"/>
                <a:ext cx="31644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5B52A2D-360A-4F9D-AA06-FA9F7E1FA8ED}"/>
                  </a:ext>
                </a:extLst>
              </p14:cNvPr>
              <p14:cNvContentPartPr/>
              <p14:nvPr/>
            </p14:nvContentPartPr>
            <p14:xfrm>
              <a:off x="5852691" y="362728"/>
              <a:ext cx="148680" cy="748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5B52A2D-360A-4F9D-AA06-FA9F7E1FA8E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43691" y="354088"/>
                <a:ext cx="16632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8E97BDC-1602-48BF-9F69-0744A74044B9}"/>
                  </a:ext>
                </a:extLst>
              </p14:cNvPr>
              <p14:cNvContentPartPr/>
              <p14:nvPr/>
            </p14:nvContentPartPr>
            <p14:xfrm>
              <a:off x="6223851" y="537688"/>
              <a:ext cx="188280" cy="243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8E97BDC-1602-48BF-9F69-0744A74044B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214868" y="529048"/>
                <a:ext cx="205886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38C8435-CBB2-485F-BFF1-A9ACDDEF7E64}"/>
                  </a:ext>
                </a:extLst>
              </p14:cNvPr>
              <p14:cNvContentPartPr/>
              <p14:nvPr/>
            </p14:nvContentPartPr>
            <p14:xfrm>
              <a:off x="5742531" y="509968"/>
              <a:ext cx="264960" cy="4014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38C8435-CBB2-485F-BFF1-A9ACDDEF7E6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733891" y="501320"/>
                <a:ext cx="282600" cy="4190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CD38F393-C639-413F-B059-893D4FB29EF2}"/>
                  </a:ext>
                </a:extLst>
              </p14:cNvPr>
              <p14:cNvContentPartPr/>
              <p14:nvPr/>
            </p14:nvContentPartPr>
            <p14:xfrm>
              <a:off x="6283611" y="346168"/>
              <a:ext cx="141120" cy="1126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CD38F393-C639-413F-B059-893D4FB29EF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274611" y="337528"/>
                <a:ext cx="1587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BCB18D1-162C-4B36-BA3C-0B743968B8D5}"/>
                  </a:ext>
                </a:extLst>
              </p14:cNvPr>
              <p14:cNvContentPartPr/>
              <p14:nvPr/>
            </p14:nvContentPartPr>
            <p14:xfrm>
              <a:off x="5568651" y="533368"/>
              <a:ext cx="68760" cy="5076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BCB18D1-162C-4B36-BA3C-0B743968B8D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60011" y="524368"/>
                <a:ext cx="86400" cy="52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2F2B18C-E630-4F35-A120-D650528A5106}"/>
                  </a:ext>
                </a:extLst>
              </p14:cNvPr>
              <p14:cNvContentPartPr/>
              <p14:nvPr/>
            </p14:nvContentPartPr>
            <p14:xfrm>
              <a:off x="6572331" y="365608"/>
              <a:ext cx="456120" cy="5191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2F2B18C-E630-4F35-A120-D650528A510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63331" y="356968"/>
                <a:ext cx="473760" cy="53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BE13DFE-C3B0-436F-8C7B-8653E2BF63E0}"/>
                  </a:ext>
                </a:extLst>
              </p14:cNvPr>
              <p14:cNvContentPartPr/>
              <p14:nvPr/>
            </p14:nvContentPartPr>
            <p14:xfrm>
              <a:off x="7155171" y="248608"/>
              <a:ext cx="134280" cy="9010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BE13DFE-C3B0-436F-8C7B-8653E2BF63E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146531" y="239968"/>
                <a:ext cx="151920" cy="9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163E24F-82CD-43C1-8FB3-BF173BEF6387}"/>
                  </a:ext>
                </a:extLst>
              </p14:cNvPr>
              <p14:cNvContentPartPr/>
              <p14:nvPr/>
            </p14:nvContentPartPr>
            <p14:xfrm>
              <a:off x="2909331" y="1155808"/>
              <a:ext cx="1145160" cy="457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163E24F-82CD-43C1-8FB3-BF173BEF638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900331" y="1146808"/>
                <a:ext cx="11628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77F2359-3BE3-4D79-8793-482153589E5C}"/>
                  </a:ext>
                </a:extLst>
              </p14:cNvPr>
              <p14:cNvContentPartPr/>
              <p14:nvPr/>
            </p14:nvContentPartPr>
            <p14:xfrm>
              <a:off x="3047571" y="1259128"/>
              <a:ext cx="955440" cy="378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77F2359-3BE3-4D79-8793-482153589E5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038571" y="1250128"/>
                <a:ext cx="9730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6CA7441-B830-4CF0-8D6E-DC05A919FD9B}"/>
                  </a:ext>
                </a:extLst>
              </p14:cNvPr>
              <p14:cNvContentPartPr/>
              <p14:nvPr/>
            </p14:nvContentPartPr>
            <p14:xfrm>
              <a:off x="1340091" y="431848"/>
              <a:ext cx="1394280" cy="7938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6CA7441-B830-4CF0-8D6E-DC05A919FD9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331451" y="422848"/>
                <a:ext cx="1411920" cy="81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A925AB4-26BB-4061-BB85-F91D9B796A03}"/>
                  </a:ext>
                </a:extLst>
              </p14:cNvPr>
              <p14:cNvContentPartPr/>
              <p14:nvPr/>
            </p14:nvContentPartPr>
            <p14:xfrm>
              <a:off x="7745931" y="575128"/>
              <a:ext cx="27720" cy="3049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A925AB4-26BB-4061-BB85-F91D9B796A0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36931" y="566488"/>
                <a:ext cx="4536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F5319D51-C984-4727-9D4E-ED543EBE7562}"/>
                  </a:ext>
                </a:extLst>
              </p14:cNvPr>
              <p14:cNvContentPartPr/>
              <p14:nvPr/>
            </p14:nvContentPartPr>
            <p14:xfrm>
              <a:off x="7977411" y="649648"/>
              <a:ext cx="218880" cy="1940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F5319D51-C984-4727-9D4E-ED543EBE756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968771" y="640648"/>
                <a:ext cx="23652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E51C7EE9-98E3-4E3C-8789-3D28E88F2807}"/>
                  </a:ext>
                </a:extLst>
              </p14:cNvPr>
              <p14:cNvContentPartPr/>
              <p14:nvPr/>
            </p14:nvContentPartPr>
            <p14:xfrm>
              <a:off x="7585371" y="584488"/>
              <a:ext cx="27000" cy="4107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E51C7EE9-98E3-4E3C-8789-3D28E88F280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576371" y="575488"/>
                <a:ext cx="4464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CFAABC9-8738-4D99-B9F8-7B31DDC96293}"/>
                  </a:ext>
                </a:extLst>
              </p14:cNvPr>
              <p14:cNvContentPartPr/>
              <p14:nvPr/>
            </p14:nvContentPartPr>
            <p14:xfrm>
              <a:off x="8329131" y="528688"/>
              <a:ext cx="614520" cy="3895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CFAABC9-8738-4D99-B9F8-7B31DDC9629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320491" y="520048"/>
                <a:ext cx="63216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611ADFBD-BCA5-495E-9710-C0B7437D52BB}"/>
                  </a:ext>
                </a:extLst>
              </p14:cNvPr>
              <p14:cNvContentPartPr/>
              <p14:nvPr/>
            </p14:nvContentPartPr>
            <p14:xfrm>
              <a:off x="5027571" y="2020528"/>
              <a:ext cx="329040" cy="39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611ADFBD-BCA5-495E-9710-C0B7437D52B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018931" y="2011888"/>
                <a:ext cx="34668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47D148D-B3E8-456D-9154-2CD83A115098}"/>
                  </a:ext>
                </a:extLst>
              </p14:cNvPr>
              <p14:cNvContentPartPr/>
              <p14:nvPr/>
            </p14:nvContentPartPr>
            <p14:xfrm>
              <a:off x="5027571" y="2109448"/>
              <a:ext cx="246960" cy="291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47D148D-B3E8-456D-9154-2CD83A11509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018931" y="2100808"/>
                <a:ext cx="2646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619D6E4-C47E-437A-8784-6383D66A28BD}"/>
                  </a:ext>
                </a:extLst>
              </p14:cNvPr>
              <p14:cNvContentPartPr/>
              <p14:nvPr/>
            </p14:nvContentPartPr>
            <p14:xfrm>
              <a:off x="7044291" y="1946368"/>
              <a:ext cx="221040" cy="86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619D6E4-C47E-437A-8784-6383D66A28B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035651" y="1937728"/>
                <a:ext cx="23868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B7D5BBD3-FB9B-4A38-B0BC-778F7D29B045}"/>
                  </a:ext>
                </a:extLst>
              </p14:cNvPr>
              <p14:cNvContentPartPr/>
              <p14:nvPr/>
            </p14:nvContentPartPr>
            <p14:xfrm>
              <a:off x="7388451" y="1850248"/>
              <a:ext cx="13320" cy="2052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B7D5BBD3-FB9B-4A38-B0BC-778F7D29B04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379451" y="1841248"/>
                <a:ext cx="3096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98DF0EB9-7AF1-4AE0-B0EE-549E1924B971}"/>
                  </a:ext>
                </a:extLst>
              </p14:cNvPr>
              <p14:cNvContentPartPr/>
              <p14:nvPr/>
            </p14:nvContentPartPr>
            <p14:xfrm>
              <a:off x="5756211" y="2460448"/>
              <a:ext cx="2324520" cy="828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98DF0EB9-7AF1-4AE0-B0EE-549E1924B97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747211" y="2451487"/>
                <a:ext cx="2342160" cy="1003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8A4B163E-EC83-48C2-9C23-D9782C6C58A2}"/>
                  </a:ext>
                </a:extLst>
              </p14:cNvPr>
              <p14:cNvContentPartPr/>
              <p14:nvPr/>
            </p14:nvContentPartPr>
            <p14:xfrm>
              <a:off x="7567371" y="1691848"/>
              <a:ext cx="820440" cy="44244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8A4B163E-EC83-48C2-9C23-D9782C6C58A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558375" y="1683208"/>
                <a:ext cx="838072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FD8652B-6213-463A-952A-69227CB713ED}"/>
                  </a:ext>
                </a:extLst>
              </p14:cNvPr>
              <p14:cNvContentPartPr/>
              <p14:nvPr/>
            </p14:nvContentPartPr>
            <p14:xfrm>
              <a:off x="9510651" y="1696168"/>
              <a:ext cx="4320" cy="2512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FD8652B-6213-463A-952A-69227CB713E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501651" y="1687528"/>
                <a:ext cx="2196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1F0201FA-A06F-4748-9FAD-845C7E69750D}"/>
                  </a:ext>
                </a:extLst>
              </p14:cNvPr>
              <p14:cNvContentPartPr/>
              <p14:nvPr/>
            </p14:nvContentPartPr>
            <p14:xfrm>
              <a:off x="6035931" y="2919448"/>
              <a:ext cx="17640" cy="2070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1F0201FA-A06F-4748-9FAD-845C7E69750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027291" y="2910808"/>
                <a:ext cx="352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9420BE26-5D74-45CF-9DD0-9D5CAC73FDE6}"/>
                  </a:ext>
                </a:extLst>
              </p14:cNvPr>
              <p14:cNvContentPartPr/>
              <p14:nvPr/>
            </p14:nvContentPartPr>
            <p14:xfrm>
              <a:off x="5880411" y="3250288"/>
              <a:ext cx="433080" cy="309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9420BE26-5D74-45CF-9DD0-9D5CAC73FDE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871411" y="3241288"/>
                <a:ext cx="4507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9F390445-749D-4032-91F2-CABD3BA9BFC0}"/>
                  </a:ext>
                </a:extLst>
              </p14:cNvPr>
              <p14:cNvContentPartPr/>
              <p14:nvPr/>
            </p14:nvContentPartPr>
            <p14:xfrm>
              <a:off x="6447411" y="2897488"/>
              <a:ext cx="118080" cy="7387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9F390445-749D-4032-91F2-CABD3BA9BFC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438411" y="2888848"/>
                <a:ext cx="135720" cy="75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A028CA43-01BE-4E01-BD00-8EC3702698FA}"/>
                  </a:ext>
                </a:extLst>
              </p14:cNvPr>
              <p14:cNvContentPartPr/>
              <p14:nvPr/>
            </p14:nvContentPartPr>
            <p14:xfrm>
              <a:off x="7218531" y="3148048"/>
              <a:ext cx="20880" cy="17352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A028CA43-01BE-4E01-BD00-8EC3702698F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209531" y="3139048"/>
                <a:ext cx="3852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C41337CE-3347-4BF2-A528-C930A60FE28B}"/>
                  </a:ext>
                </a:extLst>
              </p14:cNvPr>
              <p14:cNvContentPartPr/>
              <p14:nvPr/>
            </p14:nvContentPartPr>
            <p14:xfrm>
              <a:off x="6718851" y="3110608"/>
              <a:ext cx="326520" cy="31572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C41337CE-3347-4BF2-A528-C930A60FE28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709851" y="3101968"/>
                <a:ext cx="34416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2E25869-EFF5-48D4-862D-DB2B809C3E9A}"/>
                  </a:ext>
                </a:extLst>
              </p14:cNvPr>
              <p14:cNvContentPartPr/>
              <p14:nvPr/>
            </p14:nvContentPartPr>
            <p14:xfrm>
              <a:off x="7398891" y="3073528"/>
              <a:ext cx="502560" cy="37404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2E25869-EFF5-48D4-862D-DB2B809C3E9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390245" y="3064528"/>
                <a:ext cx="520213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7201A990-1B25-4E4C-9F2A-DB16A593B57F}"/>
                  </a:ext>
                </a:extLst>
              </p14:cNvPr>
              <p14:cNvContentPartPr/>
              <p14:nvPr/>
            </p14:nvContentPartPr>
            <p14:xfrm>
              <a:off x="5962491" y="3380248"/>
              <a:ext cx="253440" cy="2602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7201A990-1B25-4E4C-9F2A-DB16A593B57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953491" y="3371260"/>
                <a:ext cx="271080" cy="2778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A76C3C49-8363-4147-B9C4-5F0927DA0969}"/>
                  </a:ext>
                </a:extLst>
              </p14:cNvPr>
              <p14:cNvContentPartPr/>
              <p14:nvPr/>
            </p14:nvContentPartPr>
            <p14:xfrm>
              <a:off x="5833971" y="1744048"/>
              <a:ext cx="993960" cy="54144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A76C3C49-8363-4147-B9C4-5F0927DA096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825331" y="1735048"/>
                <a:ext cx="1011600" cy="55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43EA7BB5-2DA8-44EF-B240-546B6BEECAC9}"/>
                  </a:ext>
                </a:extLst>
              </p14:cNvPr>
              <p14:cNvContentPartPr/>
              <p14:nvPr/>
            </p14:nvContentPartPr>
            <p14:xfrm>
              <a:off x="9648171" y="1507888"/>
              <a:ext cx="436680" cy="4176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43EA7BB5-2DA8-44EF-B240-546B6BEECAC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639531" y="1499248"/>
                <a:ext cx="454320" cy="43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B2A3EEB5-AB02-46D2-939D-DB8748C1453A}"/>
                  </a:ext>
                </a:extLst>
              </p14:cNvPr>
              <p14:cNvContentPartPr/>
              <p14:nvPr/>
            </p14:nvContentPartPr>
            <p14:xfrm>
              <a:off x="8578971" y="1591768"/>
              <a:ext cx="797040" cy="41256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B2A3EEB5-AB02-46D2-939D-DB8748C1453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569971" y="1582776"/>
                <a:ext cx="814680" cy="4301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8950CD31-C8EA-4AFA-9FA6-781F82D30FE3}"/>
                  </a:ext>
                </a:extLst>
              </p14:cNvPr>
              <p14:cNvContentPartPr/>
              <p14:nvPr/>
            </p14:nvContentPartPr>
            <p14:xfrm>
              <a:off x="8194851" y="3306448"/>
              <a:ext cx="345960" cy="2196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8950CD31-C8EA-4AFA-9FA6-781F82D30FE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185851" y="3297448"/>
                <a:ext cx="3636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17E71558-0140-48AE-8DFB-70F2B2D6696A}"/>
                  </a:ext>
                </a:extLst>
              </p14:cNvPr>
              <p14:cNvContentPartPr/>
              <p14:nvPr/>
            </p14:nvContentPartPr>
            <p14:xfrm>
              <a:off x="8914491" y="3105928"/>
              <a:ext cx="17280" cy="1825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17E71558-0140-48AE-8DFB-70F2B2D6696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905491" y="3097288"/>
                <a:ext cx="3492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31B840F0-B3D8-457B-8748-90E1D701CF5D}"/>
                  </a:ext>
                </a:extLst>
              </p14:cNvPr>
              <p14:cNvContentPartPr/>
              <p14:nvPr/>
            </p14:nvContentPartPr>
            <p14:xfrm>
              <a:off x="9070731" y="3096928"/>
              <a:ext cx="13680" cy="23508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31B840F0-B3D8-457B-8748-90E1D701CF5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062091" y="3087928"/>
                <a:ext cx="3132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6AE6F94E-A858-42A0-9C6E-D55AF9C47753}"/>
                  </a:ext>
                </a:extLst>
              </p14:cNvPr>
              <p14:cNvContentPartPr/>
              <p14:nvPr/>
            </p14:nvContentPartPr>
            <p14:xfrm>
              <a:off x="8752491" y="3105928"/>
              <a:ext cx="15120" cy="2980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6AE6F94E-A858-42A0-9C6E-D55AF9C4775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743491" y="3097288"/>
                <a:ext cx="3276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52B8CFC4-9686-48A2-95AB-C3E3F09C7924}"/>
                  </a:ext>
                </a:extLst>
              </p14:cNvPr>
              <p14:cNvContentPartPr/>
              <p14:nvPr/>
            </p14:nvContentPartPr>
            <p14:xfrm>
              <a:off x="9296811" y="2785528"/>
              <a:ext cx="728280" cy="7956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52B8CFC4-9686-48A2-95AB-C3E3F09C792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288167" y="2776528"/>
                <a:ext cx="745929" cy="81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69222DFE-2B3B-4E58-91CC-27DC09405129}"/>
                  </a:ext>
                </a:extLst>
              </p14:cNvPr>
              <p14:cNvContentPartPr/>
              <p14:nvPr/>
            </p14:nvContentPartPr>
            <p14:xfrm>
              <a:off x="439011" y="3683368"/>
              <a:ext cx="428040" cy="24120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69222DFE-2B3B-4E58-91CC-27DC0940512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30371" y="3674368"/>
                <a:ext cx="445680" cy="25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7095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256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AD8844-5EF6-4166-8ED5-01E19885F4BD}"/>
              </a:ext>
            </a:extLst>
          </p:cNvPr>
          <p:cNvSpPr txBox="1"/>
          <p:nvPr/>
        </p:nvSpPr>
        <p:spPr>
          <a:xfrm>
            <a:off x="318408" y="236763"/>
            <a:ext cx="201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Projection operator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02F8C9-19AB-4FB9-B5A8-85DB5AE33164}"/>
                  </a:ext>
                </a:extLst>
              </p:cNvPr>
              <p:cNvSpPr txBox="1"/>
              <p:nvPr/>
            </p:nvSpPr>
            <p:spPr>
              <a:xfrm>
                <a:off x="3726997" y="321658"/>
                <a:ext cx="1146596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d>
                        <m:dPr>
                          <m:begChr m:val="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d>
                        <m:dPr>
                          <m:begChr m:val="⟨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02F8C9-19AB-4FB9-B5A8-85DB5AE33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997" y="321658"/>
                <a:ext cx="1146596" cy="284437"/>
              </a:xfrm>
              <a:prstGeom prst="rect">
                <a:avLst/>
              </a:prstGeom>
              <a:blipFill>
                <a:blip r:embed="rId2"/>
                <a:stretch>
                  <a:fillRect l="-4255" t="-171739" r="-29255" b="-26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05403CB-47DF-4926-B5F7-266D0B6D7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397" y="1829480"/>
            <a:ext cx="1085850" cy="390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0E74A5-8C45-43A4-B300-9B508540E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761" y="1905680"/>
            <a:ext cx="1123950" cy="31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D797C9-344C-416B-9EFD-7E05288721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9946" y="2501095"/>
            <a:ext cx="1990725" cy="7715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3C55EA-3DDB-49BF-AFD8-696CF94F77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0663" y="2705883"/>
            <a:ext cx="155257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14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146" y="98715"/>
            <a:ext cx="10515600" cy="76026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44546A"/>
                </a:solidFill>
                <a:latin typeface="Comic Sans MS" panose="030F0702030302020204" pitchFamily="66" charset="0"/>
              </a:rPr>
              <a:t>The Bloch Sphere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905" y="828102"/>
            <a:ext cx="11132128" cy="10376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A vector representing the state of a quantum system </a:t>
            </a:r>
            <a:r>
              <a:rPr lang="en-US" sz="2400" dirty="0"/>
              <a:t>could look something like arrow, enclosed inside the </a:t>
            </a:r>
            <a:r>
              <a:rPr lang="en-US" sz="2400" dirty="0">
                <a:solidFill>
                  <a:srgbClr val="D60093"/>
                </a:solidFill>
              </a:rPr>
              <a:t>Bloch sphere</a:t>
            </a:r>
            <a:r>
              <a:rPr lang="en-US" sz="2400" dirty="0"/>
              <a:t>, which is the so-called </a:t>
            </a:r>
            <a:r>
              <a:rPr lang="en-US" sz="2400" b="1" dirty="0">
                <a:solidFill>
                  <a:srgbClr val="C00000"/>
                </a:solidFill>
              </a:rPr>
              <a:t>"state space"</a:t>
            </a:r>
            <a:r>
              <a:rPr lang="en-US" sz="2400" dirty="0"/>
              <a:t> of all possible points to which our state vectors can "point"</a:t>
            </a:r>
          </a:p>
        </p:txBody>
      </p:sp>
      <p:pic>
        <p:nvPicPr>
          <p:cNvPr id="2050" name="Picture 2" descr="Bloch sphere representation of a qubit. |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1201" y="2295241"/>
            <a:ext cx="2957946" cy="3312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40905" y="2036619"/>
            <a:ext cx="74393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Our state vectors are allowed to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rotate anywhere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 on the surface of the sphere, and each of these points represents a different quantum state.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74538" y="5778370"/>
            <a:ext cx="471746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x, y, z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are just for reference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actually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Qubit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lives in Hilbert space NOT in 2D or 3D Euclidean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40905" y="2807327"/>
                <a:ext cx="2919837" cy="6061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Symbol" panose="05050102010706020507" pitchFamily="18" charset="2"/>
                                </a:rPr>
                                <m:t></m:t>
                              </m:r>
                            </m:e>
                          </m:d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𝛼</m:t>
                          </m:r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e>
                      </m:d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β</m:t>
                      </m:r>
                      <m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e>
                      </m:d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05" y="2807327"/>
                <a:ext cx="2919837" cy="6061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40905" y="3420010"/>
                <a:ext cx="3863430" cy="6061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  <m:t></m:t>
                          </m:r>
                        </m:e>
                        <m:e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  <m:t></m:t>
                          </m:r>
                        </m:e>
                      </m:d>
                      <m:r>
                        <a:rPr kumimoji="0" lang="en-US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m:t>=</m:t>
                      </m:r>
                      <m:d>
                        <m:dPr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Symbol" panose="05050102010706020507" pitchFamily="18" charset="2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kumimoji="0" lang="en-US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  <a:sym typeface="Symbol" panose="05050102010706020507" pitchFamily="18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Symbol" panose="05050102010706020507" pitchFamily="18" charset="2"/>
                                      </a:rPr>
                                      <m:t>𝛼</m:t>
                                    </m:r>
                                  </m:e>
                                  <m:sup>
                                    <m:r>
                                      <a:rPr kumimoji="0" lang="en-US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  <a:sym typeface="Symbol" panose="05050102010706020507" pitchFamily="18" charset="2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kumimoji="0" lang="en-US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  <a:sym typeface="Symbol" panose="05050102010706020507" pitchFamily="18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Symbol" panose="05050102010706020507" pitchFamily="18" charset="2"/>
                                      </a:rPr>
                                      <m:t>𝛽</m:t>
                                    </m:r>
                                  </m:e>
                                  <m:sup>
                                    <m:r>
                                      <a:rPr kumimoji="0" lang="en-US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  <a:sym typeface="Symbol" panose="05050102010706020507" pitchFamily="18" charset="2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𝛼</m:t>
                          </m:r>
                        </m:e>
                        <m:sup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sSup>
                        <m:sSupPr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p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05" y="3420010"/>
                <a:ext cx="3863430" cy="6061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24032" y="4150515"/>
                <a:ext cx="514127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Symbol" panose="05050102010706020507" pitchFamily="18" charset="2"/>
                          </a:rPr>
                          <m:t></m:t>
                        </m:r>
                      </m:e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Symbol" panose="05050102010706020507" pitchFamily="18" charset="2"/>
                          </a:rPr>
                          <m:t></m:t>
                        </m:r>
                      </m:e>
                    </m:d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𝛼</m:t>
                        </m:r>
                      </m:e>
                      <m:sup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+</m:t>
                    </m:r>
                    <m:sSup>
                      <m:sSup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p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=1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when state is normalized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32" y="4150515"/>
                <a:ext cx="5141279" cy="400110"/>
              </a:xfrm>
              <a:prstGeom prst="rect">
                <a:avLst/>
              </a:prstGeom>
              <a:blipFill>
                <a:blip r:embed="rId5"/>
                <a:stretch>
                  <a:fillRect t="-9231" r="-592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13017" y="2925725"/>
                <a:ext cx="3070071" cy="369332"/>
              </a:xfrm>
              <a:prstGeom prst="rect">
                <a:avLst/>
              </a:prstGeom>
              <a:solidFill>
                <a:srgbClr val="D6F6DC"/>
              </a:solidFill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and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𝛽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are complex numbers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017" y="2925725"/>
                <a:ext cx="3070071" cy="369332"/>
              </a:xfrm>
              <a:prstGeom prst="rect">
                <a:avLst/>
              </a:prstGeom>
              <a:blipFill>
                <a:blip r:embed="rId6"/>
                <a:stretch>
                  <a:fillRect t="-9836" r="-79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706334" y="5221417"/>
                <a:ext cx="324682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𝑖</m:t>
                    </m:r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and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𝛽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𝑖</m:t>
                    </m:r>
                    <m:sSub>
                      <m:sSub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34" y="5221417"/>
                <a:ext cx="3246829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24032" y="4770698"/>
                <a:ext cx="41296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𝛼</m:t>
                      </m:r>
                      <m:r>
                        <m:rPr>
                          <m:nor/>
                        </m:rP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and</m:t>
                      </m:r>
                      <m:r>
                        <m:rPr>
                          <m:nor/>
                        </m:rP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m:rPr>
                          <m:nor/>
                        </m:rP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are</m:t>
                      </m:r>
                      <m:r>
                        <m:rPr>
                          <m:nor/>
                        </m:rP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complex</m:t>
                      </m:r>
                      <m:r>
                        <m:rPr>
                          <m:nor/>
                        </m:rP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numbers</m:t>
                      </m:r>
                      <m:r>
                        <m:rPr>
                          <m:nor/>
                        </m:rP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, </m:t>
                      </m:r>
                      <m:r>
                        <m:rPr>
                          <m:nor/>
                        </m:rP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therefore</m:t>
                      </m:r>
                      <m:r>
                        <m:rPr>
                          <m:nor/>
                        </m:rP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32" y="4770698"/>
                <a:ext cx="4129656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3921986" y="5238164"/>
            <a:ext cx="302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Where all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’s are real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79980" y="5743998"/>
                <a:ext cx="32412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𝜓</m:t>
                        </m:r>
                      </m:e>
                    </m:d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a normalized sate, then  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0" y="5743998"/>
                <a:ext cx="3241208" cy="369332"/>
              </a:xfrm>
              <a:prstGeom prst="rect">
                <a:avLst/>
              </a:prstGeom>
              <a:blipFill>
                <a:blip r:embed="rId9"/>
                <a:stretch>
                  <a:fillRect l="-1695" t="-119672" r="-753" b="-183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982692" y="5743998"/>
                <a:ext cx="2467920" cy="3747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sSubSup>
                        <m:sSub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sSubSup>
                        <m:sSub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sSubSup>
                        <m:sSub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692" y="5743998"/>
                <a:ext cx="2467920" cy="3747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2145287" y="6410909"/>
            <a:ext cx="5834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equation describe a 3-sphere embedded in a 4-D space 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260561" y="6122566"/>
            <a:ext cx="2112530" cy="277147"/>
          </a:xfrm>
          <a:prstGeom prst="downArrow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2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8" grpId="0" animBg="1"/>
      <p:bldP spid="10" grpId="0"/>
      <p:bldP spid="11" grpId="0"/>
      <p:bldP spid="12" grpId="0"/>
      <p:bldP spid="14" grpId="0"/>
      <p:bldP spid="15" grpId="0"/>
      <p:bldP spid="16" grpId="0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146" y="98715"/>
            <a:ext cx="10515600" cy="76026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44546A"/>
                </a:solidFill>
                <a:latin typeface="Comic Sans MS" panose="030F0702030302020204" pitchFamily="66" charset="0"/>
              </a:rPr>
              <a:t>The Bloch Sphere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905" y="828102"/>
            <a:ext cx="11132128" cy="10376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A vector representing the state of a quantum system </a:t>
            </a:r>
            <a:r>
              <a:rPr lang="en-US" sz="2400" dirty="0"/>
              <a:t>could look something like arrow, enclosed inside the </a:t>
            </a:r>
            <a:r>
              <a:rPr lang="en-US" sz="2400" dirty="0">
                <a:solidFill>
                  <a:srgbClr val="D60093"/>
                </a:solidFill>
              </a:rPr>
              <a:t>Bloch sphere</a:t>
            </a:r>
            <a:r>
              <a:rPr lang="en-US" sz="2400" dirty="0"/>
              <a:t>, which is the so-called </a:t>
            </a:r>
            <a:r>
              <a:rPr lang="en-US" sz="2400" b="1" dirty="0">
                <a:solidFill>
                  <a:srgbClr val="C00000"/>
                </a:solidFill>
              </a:rPr>
              <a:t>"state space"</a:t>
            </a:r>
            <a:r>
              <a:rPr lang="en-US" sz="2400" dirty="0"/>
              <a:t> of all possible points to which our state vectors can "point"</a:t>
            </a:r>
          </a:p>
        </p:txBody>
      </p:sp>
      <p:pic>
        <p:nvPicPr>
          <p:cNvPr id="2050" name="Picture 2" descr="Bloch sphere representation of a qubit. |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6596" y="2595132"/>
            <a:ext cx="2957946" cy="3312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40905" y="1985817"/>
                <a:ext cx="32412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𝜓</m:t>
                        </m:r>
                      </m:e>
                    </m:d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a normalized sate, then  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05" y="1985817"/>
                <a:ext cx="3241208" cy="369332"/>
              </a:xfrm>
              <a:prstGeom prst="rect">
                <a:avLst/>
              </a:prstGeom>
              <a:blipFill>
                <a:blip r:embed="rId3"/>
                <a:stretch>
                  <a:fillRect l="-1695" t="-121667" r="-753" b="-18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843617" y="1985817"/>
                <a:ext cx="2467920" cy="3747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sSubSup>
                        <m:sSub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sSubSup>
                        <m:sSub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sSubSup>
                        <m:sSub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617" y="1985817"/>
                <a:ext cx="2467920" cy="374783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6373041" y="1907460"/>
            <a:ext cx="4394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equation describe a 3-sphere embedded in a 4-D space with center at origin 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732" y="2682075"/>
            <a:ext cx="5682805" cy="142131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732" y="4277554"/>
            <a:ext cx="3327172" cy="48355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732" y="4935276"/>
            <a:ext cx="3672664" cy="174801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4301396" y="6081554"/>
            <a:ext cx="6551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Standard parameterization of a unit 2-sphere in spherical coordinate system. Here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 and  are polar and azimuthal angles, respectively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0250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146" y="98715"/>
            <a:ext cx="10515600" cy="76026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44546A"/>
                </a:solidFill>
                <a:latin typeface="Comic Sans MS" panose="030F0702030302020204" pitchFamily="66" charset="0"/>
              </a:rPr>
              <a:t>The Bloch Sphere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905" y="828102"/>
            <a:ext cx="11132128" cy="10376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A vector representing the state of a quantum system </a:t>
            </a:r>
            <a:r>
              <a:rPr lang="en-US" sz="2400" dirty="0"/>
              <a:t>could look something like arrow, enclosed inside the </a:t>
            </a:r>
            <a:r>
              <a:rPr lang="en-US" sz="2400" dirty="0">
                <a:solidFill>
                  <a:srgbClr val="D60093"/>
                </a:solidFill>
              </a:rPr>
              <a:t>Bloch sphere</a:t>
            </a:r>
            <a:r>
              <a:rPr lang="en-US" sz="2400" dirty="0"/>
              <a:t>, which is the so-called </a:t>
            </a:r>
            <a:r>
              <a:rPr lang="en-US" sz="2400" b="1" dirty="0">
                <a:solidFill>
                  <a:srgbClr val="C00000"/>
                </a:solidFill>
              </a:rPr>
              <a:t>"state space"</a:t>
            </a:r>
            <a:r>
              <a:rPr lang="en-US" sz="2400" dirty="0"/>
              <a:t> of all possible points to which our state vectors can "point"</a:t>
            </a:r>
          </a:p>
        </p:txBody>
      </p:sp>
      <p:pic>
        <p:nvPicPr>
          <p:cNvPr id="2050" name="Picture 2" descr="Bloch sphere representation of a qubit. |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621" y="2247111"/>
            <a:ext cx="3357233" cy="375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40905" y="2045772"/>
                <a:ext cx="53715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Normalized state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𝜓</m:t>
                        </m:r>
                      </m:e>
                    </m:d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on Bloch sphere can be written as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05" y="2045772"/>
                <a:ext cx="5371535" cy="369332"/>
              </a:xfrm>
              <a:prstGeom prst="rect">
                <a:avLst/>
              </a:prstGeom>
              <a:blipFill>
                <a:blip r:embed="rId3"/>
                <a:stretch>
                  <a:fillRect l="-1022" t="-121667" b="-18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198504" y="3361740"/>
                <a:ext cx="2919837" cy="6061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Symbol" panose="05050102010706020507" pitchFamily="18" charset="2"/>
                                </a:rPr>
                                <m:t></m:t>
                              </m:r>
                            </m:e>
                          </m:d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𝛼</m:t>
                          </m:r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e>
                      </m:d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β</m:t>
                      </m:r>
                      <m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e>
                      </m:d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8504" y="3361740"/>
                <a:ext cx="2919837" cy="6061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27489" y="3480138"/>
            <a:ext cx="3673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Remember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-bra notation it was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28073" y="2532072"/>
                <a:ext cx="6477607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  <m:t></m:t>
                          </m:r>
                        </m:e>
                      </m:d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</m:e>
                        <m:sup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  <m:t>𝑖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𝛽</m:t>
                          </m:r>
                        </m:sup>
                      </m:sSup>
                      <m:d>
                        <m:dPr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Symbol" panose="05050102010706020507" pitchFamily="18" charset="2"/>
                                  </a:rPr>
                                  <m:t>𝑐</m:t>
                                </m:r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Symbol" panose="05050102010706020507" pitchFamily="18" charset="2"/>
                                  </a:rPr>
                                  <m:t>𝑜𝑠</m:t>
                                </m:r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Symbol" panose="05050102010706020507" pitchFamily="18" charset="2"/>
                                  </a:rPr>
                                  <m:t>𝜃</m:t>
                                </m:r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Symbol" panose="05050102010706020507" pitchFamily="18" charset="2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kumimoji="0" lang="en-US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Symbol" panose="05050102010706020507" pitchFamily="18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Symbol" panose="05050102010706020507" pitchFamily="18" charset="2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kumimoji="0" lang="en-US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Symbol" panose="05050102010706020507" pitchFamily="18" charset="2"/>
                                      </a:rPr>
                                      <m:t>𝑖</m:t>
                                    </m:r>
                                    <m:r>
                                      <a:rPr kumimoji="0" lang="en-US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Symbol" panose="05050102010706020507" pitchFamily="18" charset="2"/>
                                      </a:rPr>
                                      <m:t>𝜙</m:t>
                                    </m:r>
                                  </m:sup>
                                </m:sSup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Symbol" panose="05050102010706020507" pitchFamily="18" charset="2"/>
                                  </a:rPr>
                                  <m:t>𝑠𝑖𝑛</m:t>
                                </m:r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Symbol" panose="05050102010706020507" pitchFamily="18" charset="2"/>
                                  </a:rPr>
                                  <m:t>𝜃</m:t>
                                </m:r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Symbol" panose="05050102010706020507" pitchFamily="18" charset="2"/>
                                  </a:rPr>
                                  <m:t>/2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</m:e>
                        <m:sup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  <m:t>𝑖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𝛽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𝑐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𝑜𝑠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𝜃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/2|0</m:t>
                              </m:r>
                            </m:e>
                          </m:d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𝑖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𝜙</m:t>
                              </m:r>
                            </m:sup>
                          </m:sSup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𝑠𝑖𝑛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𝜃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/2</m:t>
                          </m:r>
                          <m:r>
                            <a:rPr kumimoji="0" lang="en-US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73" y="2532072"/>
                <a:ext cx="6477607" cy="7838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41449" y="3987243"/>
                <a:ext cx="3711209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Let us check the Blue state vector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𝟎</m:t>
                        </m:r>
                      </m:e>
                    </m:d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49" y="3987243"/>
                <a:ext cx="3711209" cy="369332"/>
              </a:xfrm>
              <a:prstGeom prst="rect">
                <a:avLst/>
              </a:prstGeom>
              <a:blipFill>
                <a:blip r:embed="rId6"/>
                <a:stretch>
                  <a:fillRect l="-1478" t="-119672" r="-11330" b="-183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27489" y="4458432"/>
                <a:ext cx="23775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𝜃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=0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Symbol" panose="05050102010706020507" pitchFamily="18" charset="2"/>
                  </a:rPr>
                  <a:t>, what about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𝜙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Symbol" panose="05050102010706020507" pitchFamily="18" charset="2"/>
                  </a:rPr>
                  <a:t>=?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89" y="4458432"/>
                <a:ext cx="2377510" cy="369332"/>
              </a:xfrm>
              <a:prstGeom prst="rect">
                <a:avLst/>
              </a:prstGeom>
              <a:blipFill>
                <a:blip r:embed="rId7"/>
                <a:stretch>
                  <a:fillRect t="-8197" r="-153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540905" y="4869231"/>
                <a:ext cx="7423507" cy="439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  <m:t></m:t>
                          </m:r>
                        </m:e>
                      </m:d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𝑐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𝑜𝑠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𝜃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/2|0</m:t>
                              </m:r>
                            </m:e>
                          </m:d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𝑖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𝜙</m:t>
                              </m:r>
                            </m:sup>
                          </m:sSup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𝑠𝑖𝑛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𝜃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/2</m:t>
                          </m:r>
                          <m:r>
                            <a:rPr kumimoji="0" lang="en-US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anose="05050102010706020507" pitchFamily="18" charset="2"/>
                        </a:rPr>
                        <m:t>=</m:t>
                      </m:r>
                      <m:d>
                        <m:dPr>
                          <m:begChr m:val=""/>
                          <m:endChr m:val="⟩"/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brk m:alnAt="7"/>
                            </m:r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𝑐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𝑜𝑠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0|0</m:t>
                          </m:r>
                        </m:e>
                      </m:d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p>
                        <m:sSupPr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</m:e>
                        <m:sup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𝑖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𝜙</m:t>
                          </m:r>
                        </m:sup>
                      </m:sSup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anose="05050102010706020507" pitchFamily="18" charset="2"/>
                        </a:rPr>
                        <m:t>𝑠𝑖𝑛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anose="05050102010706020507" pitchFamily="18" charset="2"/>
                        </a:rPr>
                        <m:t>0</m:t>
                      </m:r>
                      <m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e>
                      </m:d>
                      <m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"/>
                          <m:endChr m:val="⟩"/>
                          <m:ctrlPr>
                            <a:rPr kumimoji="0" lang="en-US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kumimoji="0" lang="en-US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05" y="4869231"/>
                <a:ext cx="7423507" cy="439736"/>
              </a:xfrm>
              <a:prstGeom prst="rect">
                <a:avLst/>
              </a:prstGeom>
              <a:blipFill>
                <a:blip r:embed="rId8"/>
                <a:stretch>
                  <a:fillRect t="-106944" r="-5341" b="-16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36151" y="5451739"/>
            <a:ext cx="4013727" cy="369332"/>
          </a:xfrm>
          <a:prstGeom prst="rect">
            <a:avLst/>
          </a:prstGeom>
          <a:solidFill>
            <a:srgbClr val="CCFF99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us find the state vector of location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‘P’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27489" y="5876487"/>
                <a:ext cx="25281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𝜃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=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Symbol" panose="05050102010706020507" pitchFamily="18" charset="2"/>
                  </a:rPr>
                  <a:t>/2, what about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𝜙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Symbol" panose="05050102010706020507" pitchFamily="18" charset="2"/>
                  </a:rPr>
                  <a:t>=0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89" y="5876487"/>
                <a:ext cx="2528193" cy="369332"/>
              </a:xfrm>
              <a:prstGeom prst="rect">
                <a:avLst/>
              </a:prstGeom>
              <a:blipFill>
                <a:blip r:embed="rId9"/>
                <a:stretch>
                  <a:fillRect t="-13115" r="-120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540905" y="6136068"/>
                <a:ext cx="9221307" cy="7546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  <m:t></m:t>
                          </m:r>
                        </m:e>
                      </m:d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𝑐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𝑜𝑠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𝜃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/2|0</m:t>
                              </m:r>
                            </m:e>
                          </m:d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𝑖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𝜙</m:t>
                              </m:r>
                            </m:sup>
                          </m:sSup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𝑠𝑖𝑛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𝜃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/2</m:t>
                          </m:r>
                          <m:r>
                            <a:rPr kumimoji="0" lang="en-US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anose="05050102010706020507" pitchFamily="18" charset="2"/>
                        </a:rPr>
                        <m:t>=</m:t>
                      </m:r>
                      <m:d>
                        <m:dPr>
                          <m:begChr m:val=""/>
                          <m:endChr m:val="⟩"/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brk m:alnAt="7"/>
                            </m:r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𝑐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𝑜𝑠</m:t>
                          </m:r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𝜋</m:t>
                          </m:r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/4|0</m:t>
                          </m:r>
                        </m:e>
                      </m:d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p>
                        <m:sSupPr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</m:e>
                        <m:sup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𝑖</m:t>
                          </m:r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0</m:t>
                          </m:r>
                        </m:sup>
                      </m:sSup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anose="05050102010706020507" pitchFamily="18" charset="2"/>
                        </a:rPr>
                        <m:t>𝑠𝑖𝑛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anose="05050102010706020507" pitchFamily="18" charset="2"/>
                        </a:rPr>
                        <m:t>𝜋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anose="05050102010706020507" pitchFamily="18" charset="2"/>
                        </a:rPr>
                        <m:t>/</m:t>
                      </m:r>
                      <m:r>
                        <a:rPr kumimoji="0" lang="en-US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anose="05050102010706020507" pitchFamily="18" charset="2"/>
                        </a:rPr>
                        <m:t>4</m:t>
                      </m:r>
                      <m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e>
                      </m:d>
                      <m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"/>
                          <m:endChr m:val="⟩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|0</m:t>
                          </m:r>
                        </m:e>
                      </m:d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"/>
                          <m:endChr m:val="⟩"/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05" y="6136068"/>
                <a:ext cx="9221307" cy="7546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8442037" y="506878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410937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5" grpId="0"/>
      <p:bldP spid="22" grpId="0"/>
      <p:bldP spid="6" grpId="0" animBg="1"/>
      <p:bldP spid="7" grpId="0"/>
      <p:bldP spid="23" grpId="0"/>
      <p:bldP spid="24" grpId="0" animBg="1"/>
      <p:bldP spid="25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146" y="98715"/>
            <a:ext cx="10515600" cy="76026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44546A"/>
                </a:solidFill>
                <a:latin typeface="Comic Sans MS" panose="030F0702030302020204" pitchFamily="66" charset="0"/>
              </a:rPr>
              <a:t>The Bloch Sphere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905" y="828102"/>
            <a:ext cx="11132128" cy="10376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A vector representing the state of a quantum system </a:t>
            </a:r>
            <a:r>
              <a:rPr lang="en-US" sz="2400" dirty="0"/>
              <a:t>could look something like arrow, enclosed inside the </a:t>
            </a:r>
            <a:r>
              <a:rPr lang="en-US" sz="2400" dirty="0">
                <a:solidFill>
                  <a:srgbClr val="D60093"/>
                </a:solidFill>
              </a:rPr>
              <a:t>Bloch sphere</a:t>
            </a:r>
            <a:r>
              <a:rPr lang="en-US" sz="2400" dirty="0"/>
              <a:t>, which is the so-called </a:t>
            </a:r>
            <a:r>
              <a:rPr lang="en-US" sz="2400" b="1" dirty="0">
                <a:solidFill>
                  <a:srgbClr val="C00000"/>
                </a:solidFill>
              </a:rPr>
              <a:t>"state space"</a:t>
            </a:r>
            <a:r>
              <a:rPr lang="en-US" sz="2400" dirty="0"/>
              <a:t> of all possible points to which our state vectors can "point"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586" y="3877259"/>
            <a:ext cx="4108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Find the state vector of location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‘Q’, ‘R’, ‘S’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36151" y="1921161"/>
                <a:ext cx="6477607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  <m:t></m:t>
                          </m:r>
                        </m:e>
                      </m:d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</m:e>
                        <m:sup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  <m:t>𝑖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𝛽</m:t>
                          </m:r>
                        </m:sup>
                      </m:sSup>
                      <m:d>
                        <m:dPr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Symbol" panose="05050102010706020507" pitchFamily="18" charset="2"/>
                                  </a:rPr>
                                  <m:t>𝑐</m:t>
                                </m:r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Symbol" panose="05050102010706020507" pitchFamily="18" charset="2"/>
                                  </a:rPr>
                                  <m:t>𝑜𝑠</m:t>
                                </m:r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Symbol" panose="05050102010706020507" pitchFamily="18" charset="2"/>
                                  </a:rPr>
                                  <m:t>𝜃</m:t>
                                </m:r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Symbol" panose="05050102010706020507" pitchFamily="18" charset="2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kumimoji="0" lang="en-US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Symbol" panose="05050102010706020507" pitchFamily="18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Symbol" panose="05050102010706020507" pitchFamily="18" charset="2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kumimoji="0" lang="en-US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Symbol" panose="05050102010706020507" pitchFamily="18" charset="2"/>
                                      </a:rPr>
                                      <m:t>𝑖</m:t>
                                    </m:r>
                                    <m:r>
                                      <a:rPr kumimoji="0" lang="en-US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  <a:sym typeface="Symbol" panose="05050102010706020507" pitchFamily="18" charset="2"/>
                                      </a:rPr>
                                      <m:t>𝜙</m:t>
                                    </m:r>
                                  </m:sup>
                                </m:sSup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Symbol" panose="05050102010706020507" pitchFamily="18" charset="2"/>
                                  </a:rPr>
                                  <m:t>𝑠𝑖𝑛</m:t>
                                </m:r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Symbol" panose="05050102010706020507" pitchFamily="18" charset="2"/>
                                  </a:rPr>
                                  <m:t>𝜃</m:t>
                                </m:r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  <a:sym typeface="Symbol" panose="05050102010706020507" pitchFamily="18" charset="2"/>
                                  </a:rPr>
                                  <m:t>/2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</m:e>
                        <m:sup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  <m:t>𝑖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𝛽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𝑐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𝑜𝑠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𝜃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/2|0</m:t>
                              </m:r>
                            </m:e>
                          </m:d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𝑖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𝜙</m:t>
                              </m:r>
                            </m:sup>
                          </m:sSup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𝑠𝑖𝑛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𝜃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/2</m:t>
                          </m:r>
                          <m:r>
                            <a:rPr kumimoji="0" lang="en-US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51" y="1921161"/>
                <a:ext cx="6477607" cy="7838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8025067" y="1624367"/>
            <a:ext cx="4108658" cy="4382113"/>
            <a:chOff x="7600196" y="1624367"/>
            <a:chExt cx="4108658" cy="4382113"/>
          </a:xfrm>
        </p:grpSpPr>
        <p:pic>
          <p:nvPicPr>
            <p:cNvPr id="2050" name="Picture 2" descr="Bloch sphere representation of a qubit. | Download Scientific Diagra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5491" y="1624367"/>
              <a:ext cx="3913363" cy="4382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8158681" y="4851465"/>
              <a:ext cx="3080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D6009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971290" y="3743105"/>
              <a:ext cx="3433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D6009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104347" y="3207394"/>
              <a:ext cx="31451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D6009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600196" y="3856366"/>
              <a:ext cx="29367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D6009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73586" y="4147867"/>
            <a:ext cx="468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‘R’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a point where –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x-axis cuts the Bloch sphere)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93917" y="6058760"/>
                <a:ext cx="7226103" cy="707886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The  sate vector </a:t>
                </a:r>
                <a14:m>
                  <m:oMath xmlns:m="http://schemas.openxmlformats.org/officeDocument/2006/math">
                    <m:r>
                      <a: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e>
                    </m:d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and at points P, Q, R, S plays very important role in 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Quantum Computing and Information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processing 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917" y="6058760"/>
                <a:ext cx="7226103" cy="707886"/>
              </a:xfrm>
              <a:prstGeom prst="rect">
                <a:avLst/>
              </a:prstGeom>
              <a:blipFill>
                <a:blip r:embed="rId4"/>
                <a:stretch>
                  <a:fillRect l="-759" t="-69828" r="-1435" b="-6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50360" y="2757310"/>
                <a:ext cx="7704634" cy="6592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Symbol" panose="05050102010706020507" pitchFamily="18" charset="2"/>
                          </a:rPr>
                          <m:t>𝑖</m:t>
                        </m:r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Symbol" panose="05050102010706020507" pitchFamily="18" charset="2"/>
                          </a:rPr>
                          <m:t>𝛽</m:t>
                        </m:r>
                      </m:sup>
                    </m:sSup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called overall phase factor and can not be measured. State of a Qubit can be specified by ‘a point’ on the block sphere, ignoring the ‘overall’ phase factor  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360" y="2757310"/>
                <a:ext cx="7704634" cy="659283"/>
              </a:xfrm>
              <a:prstGeom prst="rect">
                <a:avLst/>
              </a:prstGeom>
              <a:blipFill>
                <a:blip r:embed="rId5"/>
                <a:stretch>
                  <a:fillRect l="-633" t="-1852"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467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loch sphere representation of a qubit. | Download Scientific Diagram">
            <a:extLst>
              <a:ext uri="{FF2B5EF4-FFF2-40B4-BE49-F238E27FC236}">
                <a16:creationId xmlns:a16="http://schemas.microsoft.com/office/drawing/2014/main" id="{223AC7AA-2739-47FA-B2F6-9D05FEA5E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621" y="2247111"/>
            <a:ext cx="3357233" cy="375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550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01FAC7-C68C-4C58-8DA2-A1DC399DB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294" y="5866002"/>
            <a:ext cx="3581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460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loch sphere representation of a qubit. | Download Scientific Diagram">
            <a:extLst>
              <a:ext uri="{FF2B5EF4-FFF2-40B4-BE49-F238E27FC236}">
                <a16:creationId xmlns:a16="http://schemas.microsoft.com/office/drawing/2014/main" id="{6940B78A-25F6-4BF7-9C8D-B24856446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635" y="245056"/>
            <a:ext cx="3357233" cy="375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6415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653BD1-68EC-4578-89A1-B5AB783509A8}"/>
                  </a:ext>
                </a:extLst>
              </p:cNvPr>
              <p:cNvSpPr txBox="1"/>
              <p:nvPr/>
            </p:nvSpPr>
            <p:spPr>
              <a:xfrm>
                <a:off x="4298496" y="1143000"/>
                <a:ext cx="784382" cy="572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653BD1-68EC-4578-89A1-B5AB78350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496" y="1143000"/>
                <a:ext cx="784382" cy="572273"/>
              </a:xfrm>
              <a:prstGeom prst="rect">
                <a:avLst/>
              </a:prstGeom>
              <a:blipFill>
                <a:blip r:embed="rId2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5FAD887-EEBF-4A84-A28A-428E362B7504}"/>
                  </a:ext>
                </a:extLst>
              </p:cNvPr>
              <p:cNvSpPr/>
              <p:nvPr/>
            </p:nvSpPr>
            <p:spPr>
              <a:xfrm>
                <a:off x="3975849" y="2255776"/>
                <a:ext cx="4067652" cy="7087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|+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|−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⨂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d>
                            <m:d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5FAD887-EEBF-4A84-A28A-428E362B75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849" y="2255776"/>
                <a:ext cx="4067652" cy="7087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503912F-F9F8-4153-B7D0-1618D536DBC7}"/>
                  </a:ext>
                </a:extLst>
              </p:cNvPr>
              <p:cNvSpPr/>
              <p:nvPr/>
            </p:nvSpPr>
            <p:spPr>
              <a:xfrm>
                <a:off x="1475909" y="3579832"/>
                <a:ext cx="2140073" cy="5003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|+</m:t>
                        </m:r>
                      </m:e>
                    </m:d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503912F-F9F8-4153-B7D0-1618D536DB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909" y="3579832"/>
                <a:ext cx="2140073" cy="500393"/>
              </a:xfrm>
              <a:prstGeom prst="rect">
                <a:avLst/>
              </a:prstGeom>
              <a:blipFill>
                <a:blip r:embed="rId4"/>
                <a:stretch>
                  <a:fillRect l="-1994" t="-76829" r="-18234" b="-123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CB5F9CB-5E17-4AE5-8DF0-61ED6873B876}"/>
                  </a:ext>
                </a:extLst>
              </p:cNvPr>
              <p:cNvSpPr/>
              <p:nvPr/>
            </p:nvSpPr>
            <p:spPr>
              <a:xfrm>
                <a:off x="1475909" y="4295568"/>
                <a:ext cx="2140073" cy="5003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CB5F9CB-5E17-4AE5-8DF0-61ED6873B8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909" y="4295568"/>
                <a:ext cx="2140073" cy="500393"/>
              </a:xfrm>
              <a:prstGeom prst="rect">
                <a:avLst/>
              </a:prstGeom>
              <a:blipFill>
                <a:blip r:embed="rId5"/>
                <a:stretch>
                  <a:fillRect l="-1994" t="-76829" r="-18234" b="-123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330E828-5FD2-4D4E-BB51-F94AB8F53AB3}"/>
                  </a:ext>
                </a:extLst>
              </p:cNvPr>
              <p:cNvSpPr/>
              <p:nvPr/>
            </p:nvSpPr>
            <p:spPr>
              <a:xfrm>
                <a:off x="4891547" y="4433634"/>
                <a:ext cx="2236253" cy="5003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|0</m:t>
                        </m:r>
                      </m:e>
                    </m:d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d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330E828-5FD2-4D4E-BB51-F94AB8F53A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547" y="4433634"/>
                <a:ext cx="2236253" cy="500393"/>
              </a:xfrm>
              <a:prstGeom prst="rect">
                <a:avLst/>
              </a:prstGeom>
              <a:blipFill>
                <a:blip r:embed="rId6"/>
                <a:stretch>
                  <a:fillRect l="-5995" t="-76829" r="-17439" b="-123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rrow: Right 8">
            <a:extLst>
              <a:ext uri="{FF2B5EF4-FFF2-40B4-BE49-F238E27FC236}">
                <a16:creationId xmlns:a16="http://schemas.microsoft.com/office/drawing/2014/main" id="{2E3396AA-6ED7-4EB3-A617-446A7F543980}"/>
              </a:ext>
            </a:extLst>
          </p:cNvPr>
          <p:cNvSpPr/>
          <p:nvPr/>
        </p:nvSpPr>
        <p:spPr>
          <a:xfrm>
            <a:off x="4065814" y="3579832"/>
            <a:ext cx="326571" cy="12736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99E2C0C-D08A-4677-8DD6-AB29EF8ED5E4}"/>
                  </a:ext>
                </a:extLst>
              </p:cNvPr>
              <p:cNvSpPr/>
              <p:nvPr/>
            </p:nvSpPr>
            <p:spPr>
              <a:xfrm>
                <a:off x="4891548" y="3699065"/>
                <a:ext cx="2236253" cy="5003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99E2C0C-D08A-4677-8DD6-AB29EF8ED5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548" y="3699065"/>
                <a:ext cx="2236253" cy="500393"/>
              </a:xfrm>
              <a:prstGeom prst="rect">
                <a:avLst/>
              </a:prstGeom>
              <a:blipFill>
                <a:blip r:embed="rId7"/>
                <a:stretch>
                  <a:fillRect l="-5995" t="-76829" r="-17439" b="-123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4863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2994</TotalTime>
  <Words>644</Words>
  <Application>Microsoft Office PowerPoint</Application>
  <PresentationFormat>Widescreen</PresentationFormat>
  <Paragraphs>63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Comic Sans MS</vt:lpstr>
      <vt:lpstr>IBM Plex Sans</vt:lpstr>
      <vt:lpstr>Symbol</vt:lpstr>
      <vt:lpstr>Times New Roman</vt:lpstr>
      <vt:lpstr>Office Theme</vt:lpstr>
      <vt:lpstr>1_Office Theme</vt:lpstr>
      <vt:lpstr>PHYS 512</vt:lpstr>
      <vt:lpstr>PowerPoint Presentation</vt:lpstr>
      <vt:lpstr>Density Operator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Bloch Sphere</vt:lpstr>
      <vt:lpstr>The Bloch Sphere</vt:lpstr>
      <vt:lpstr>The Bloch Sphere</vt:lpstr>
      <vt:lpstr>The Bloch Sphere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 512</dc:title>
  <dc:creator>Saleem Ghaffar Rao</dc:creator>
  <cp:lastModifiedBy>Saleem Ghaffar Rao</cp:lastModifiedBy>
  <cp:revision>17</cp:revision>
  <dcterms:created xsi:type="dcterms:W3CDTF">2025-09-30T17:22:25Z</dcterms:created>
  <dcterms:modified xsi:type="dcterms:W3CDTF">2025-10-07T16:31:18Z</dcterms:modified>
</cp:coreProperties>
</file>